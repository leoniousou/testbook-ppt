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e81826f466342fb" /><Relationship Type="http://schemas.openxmlformats.org/officeDocument/2006/relationships/extended-properties" Target="/docProps/app.xml" Id="R8c35874b740848e7" /><Relationship Type="http://schemas.openxmlformats.org/officeDocument/2006/relationships/officeDocument" Target="/ppt/presentation.xml" Id="R684f47f5e3b1469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0e7c65deb794b6f"/>
    <p:sldMasterId xmlns:r="http://schemas.openxmlformats.org/officeDocument/2006/relationships" id="2147483661" r:id="Ra44345642bf947bb"/>
    <p:sldMasterId xmlns:r="http://schemas.openxmlformats.org/officeDocument/2006/relationships" id="2147483673" r:id="Rfe08b70a4b0742f2"/>
  </p:sldMasterIdLst>
  <p:notesMasterIdLst>
    <p:notesMasterId xmlns:r="http://schemas.openxmlformats.org/officeDocument/2006/relationships" r:id="R912cd8ee52104a6e"/>
  </p:notesMasterIdLst>
  <p:sldIdLst>
    <p:sldId xmlns:r="http://schemas.openxmlformats.org/officeDocument/2006/relationships" id="256" r:id="Rcbad52604a7a45ed"/>
    <p:sldId xmlns:r="http://schemas.openxmlformats.org/officeDocument/2006/relationships" id="257" r:id="R1736bbc7466641e6"/>
    <p:sldId xmlns:r="http://schemas.openxmlformats.org/officeDocument/2006/relationships" id="258" r:id="R1c7bd15e27b84bcc"/>
    <p:sldId xmlns:r="http://schemas.openxmlformats.org/officeDocument/2006/relationships" id="259" r:id="R5fb36526743c402b"/>
    <p:sldId xmlns:r="http://schemas.openxmlformats.org/officeDocument/2006/relationships" id="260" r:id="R2ad95b2b38124d87"/>
    <p:sldId xmlns:r="http://schemas.openxmlformats.org/officeDocument/2006/relationships" id="261" r:id="Raf28544b4f0b4801"/>
    <p:sldId xmlns:r="http://schemas.openxmlformats.org/officeDocument/2006/relationships" id="262" r:id="R6a01176e3eb34c95"/>
    <p:sldId xmlns:r="http://schemas.openxmlformats.org/officeDocument/2006/relationships" id="263" r:id="R66c906ca87f248a9"/>
    <p:sldId xmlns:r="http://schemas.openxmlformats.org/officeDocument/2006/relationships" id="264" r:id="R21b03f8d0a534582"/>
    <p:sldId xmlns:r="http://schemas.openxmlformats.org/officeDocument/2006/relationships" id="265" r:id="Rfc9235deaa5a423d"/>
    <p:sldId xmlns:r="http://schemas.openxmlformats.org/officeDocument/2006/relationships" id="266" r:id="R794b7eb729df43e3"/>
    <p:sldId xmlns:r="http://schemas.openxmlformats.org/officeDocument/2006/relationships" id="267" r:id="R2e5ffb4a6da440f7"/>
    <p:sldId xmlns:r="http://schemas.openxmlformats.org/officeDocument/2006/relationships" id="268" r:id="R0b324afbeeea42ae"/>
    <p:sldId xmlns:r="http://schemas.openxmlformats.org/officeDocument/2006/relationships" id="269" r:id="R6fc376016cfe41eb"/>
    <p:sldId xmlns:r="http://schemas.openxmlformats.org/officeDocument/2006/relationships" id="270" r:id="Rb033fc2cd7634d4e"/>
    <p:sldId xmlns:r="http://schemas.openxmlformats.org/officeDocument/2006/relationships" id="271" r:id="R88a6bbf90d1346ee"/>
    <p:sldId xmlns:r="http://schemas.openxmlformats.org/officeDocument/2006/relationships" id="272" r:id="R234bd6b7ef6a44b9"/>
    <p:sldId xmlns:r="http://schemas.openxmlformats.org/officeDocument/2006/relationships" id="273" r:id="R8aef39d0858b462d"/>
    <p:sldId xmlns:r="http://schemas.openxmlformats.org/officeDocument/2006/relationships" id="274" r:id="Rba6167d0527e41f9"/>
    <p:sldId xmlns:r="http://schemas.openxmlformats.org/officeDocument/2006/relationships" id="275" r:id="R53fad3228b904d26"/>
    <p:sldId xmlns:r="http://schemas.openxmlformats.org/officeDocument/2006/relationships" id="276" r:id="R2a919b0682f54f11"/>
    <p:sldId xmlns:r="http://schemas.openxmlformats.org/officeDocument/2006/relationships" id="277" r:id="R21420a76478f493a"/>
    <p:sldId xmlns:r="http://schemas.openxmlformats.org/officeDocument/2006/relationships" id="278" r:id="Re916e8fa9d21421c"/>
    <p:sldId xmlns:r="http://schemas.openxmlformats.org/officeDocument/2006/relationships" id="279" r:id="R23983c8c20484660"/>
    <p:sldId xmlns:r="http://schemas.openxmlformats.org/officeDocument/2006/relationships" id="280" r:id="R3dbe206658e8428b"/>
    <p:sldId xmlns:r="http://schemas.openxmlformats.org/officeDocument/2006/relationships" id="281" r:id="R3cf0b1a6e8554ba3"/>
    <p:sldId xmlns:r="http://schemas.openxmlformats.org/officeDocument/2006/relationships" id="282" r:id="R8dae18673432474b"/>
    <p:sldId xmlns:r="http://schemas.openxmlformats.org/officeDocument/2006/relationships" id="283" r:id="Rf2825f05739b4938"/>
    <p:sldId xmlns:r="http://schemas.openxmlformats.org/officeDocument/2006/relationships" id="284" r:id="Rc3efa64029d3412f"/>
    <p:sldId xmlns:r="http://schemas.openxmlformats.org/officeDocument/2006/relationships" id="285" r:id="Re9346f5ef52142a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5EC00C2-0887-405E-A094-2DD42646EF0A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rgbClr val="9CBDA8"/>
              </a:solidFill>
              <a:prstDash val="solid"/>
            </a:ln>
          </a:left>
          <a:right>
            <a:ln w="9525" cmpd="sng">
              <a:solidFill>
                <a:srgbClr val="9CBDA8"/>
              </a:solidFill>
              <a:prstDash val="solid"/>
            </a:ln>
          </a:right>
          <a:top>
            <a:ln w="9525" cmpd="sng">
              <a:solidFill>
                <a:srgbClr val="9CBDA8"/>
              </a:solidFill>
              <a:prstDash val="solid"/>
            </a:ln>
          </a:top>
          <a:bottom>
            <a:ln w="9525" cmpd="sng">
              <a:solidFill>
                <a:srgbClr val="9CBDA8"/>
              </a:solidFill>
              <a:prstDash val="solid"/>
            </a:ln>
          </a:bottom>
          <a:insideH>
            <a:ln w="9525" cmpd="sng">
              <a:solidFill>
                <a:srgbClr val="9CBDA8">
                  <a:lumMod val="40000"/>
                  <a:lumOff val="60000"/>
                </a:srgbClr>
              </a:solidFill>
              <a:prstDash val="solid"/>
            </a:ln>
          </a:insideH>
          <a:insideV>
            <a:ln w="9525" cmpd="sng">
              <a:solidFill>
                <a:srgbClr val="9CBDA8">
                  <a:lumMod val="40000"/>
                  <a:lumOff val="60000"/>
                </a:srgb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Style>
        <a:tcBdr/>
        <a:fill>
          <a:solidFill>
            <a:srgbClr val="9CBDA8">
              <a:lumMod val="40000"/>
              <a:lumOff val="60000"/>
              <a:alpha val="25000"/>
            </a:srgbClr>
          </a:solidFill>
        </a:fill>
      </a:tcStyle>
    </a:band2H>
    <a:band1V>
      <a:tcStyle>
        <a:tcBdr/>
        <a:fill>
          <a:solidFill>
            <a:srgbClr val="9CBDA8">
              <a:lumMod val="40000"/>
              <a:lumOff val="60000"/>
              <a:alpha val="25000"/>
            </a:srgbClr>
          </a:solidFill>
        </a:fill>
      </a:tcStyle>
    </a:band1V>
    <a:band2V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rgbClr val="9CBDA8">
                  <a:lumMod val="40000"/>
                  <a:lumOff val="60000"/>
                </a:srgbClr>
              </a:solidFill>
              <a:prstDash val="solid"/>
            </a:ln>
          </a:left>
          <a:right>
            <a:ln w="9525" cmpd="sng">
              <a:solidFill>
                <a:srgbClr val="9CBDA8"/>
              </a:solidFill>
              <a:prstDash val="solid"/>
            </a:ln>
          </a:right>
          <a:top>
            <a:ln w="9525" cmpd="sng">
              <a:solidFill>
                <a:srgbClr val="9CBDA8"/>
              </a:solidFill>
              <a:prstDash val="solid"/>
            </a:ln>
          </a:top>
          <a:bottom>
            <a:ln w="9525" cmpd="sng">
              <a:solidFill>
                <a:srgbClr val="9CBDA8"/>
              </a:solidFill>
              <a:prstDash val="solid"/>
            </a:ln>
          </a:bottom>
          <a:insideH>
            <a:ln w="9525" cmpd="sng">
              <a:solidFill>
                <a:srgbClr val="9CBDA8">
                  <a:lumMod val="40000"/>
                  <a:lumOff val="60000"/>
                </a:srgb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rgbClr val="9CBDA8">
              <a:lumMod val="40000"/>
              <a:lumOff val="60000"/>
              <a:alpha val="40000"/>
            </a:srgb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rgbClr val="9CBDA8"/>
              </a:solidFill>
              <a:prstDash val="solid"/>
            </a:ln>
          </a:left>
          <a:right>
            <a:ln w="9525" cmpd="sng">
              <a:solidFill>
                <a:srgbClr val="9CBDA8">
                  <a:lumMod val="40000"/>
                  <a:lumOff val="60000"/>
                </a:srgbClr>
              </a:solidFill>
              <a:prstDash val="solid"/>
            </a:ln>
          </a:right>
          <a:top>
            <a:ln w="9525" cmpd="sng">
              <a:solidFill>
                <a:srgbClr val="9CBDA8"/>
              </a:solidFill>
              <a:prstDash val="solid"/>
            </a:ln>
          </a:top>
          <a:bottom>
            <a:ln w="9525" cmpd="sng">
              <a:solidFill>
                <a:srgbClr val="9CBDA8"/>
              </a:solidFill>
              <a:prstDash val="solid"/>
            </a:ln>
          </a:bottom>
          <a:insideH>
            <a:ln w="9525" cmpd="sng">
              <a:solidFill>
                <a:srgbClr val="9CBDA8">
                  <a:lumMod val="40000"/>
                  <a:lumOff val="60000"/>
                </a:srgb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rgbClr val="9CBDA8">
              <a:lumMod val="40000"/>
              <a:lumOff val="60000"/>
              <a:alpha val="40000"/>
            </a:srgbClr>
          </a:solidFill>
        </a:fill>
      </a:tcStyle>
    </a:firstCol>
    <a:lastRow>
      <a:tcTxStyle b="on">
        <a:fontRef idx="none">
          <a:srgbClr val="9CBDA8"/>
        </a:fontRef>
      </a:tcTxStyle>
      <a:tcStyle>
        <a:tcBdr>
          <a:left>
            <a:ln w="9525" cmpd="sng">
              <a:solidFill>
                <a:srgbClr val="9CBDA8"/>
              </a:solidFill>
              <a:prstDash val="solid"/>
            </a:ln>
          </a:left>
          <a:right>
            <a:ln w="9525" cmpd="sng">
              <a:solidFill>
                <a:srgbClr val="9CBDA8"/>
              </a:solidFill>
              <a:prstDash val="solid"/>
            </a:ln>
          </a:right>
          <a:top>
            <a:ln w="9525" cmpd="sng">
              <a:solidFill>
                <a:srgbClr val="9CBDA8"/>
              </a:solidFill>
              <a:prstDash val="solid"/>
            </a:ln>
          </a:top>
          <a:bottom>
            <a:ln w="9525" cmpd="sng">
              <a:solidFill>
                <a:srgbClr val="9CBDA8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Style>
        <a:tcBdr>
          <a:left>
            <a:ln w="9525" cmpd="sng">
              <a:solidFill>
                <a:srgbClr val="9CBDA8">
                  <a:lumMod val="40000"/>
                  <a:lumOff val="60000"/>
                </a:srgbClr>
              </a:solidFill>
              <a:prstDash val="solid"/>
            </a:ln>
          </a:left>
          <a:right>
            <a:ln w="9525" cmpd="sng">
              <a:solidFill>
                <a:srgbClr val="9CBDA8"/>
              </a:solidFill>
              <a:prstDash val="solid"/>
            </a:ln>
          </a:right>
          <a:top>
            <a:ln w="9525" cmpd="sng">
              <a:solidFill>
                <a:srgbClr val="9CBDA8"/>
              </a:solidFill>
              <a:prstDash val="solid"/>
            </a:ln>
          </a:top>
          <a:bottom>
            <a:ln w="9525" cmpd="sng">
              <a:solidFill>
                <a:srgbClr val="9CBDA8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rgbClr val="9CBDA8"/>
        </a:fontRef>
      </a:tcTxStyle>
      <a:tcStyle>
        <a:tcBdr>
          <a:left>
            <a:ln w="9525" cmpd="sng">
              <a:solidFill>
                <a:srgbClr val="9CBDA8"/>
              </a:solidFill>
              <a:prstDash val="solid"/>
            </a:ln>
          </a:left>
          <a:right>
            <a:ln w="9525" cmpd="sng">
              <a:solidFill>
                <a:srgbClr val="9CBDA8">
                  <a:lumMod val="40000"/>
                  <a:lumOff val="60000"/>
                </a:srgbClr>
              </a:solidFill>
              <a:prstDash val="solid"/>
            </a:ln>
          </a:right>
          <a:top>
            <a:ln w="9525" cmpd="sng">
              <a:solidFill>
                <a:srgbClr val="9CBDA8"/>
              </a:solidFill>
              <a:prstDash val="solid"/>
            </a:ln>
          </a:top>
          <a:bottom>
            <a:ln w="9525" cmpd="sng">
              <a:solidFill>
                <a:srgbClr val="9CBDA8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rgbClr val="9CBDA8"/>
              </a:solidFill>
              <a:prstDash val="solid"/>
            </a:ln>
          </a:left>
          <a:right>
            <a:ln w="9525" cmpd="sng">
              <a:solidFill>
                <a:srgbClr val="9CBDA8"/>
              </a:solidFill>
              <a:prstDash val="solid"/>
            </a:ln>
          </a:right>
          <a:top>
            <a:ln w="9525" cmpd="sng">
              <a:solidFill>
                <a:srgbClr val="9CBDA8"/>
              </a:solidFill>
              <a:prstDash val="solid"/>
            </a:ln>
          </a:top>
          <a:bottom>
            <a:ln w="9525" cmpd="sng">
              <a:solidFill>
                <a:srgbClr val="9CBDA8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rgbClr val="9CBDA8">
                  <a:lumMod val="40000"/>
                  <a:lumOff val="60000"/>
                </a:srgbClr>
              </a:solidFill>
              <a:prstDash val="solid"/>
            </a:ln>
          </a:insideV>
        </a:tcBdr>
        <a:fill>
          <a:solidFill>
            <a:srgbClr val="9CBDA8"/>
          </a:solidFill>
        </a:fill>
      </a:tcStyle>
    </a:firstRow>
    <a:neCell>
      <a:tcStyle>
        <a:tcBdr>
          <a:left>
            <a:ln w="9525" cmpd="sng">
              <a:solidFill>
                <a:srgbClr val="9CBDA8">
                  <a:lumMod val="40000"/>
                  <a:lumOff val="60000"/>
                </a:srgbClr>
              </a:solidFill>
              <a:prstDash val="solid"/>
            </a:ln>
          </a:left>
          <a:right>
            <a:ln w="9525" cmpd="sng">
              <a:solidFill>
                <a:srgbClr val="9CBDA8"/>
              </a:solidFill>
              <a:prstDash val="solid"/>
            </a:ln>
          </a:right>
          <a:top>
            <a:ln w="9525" cmpd="sng">
              <a:solidFill>
                <a:srgbClr val="9CBDA8"/>
              </a:solidFill>
              <a:prstDash val="solid"/>
            </a:ln>
          </a:top>
          <a:bottom>
            <a:ln w="9525" cmpd="sng">
              <a:solidFill>
                <a:srgbClr val="9CBDA8">
                  <a:lumMod val="40000"/>
                  <a:lumOff val="60000"/>
                </a:srgb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0b531d871af4809" /><Relationship Type="http://schemas.openxmlformats.org/officeDocument/2006/relationships/slideMaster" Target="/ppt/slideMasters/slideMaster1.xml" Id="R90e7c65deb794b6f" /><Relationship Type="http://schemas.openxmlformats.org/officeDocument/2006/relationships/slideMaster" Target="/ppt/slideMasters/slideMaster2.xml" Id="Ra44345642bf947bb" /><Relationship Type="http://schemas.openxmlformats.org/officeDocument/2006/relationships/slideMaster" Target="/ppt/slideMasters/slideMaster3.xml" Id="Rfe08b70a4b0742f2" /><Relationship Type="http://schemas.openxmlformats.org/officeDocument/2006/relationships/notesMaster" Target="/ppt/notesMasters/notesMaster1.xml" Id="R912cd8ee52104a6e" /><Relationship Type="http://schemas.openxmlformats.org/officeDocument/2006/relationships/presProps" Target="/ppt/presProps.xml" Id="R7414f800de8d4465" /><Relationship Type="http://schemas.openxmlformats.org/officeDocument/2006/relationships/viewProps" Target="/ppt/viewProps.xml" Id="Ra1cedc07ee01429c" /><Relationship Type="http://schemas.openxmlformats.org/officeDocument/2006/relationships/tableStyles" Target="/ppt/tableStyles.xml" Id="R00855cb9cbf7432b" /><Relationship Type="http://schemas.openxmlformats.org/officeDocument/2006/relationships/slide" Target="/ppt/slides/slide1.xml" Id="Rcbad52604a7a45ed" /><Relationship Type="http://schemas.openxmlformats.org/officeDocument/2006/relationships/slide" Target="/ppt/slides/slide2.xml" Id="R1736bbc7466641e6" /><Relationship Type="http://schemas.openxmlformats.org/officeDocument/2006/relationships/slide" Target="/ppt/slides/slide3.xml" Id="R1c7bd15e27b84bcc" /><Relationship Type="http://schemas.openxmlformats.org/officeDocument/2006/relationships/slide" Target="/ppt/slides/slide4.xml" Id="R5fb36526743c402b" /><Relationship Type="http://schemas.openxmlformats.org/officeDocument/2006/relationships/slide" Target="/ppt/slides/slide5.xml" Id="R2ad95b2b38124d87" /><Relationship Type="http://schemas.openxmlformats.org/officeDocument/2006/relationships/slide" Target="/ppt/slides/slide6.xml" Id="Raf28544b4f0b4801" /><Relationship Type="http://schemas.openxmlformats.org/officeDocument/2006/relationships/slide" Target="/ppt/slides/slide7.xml" Id="R6a01176e3eb34c95" /><Relationship Type="http://schemas.openxmlformats.org/officeDocument/2006/relationships/slide" Target="/ppt/slides/slide8.xml" Id="R66c906ca87f248a9" /><Relationship Type="http://schemas.openxmlformats.org/officeDocument/2006/relationships/slide" Target="/ppt/slides/slide9.xml" Id="R21b03f8d0a534582" /><Relationship Type="http://schemas.openxmlformats.org/officeDocument/2006/relationships/slide" Target="/ppt/slides/slide10.xml" Id="Rfc9235deaa5a423d" /><Relationship Type="http://schemas.openxmlformats.org/officeDocument/2006/relationships/slide" Target="/ppt/slides/slide11.xml" Id="R794b7eb729df43e3" /><Relationship Type="http://schemas.openxmlformats.org/officeDocument/2006/relationships/slide" Target="/ppt/slides/slide12.xml" Id="R2e5ffb4a6da440f7" /><Relationship Type="http://schemas.openxmlformats.org/officeDocument/2006/relationships/slide" Target="/ppt/slides/slide13.xml" Id="R0b324afbeeea42ae" /><Relationship Type="http://schemas.openxmlformats.org/officeDocument/2006/relationships/slide" Target="/ppt/slides/slide14.xml" Id="R6fc376016cfe41eb" /><Relationship Type="http://schemas.openxmlformats.org/officeDocument/2006/relationships/slide" Target="/ppt/slides/slide15.xml" Id="Rb033fc2cd7634d4e" /><Relationship Type="http://schemas.openxmlformats.org/officeDocument/2006/relationships/slide" Target="/ppt/slides/slide16.xml" Id="R88a6bbf90d1346ee" /><Relationship Type="http://schemas.openxmlformats.org/officeDocument/2006/relationships/slide" Target="/ppt/slides/slide17.xml" Id="R234bd6b7ef6a44b9" /><Relationship Type="http://schemas.openxmlformats.org/officeDocument/2006/relationships/slide" Target="/ppt/slides/slide18.xml" Id="R8aef39d0858b462d" /><Relationship Type="http://schemas.openxmlformats.org/officeDocument/2006/relationships/slide" Target="/ppt/slides/slide19.xml" Id="Rba6167d0527e41f9" /><Relationship Type="http://schemas.openxmlformats.org/officeDocument/2006/relationships/slide" Target="/ppt/slides/slide20.xml" Id="R53fad3228b904d26" /><Relationship Type="http://schemas.openxmlformats.org/officeDocument/2006/relationships/slide" Target="/ppt/slides/slide21.xml" Id="R2a919b0682f54f11" /><Relationship Type="http://schemas.openxmlformats.org/officeDocument/2006/relationships/slide" Target="/ppt/slides/slide22.xml" Id="R21420a76478f493a" /><Relationship Type="http://schemas.openxmlformats.org/officeDocument/2006/relationships/slide" Target="/ppt/slides/slide23.xml" Id="Re916e8fa9d21421c" /><Relationship Type="http://schemas.openxmlformats.org/officeDocument/2006/relationships/slide" Target="/ppt/slides/slide24.xml" Id="R23983c8c20484660" /><Relationship Type="http://schemas.openxmlformats.org/officeDocument/2006/relationships/slide" Target="/ppt/slides/slide25.xml" Id="R3dbe206658e8428b" /><Relationship Type="http://schemas.openxmlformats.org/officeDocument/2006/relationships/slide" Target="/ppt/slides/slide26.xml" Id="R3cf0b1a6e8554ba3" /><Relationship Type="http://schemas.openxmlformats.org/officeDocument/2006/relationships/slide" Target="/ppt/slides/slide27.xml" Id="R8dae18673432474b" /><Relationship Type="http://schemas.openxmlformats.org/officeDocument/2006/relationships/slide" Target="/ppt/slides/slide28.xml" Id="Rf2825f05739b4938" /><Relationship Type="http://schemas.openxmlformats.org/officeDocument/2006/relationships/slide" Target="/ppt/slides/slide29.xml" Id="Rc3efa64029d3412f" /><Relationship Type="http://schemas.openxmlformats.org/officeDocument/2006/relationships/slide" Target="/ppt/slides/slide30.xml" Id="Re9346f5ef52142a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86c20f0db67e404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ChatGPT">
      <a:dk1>
        <a:srgbClr val="000000"/>
      </a:dk1>
      <a:lt1>
        <a:srgbClr val="FFFFFF"/>
      </a:lt1>
      <a:dk2>
        <a:srgbClr val="3C2908"/>
      </a:dk2>
      <a:lt2>
        <a:srgbClr val="FFF9F0"/>
      </a:lt2>
      <a:accent1>
        <a:srgbClr val="BF5449"/>
      </a:accent1>
      <a:accent2>
        <a:srgbClr val="DB8461"/>
      </a:accent2>
      <a:accent3>
        <a:srgbClr val="DFAA75"/>
      </a:accent3>
      <a:accent4>
        <a:srgbClr val="99966E"/>
      </a:accent4>
      <a:accent5>
        <a:srgbClr val="936C47"/>
      </a:accent5>
      <a:accent6>
        <a:srgbClr val="6B7B4F"/>
      </a:accent6>
      <a:hlink>
        <a:srgbClr val="0026E5"/>
      </a:hlink>
      <a:folHlink>
        <a:srgbClr val="7E1FAD"/>
      </a:folHlink>
    </a:clrScheme>
    <a:fontScheme name="">
      <a:majorFont>
        <a:latin typeface="汉语拼音"/>
        <a:ea typeface="超清极简护眼楷"/>
        <a:cs typeface=""/>
      </a:majorFont>
      <a:minorFont>
        <a:latin typeface="汉语拼音"/>
        <a:ea typeface="超清极简护眼楷"/>
        <a:cs typeface="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c5ddb014ed843b5" /><Relationship Type="http://schemas.openxmlformats.org/officeDocument/2006/relationships/notesMaster" Target="/ppt/notesMasters/notesMaster1.xml" Id="R0cd5757e98734c5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720698493834640" /><Relationship Type="http://schemas.openxmlformats.org/officeDocument/2006/relationships/notesMaster" Target="/ppt/notesMasters/notesMaster1.xml" Id="R69bb707ac7bd4ae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4a76c175cdc43e7" /><Relationship Type="http://schemas.openxmlformats.org/officeDocument/2006/relationships/notesMaster" Target="/ppt/notesMasters/notesMaster1.xml" Id="R08d8eb621c24455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031e9c3d0ed4ae3" /><Relationship Type="http://schemas.openxmlformats.org/officeDocument/2006/relationships/notesMaster" Target="/ppt/notesMasters/notesMaster1.xml" Id="R59ff38980c6b4ad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9d7ecadf8e6408c" /><Relationship Type="http://schemas.openxmlformats.org/officeDocument/2006/relationships/notesMaster" Target="/ppt/notesMasters/notesMaster1.xml" Id="R46a95455dee0421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0ac53e2a3a54a8b" /><Relationship Type="http://schemas.openxmlformats.org/officeDocument/2006/relationships/notesMaster" Target="/ppt/notesMasters/notesMaster1.xml" Id="R886dd29ccca6410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1c106c7c0b24b8b" /><Relationship Type="http://schemas.openxmlformats.org/officeDocument/2006/relationships/notesMaster" Target="/ppt/notesMasters/notesMaster1.xml" Id="Rce64b7e4413543d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72df243aab64f2b" /><Relationship Type="http://schemas.openxmlformats.org/officeDocument/2006/relationships/notesMaster" Target="/ppt/notesMasters/notesMaster1.xml" Id="Rb3fb4484cb6f409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a3bf4e64fc44e9f" /><Relationship Type="http://schemas.openxmlformats.org/officeDocument/2006/relationships/notesMaster" Target="/ppt/notesMasters/notesMaster1.xml" Id="Ra3e797c7de7d4b0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4c62919a21e4ec9" /><Relationship Type="http://schemas.openxmlformats.org/officeDocument/2006/relationships/notesMaster" Target="/ppt/notesMasters/notesMaster1.xml" Id="R4980cf9a2c504a6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b13f32383ec452b" /><Relationship Type="http://schemas.openxmlformats.org/officeDocument/2006/relationships/notesMaster" Target="/ppt/notesMasters/notesMaster1.xml" Id="Rc0a968e0e3d44dd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d9b04ddf25b4c2c" /><Relationship Type="http://schemas.openxmlformats.org/officeDocument/2006/relationships/notesMaster" Target="/ppt/notesMasters/notesMaster1.xml" Id="R5b83cc2e53a040c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399d0070d934530" /><Relationship Type="http://schemas.openxmlformats.org/officeDocument/2006/relationships/notesMaster" Target="/ppt/notesMasters/notesMaster1.xml" Id="Rfcedb8cc448e4a2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70697c7593c442c" /><Relationship Type="http://schemas.openxmlformats.org/officeDocument/2006/relationships/notesMaster" Target="/ppt/notesMasters/notesMaster1.xml" Id="Rb5f2ad52a3c6498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cc8d2c18e6b47c3" /><Relationship Type="http://schemas.openxmlformats.org/officeDocument/2006/relationships/notesMaster" Target="/ppt/notesMasters/notesMaster1.xml" Id="Rbec2210c76b44a9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506229f41974373" /><Relationship Type="http://schemas.openxmlformats.org/officeDocument/2006/relationships/notesMaster" Target="/ppt/notesMasters/notesMaster1.xml" Id="R0379287a11b245f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2ef6c30e50544c7" /><Relationship Type="http://schemas.openxmlformats.org/officeDocument/2006/relationships/notesMaster" Target="/ppt/notesMasters/notesMaster1.xml" Id="R70cbd26cca95456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bf6501544f3491d" /><Relationship Type="http://schemas.openxmlformats.org/officeDocument/2006/relationships/notesMaster" Target="/ppt/notesMasters/notesMaster1.xml" Id="R2749d61a5bc4495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1af95a1ee074a05" /><Relationship Type="http://schemas.openxmlformats.org/officeDocument/2006/relationships/notesMaster" Target="/ppt/notesMasters/notesMaster1.xml" Id="R8fffa39cb1de417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91fc34dbcbb41e3" /><Relationship Type="http://schemas.openxmlformats.org/officeDocument/2006/relationships/notesMaster" Target="/ppt/notesMasters/notesMaster1.xml" Id="R9217a2f8d21b45e2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c4585431f202453f" /><Relationship Type="http://schemas.openxmlformats.org/officeDocument/2006/relationships/notesMaster" Target="/ppt/notesMasters/notesMaster1.xml" Id="Rd9bdea47803348d9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a39cf4dbdc4e4bfd" /><Relationship Type="http://schemas.openxmlformats.org/officeDocument/2006/relationships/notesMaster" Target="/ppt/notesMasters/notesMaster1.xml" Id="R75d75e7c569c4aec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86dd0ee8e2454b6e" /><Relationship Type="http://schemas.openxmlformats.org/officeDocument/2006/relationships/notesMaster" Target="/ppt/notesMasters/notesMaster1.xml" Id="R4cc854379a184215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e2d47caf99ce4db4" /><Relationship Type="http://schemas.openxmlformats.org/officeDocument/2006/relationships/notesMaster" Target="/ppt/notesMasters/notesMaster1.xml" Id="R6077e8ed997c4d0d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6cd22c3102c948de" /><Relationship Type="http://schemas.openxmlformats.org/officeDocument/2006/relationships/notesMaster" Target="/ppt/notesMasters/notesMaster1.xml" Id="Rba8c48c3c31449b2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194629a95e384ddd" /><Relationship Type="http://schemas.openxmlformats.org/officeDocument/2006/relationships/notesMaster" Target="/ppt/notesMasters/notesMaster1.xml" Id="Rfdb94e3c6e1c4a70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1352024c42a74522" /><Relationship Type="http://schemas.openxmlformats.org/officeDocument/2006/relationships/notesMaster" Target="/ppt/notesMasters/notesMaster1.xml" Id="Rdee6b28ff5934c9b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9b7b51cd0b504d83" /><Relationship Type="http://schemas.openxmlformats.org/officeDocument/2006/relationships/notesMaster" Target="/ppt/notesMasters/notesMaster1.xml" Id="R92ce925b15db4eb0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c4a7e01a3e454065" /><Relationship Type="http://schemas.openxmlformats.org/officeDocument/2006/relationships/notesMaster" Target="/ppt/notesMasters/notesMaster1.xml" Id="Rfa6d3b6c12bb4af1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edb6d786058b4208" /><Relationship Type="http://schemas.openxmlformats.org/officeDocument/2006/relationships/notesMaster" Target="/ppt/notesMasters/notesMaster1.xml" Id="Rf30659c8338e4e9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【课时定位】第1课时｜导入</a:t>
            </a:r>
          </a:p>
          <a:p xmlns:a="http://schemas.openxmlformats.org/drawingml/2006/main">
            <a:r>
              <a:t>【本页目标】说出本课三项学习任务。</a:t>
            </a:r>
          </a:p>
          <a:p xmlns:a="http://schemas.openxmlformats.org/drawingml/2006/main">
            <a:r>
              <a:t>【建议用时】3分钟。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【教学顺序】读课题→读目标→说已知词。</a:t>
            </a:r>
          </a:p>
          <a:p xmlns:a="http://schemas.openxmlformats.org/drawingml/2006/main">
            <a:r>
              <a:t>【教师动作/话术】逐项目标追问；不提前讲规则。</a:t>
            </a:r>
          </a:p>
          <a:p xmlns:a="http://schemas.openxmlformats.org/drawingml/2006/main">
            <a:r>
              <a:t>【学生任务】读课题，说已知词。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【常见问题】只读课题→指目标词→学生复述。</a:t>
            </a:r>
          </a:p>
          <a:p xmlns:a="http://schemas.openxmlformats.org/drawingml/2006/main">
            <a:r>
              <a:t>【答案/检查标准】能说出至少三项核心任务，并指出还不熟的一项。</a:t>
            </a:r>
          </a:p>
          <a:p xmlns:a="http://schemas.openxmlformats.org/drawingml/2006/main">
            <a:r>
              <a:t>【教材来源】印P.112/PDF126；教材目标：能听懂并使用相关词语表达旅行意向和计划；掌握并列复句“……，也／还……”；了解中国餐桌文化和待客礼仪；了解中国的首都北京。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【课时定位】第1课时｜看图热身</a:t>
            </a:r>
            <a:endParaRPr/>
          </a:p>
          <a:p xmlns:a="http://schemas.openxmlformats.org/drawingml/2006/main">
            <a:r>
              <a:t>【本页目标】学生能把6个词与图片对应。</a:t>
            </a:r>
            <a:endParaRPr/>
          </a:p>
          <a:p xmlns:a="http://schemas.openxmlformats.org/drawingml/2006/main">
            <a:r>
              <a:t>【建议用时】4分钟；时间不足时保留学生产出与检查。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【教学顺序】独立匹配→同桌核对→全班读词。</a:t>
            </a:r>
            <a:endParaRPr/>
          </a:p>
          <a:p xmlns:a="http://schemas.openxmlformats.org/drawingml/2006/main">
            <a:r>
              <a:t>【教师动作/话术】要求只写字母；核对时用“1是A”逐项报。</a:t>
            </a:r>
            <a:endParaRPr/>
          </a:p>
          <a:p xmlns:a="http://schemas.openxmlformats.org/drawingml/2006/main">
            <a:r>
              <a:t>【学生任务】看图选词，把字母写在图片旁。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【常见问题】字母与图片错配→先说图片内容→回到词库找字母→学生重新配对。</a:t>
            </a:r>
            <a:endParaRPr/>
          </a:p>
          <a:p xmlns:a="http://schemas.openxmlformats.org/drawingml/2006/main">
            <a:r>
              <a:t>【答案/检查标准】1-B 好玩儿；2-A 北京；3-D 早饭；4-E 早；5-C 飞机；6-F 男朋友</a:t>
            </a:r>
            <a:endParaRPr/>
          </a:p>
          <a:p xmlns:a="http://schemas.openxmlformats.org/drawingml/2006/main">
            <a:r>
              <a:t>【教材来源】教材印刷P.112（PDF第126页）。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【课时定位】第1课时｜课文一词语</a:t>
            </a:r>
            <a:endParaRPr/>
          </a:p>
          <a:p xmlns:a="http://schemas.openxmlformats.org/drawingml/2006/main">
            <a:r>
              <a:t>【本页目标】学生能认读本组教材词语并在句中使用。</a:t>
            </a:r>
            <a:endParaRPr/>
          </a:p>
          <a:p xmlns:a="http://schemas.openxmlformats.org/drawingml/2006/main">
            <a:r>
              <a:t>【建议用时】4分钟；时间不足时保留学生产出与检查。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【教学顺序】听教师读→带拼音跟读→选词→说短句。</a:t>
            </a:r>
            <a:endParaRPr/>
          </a:p>
          <a:p xmlns:a="http://schemas.openxmlformats.org/drawingml/2006/main">
            <a:r>
              <a:t>【教师动作/话术】每词领读两遍；随后指汉字，请学生说一个短句。</a:t>
            </a:r>
            <a:endParaRPr/>
          </a:p>
          <a:p xmlns:a="http://schemas.openxmlformats.org/drawingml/2006/main">
            <a:r>
              <a:t>【学生任务】跟读本组词语，再任选一个说短句。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【常见问题】声调不准或只读不说句→给首音和句头→学生重读并补成短句。</a:t>
            </a:r>
            <a:endParaRPr/>
          </a:p>
          <a:p xmlns:a="http://schemas.openxmlformats.org/drawingml/2006/main">
            <a:r>
              <a:t>【答案/检查标准】爱 ài；检查读音，并用其中一词说完整短句。</a:t>
            </a:r>
            <a:endParaRPr/>
          </a:p>
          <a:p xmlns:a="http://schemas.openxmlformats.org/drawingml/2006/main">
            <a:r>
              <a:t>【教材来源】教材印刷P.113（PDF第127页）。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【课时定位】第1课时｜课文1听力</a:t>
            </a:r>
          </a:p>
          <a:p xmlns:a="http://schemas.openxmlformats.org/drawingml/2006/main">
            <a:r>
              <a:t>【本页目标】学生能听出三项关键信息，并用完整句核对。</a:t>
            </a:r>
          </a:p>
          <a:p xmlns:a="http://schemas.openxmlformats.org/drawingml/2006/main">
            <a:r>
              <a:t>【建议用时】5分钟；听两遍后立即同伴核对。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【教学顺序】看题预测→第一遍只听→停5秒→第二遍记录→同伴核对→完整句回答。</a:t>
            </a:r>
          </a:p>
          <a:p xmlns:a="http://schemas.openxmlformats.org/drawingml/2006/main">
            <a:r>
              <a:t>【教师动作/话术】教材音频15-1未嵌入。教师朗读两遍：第一遍自然语速完整朗读，全文后停5秒；第二遍逐句朗读，每句后停2秒。朗读稿：</a:t>
            </a:r>
          </a:p>
          <a:p xmlns:a="http://schemas.openxmlformats.org/drawingml/2006/main">
            <a:r>
              <a:t>场景：李文在家招待朋友品尝中国菜。</a:t>
            </a:r>
          </a:p>
          <a:p xmlns:a="http://schemas.openxmlformats.org/drawingml/2006/main">
            <a:r>
              <a:t>李文：你们爱吃哪个菜？</a:t>
            </a:r>
          </a:p>
          <a:p xmlns:a="http://schemas.openxmlformats.org/drawingml/2006/main">
            <a:r>
              <a:t>白家月：我喜欢这个，也喜欢那个。</a:t>
            </a:r>
          </a:p>
          <a:p xmlns:a="http://schemas.openxmlformats.org/drawingml/2006/main">
            <a:r>
              <a:t>陈天中：这些菜都好吃，还很好看。</a:t>
            </a:r>
          </a:p>
          <a:p xmlns:a="http://schemas.openxmlformats.org/drawingml/2006/main">
            <a:r>
              <a:t>李文：我爱吃中国菜，也喜欢做。大家多吃点儿。</a:t>
            </a:r>
          </a:p>
          <a:p xmlns:a="http://schemas.openxmlformats.org/drawingml/2006/main">
            <a:r>
              <a:t>【学生任务】听两遍，记录三项关键信息。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【常见问题】只记零散词→重读对应关键句→补成完整答案。</a:t>
            </a:r>
          </a:p>
          <a:p xmlns:a="http://schemas.openxmlformats.org/drawingml/2006/main">
            <a:r>
              <a:t>【答案/检查标准】1.完整答案是“李文问大家爱吃哪个菜。”；证据：“李文：你们爱吃哪个菜？；白家月：我喜欢这个，也喜欢那个。”；2.完整答案是“李文说：“大家多吃点儿。””；证据：“李文：我爱吃中国菜，也喜欢做。大家多吃点儿。”；3.完整答案是“李文请大家多吃点儿。”；证据：“李文：我爱吃中国菜，也喜欢做。大家多吃点儿。”；可接受同义完整句，关键信息须一致。</a:t>
            </a:r>
          </a:p>
          <a:p xmlns:a="http://schemas.openxmlformats.org/drawingml/2006/main">
            <a:r>
              <a:t>【教材来源】教材印刷P.113（PDF第127页），课文1；其中2题为教材选择题，1题为教师设计的课文证据题；实际音频状态：未嵌入，使用教师朗读。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【课时定位】第1课时｜课文一跟读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【本页目标】学生能按人物和顺序朗读课文一。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【建议用时】5分钟；时间不足时保留学生产出与检查。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/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【教学顺序】默读→跟读→分角色→替换一处信息。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【教师动作/话术】逐轮指人物，先齐读再两人读。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【学生任务】核对人物和顺序，再交换角色朗读。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/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【常见问题】人物或轮次混乱→指人物和顺序→学生从上一轮重新分角色朗读。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【答案/检查标准】按4轮原顺序分角色朗读；人物、轮次、汉字和拼音准确，不漏轮、不串角色。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【教材来源】教材印刷P.113（PDF第127页）。</a:t>
            </a:r>
            <a:endParaRPr sz="1400" b="0" i="0" u="none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【课时定位】第1课时｜课文一词语复现</a:t>
            </a:r>
            <a:endParaRPr/>
          </a:p>
          <a:p xmlns:a="http://schemas.openxmlformats.org/drawingml/2006/main">
            <a:r>
              <a:t>【本页目标】学生能认读本组教材词语并在句中使用。</a:t>
            </a:r>
            <a:endParaRPr/>
          </a:p>
          <a:p xmlns:a="http://schemas.openxmlformats.org/drawingml/2006/main">
            <a:r>
              <a:t>【建议用时】5分钟；时间不足时保留学生产出与检查。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【教学顺序】听教师读→带拼音跟读→选词→说短句。</a:t>
            </a:r>
            <a:endParaRPr/>
          </a:p>
          <a:p xmlns:a="http://schemas.openxmlformats.org/drawingml/2006/main">
            <a:r>
              <a:t>【教师动作/话术】每词领读两遍；随后指汉字，请学生说一个短句。</a:t>
            </a:r>
            <a:endParaRPr/>
          </a:p>
          <a:p xmlns:a="http://schemas.openxmlformats.org/drawingml/2006/main">
            <a:r>
              <a:t>【学生任务】跟读本组词语，再任选一个说短句。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【常见问题】声调不准或只读不说句→给首音和句头→学生重读并补成短句。</a:t>
            </a:r>
            <a:endParaRPr/>
          </a:p>
          <a:p xmlns:a="http://schemas.openxmlformats.org/drawingml/2006/main">
            <a:r>
              <a:t>【答案/检查标准】哪个 nǎge；检查读音，并用其中一词说完整短句。</a:t>
            </a:r>
            <a:endParaRPr/>
          </a:p>
          <a:p xmlns:a="http://schemas.openxmlformats.org/drawingml/2006/main">
            <a:r>
              <a:t>【教材来源】教材印刷P.113（PDF第127页）。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【课时定位】第1课时｜语言点一</a:t>
            </a:r>
            <a:endParaRPr/>
          </a:p>
          <a:p xmlns:a="http://schemas.openxmlformats.org/drawingml/2006/main">
            <a:r>
              <a:t>【本页目标】学生能理解并使用并列复句：也／还。</a:t>
            </a:r>
            <a:endParaRPr/>
          </a:p>
          <a:p xmlns:a="http://schemas.openxmlformats.org/drawingml/2006/main">
            <a:r>
              <a:t>【建议用时】4分钟；时间不足时保留学生产出与检查。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【教学顺序】读例句→圈形式→归纳→替换。</a:t>
            </a:r>
            <a:endParaRPr/>
          </a:p>
          <a:p xmlns:a="http://schemas.openxmlformats.org/drawingml/2006/main">
            <a:r>
              <a:t>【教师动作/话术】先让学生找相同部分，再用一句话确认规则。</a:t>
            </a:r>
            <a:endParaRPr/>
          </a:p>
          <a:p xmlns:a="http://schemas.openxmlformats.org/drawingml/2006/main">
            <a:r>
              <a:t>【学生任务】观察三组句子，说出共同规则。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【常见问题】只背形式不会替换→圈固定结构、给一个新词→学生完成新句。</a:t>
            </a:r>
            <a:endParaRPr/>
          </a:p>
          <a:p xmlns:a="http://schemas.openxmlformats.org/drawingml/2006/main">
            <a:r>
              <a:t>【答案/检查标准】两个或更多结构对称、逻辑并列的分句可用“也／还”连接。</a:t>
            </a:r>
            <a:endParaRPr/>
          </a:p>
          <a:p xmlns:a="http://schemas.openxmlformats.org/drawingml/2006/main">
            <a:r>
              <a:t>【教材来源】教材印刷P.114（PDF第128页）。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【课时定位】第1课时｜语言点一控制练习</a:t>
            </a:r>
            <a:endParaRPr/>
          </a:p>
          <a:p xmlns:a="http://schemas.openxmlformats.org/drawingml/2006/main">
            <a:r>
              <a:t>【本页目标】学生能按句架完成三组问答。</a:t>
            </a:r>
            <a:endParaRPr/>
          </a:p>
          <a:p xmlns:a="http://schemas.openxmlformats.org/drawingml/2006/main">
            <a:r>
              <a:t>【建议用时】5分钟；时间不足时保留学生产出与检查。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【教学顺序】独立准备→同桌问答→抽查。</a:t>
            </a:r>
            <a:endParaRPr/>
          </a:p>
          <a:p xmlns:a="http://schemas.openxmlformats.org/drawingml/2006/main">
            <a:r>
              <a:t>【教师动作/话术】只给词头，不直接报答案。</a:t>
            </a:r>
            <a:endParaRPr/>
          </a:p>
          <a:p xmlns:a="http://schemas.openxmlformats.org/drawingml/2006/main">
            <a:r>
              <a:t>【学生任务】读问题，用完整句回答。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【常见问题】只说词不说句→指问题中的句架→学生用完整句重答。</a:t>
            </a:r>
            <a:endParaRPr/>
          </a:p>
          <a:p xmlns:a="http://schemas.openxmlformats.org/drawingml/2006/main">
            <a:r>
              <a:t>【答案/检查标准】1.我喜欢这个，也喜欢那个。；2.菜都好吃，还很好看。；3.大家多吃点儿。</a:t>
            </a:r>
            <a:endParaRPr/>
          </a:p>
          <a:p xmlns:a="http://schemas.openxmlformats.org/drawingml/2006/main">
            <a:r>
              <a:t>【教材来源】教材印刷P.114（PDF第128页）；教师设计补充；依据本课课文、语言点与教材练习。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【课时定位】第1课时｜问答</a:t>
            </a:r>
            <a:endParaRPr/>
          </a:p>
          <a:p xmlns:a="http://schemas.openxmlformats.org/drawingml/2006/main">
            <a:r>
              <a:t>【本页目标】完成问答并准确记录。</a:t>
            </a:r>
            <a:endParaRPr/>
          </a:p>
          <a:p xmlns:a="http://schemas.openxmlformats.org/drawingml/2006/main">
            <a:r>
              <a:t>【建议用时】5分钟。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【教学顺序】A问→B答→记录→换角色→汇报。</a:t>
            </a:r>
            <a:endParaRPr/>
          </a:p>
          <a:p xmlns:a="http://schemas.openxmlformats.org/drawingml/2006/main">
            <a:r>
              <a:t>【教师动作/话术】先示范一轮，再要求离开课文看同伴说。</a:t>
            </a:r>
            <a:endParaRPr/>
          </a:p>
          <a:p xmlns:a="http://schemas.openxmlformats.org/drawingml/2006/main">
            <a:r>
              <a:t>【学生任务】两人交换信息，记录一条真实结果。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【常见问题】问答不对应→回指问词→重答并改记录。</a:t>
            </a:r>
            <a:endParaRPr/>
          </a:p>
          <a:p xmlns:a="http://schemas.openxmlformats.org/drawingml/2006/main">
            <a:r>
              <a:t>【答案/检查标准】提问可接受：你喜欢________吗？还喜欢什么？；回答可接受：我喜欢________，也／还喜欢________。；记录要求：记录两个并列喜好。</a:t>
            </a:r>
            <a:endParaRPr/>
          </a:p>
          <a:p xmlns:a="http://schemas.openxmlformats.org/drawingml/2006/main">
            <a:r>
              <a:t>【教材来源】印P.113/PDF127；教师设计补充；依据本课课文、语言点与教材练习。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【课时定位】第1课时｜出口</a:t>
            </a:r>
            <a:endParaRPr/>
          </a:p>
          <a:p xmlns:a="http://schemas.openxmlformats.org/drawingml/2006/main">
            <a:r>
              <a:t>【本页目标】完成三题，读一题。</a:t>
            </a:r>
            <a:endParaRPr/>
          </a:p>
          <a:p xmlns:a="http://schemas.openxmlformats.org/drawingml/2006/main">
            <a:r>
              <a:t>【建议用时】5分钟。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【教学顺序】独立写→核对→抽查。</a:t>
            </a:r>
            <a:endParaRPr/>
          </a:p>
          <a:p xmlns:a="http://schemas.openxmlformats.org/drawingml/2006/main">
            <a:r>
              <a:t>【教师动作/话术】抽查；错题重说。</a:t>
            </a:r>
            <a:endParaRPr/>
          </a:p>
          <a:p xmlns:a="http://schemas.openxmlformats.org/drawingml/2006/main">
            <a:r>
              <a:t>【学生任务】写三题，再读一题。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【常见问题】漏题→补答并读。</a:t>
            </a:r>
            <a:endParaRPr/>
          </a:p>
          <a:p xmlns:a="http://schemas.openxmlformats.org/drawingml/2006/main">
            <a:r>
              <a:t>【答案/检查标准】1.例：我可以坐这儿吗？；2.例：请看一下。；3.例：请给我一杯茶。；开放题同义且含目标结构即可。</a:t>
            </a:r>
            <a:endParaRPr/>
          </a:p>
          <a:p xmlns:a="http://schemas.openxmlformats.org/drawingml/2006/main">
            <a:r>
              <a:t>【教材来源】印P.120/PDF134；教材学习小结复习：能愿动词“可以”、“动词＋一下”结构、双宾语句。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【课时定位】第2课时｜第二课时检索</a:t>
            </a:r>
            <a:endParaRPr/>
          </a:p>
          <a:p xmlns:a="http://schemas.openxmlformats.org/drawingml/2006/main">
            <a:r>
              <a:t>【本页目标】学生能回答课文1的教材理解题。</a:t>
            </a:r>
            <a:endParaRPr/>
          </a:p>
          <a:p xmlns:a="http://schemas.openxmlformats.org/drawingml/2006/main">
            <a:r>
              <a:t>【建议用时】3分钟；时间不足时保留学生产出与检查。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【教学顺序】独立回忆→同桌互答→回到课文找依据。</a:t>
            </a:r>
            <a:endParaRPr/>
          </a:p>
          <a:p xmlns:a="http://schemas.openxmlformats.org/drawingml/2006/main">
            <a:r>
              <a:t>【教师动作/话术】逐题追问；答案不完整时只提示课文人物或关键词。</a:t>
            </a:r>
            <a:endParaRPr/>
          </a:p>
          <a:p xmlns:a="http://schemas.openxmlformats.org/drawingml/2006/main">
            <a:r>
              <a:t>【学生任务】根据课文，回答两个问题。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【常见问题】立即翻书找答案→先等待5秒并给词头→学生口头复现后再核对。</a:t>
            </a:r>
            <a:endParaRPr/>
          </a:p>
          <a:p xmlns:a="http://schemas.openxmlformats.org/drawingml/2006/main">
            <a:r>
              <a:t>【答案/检查标准】1.白家月爱吃哪个菜？→白家月喜欢这个，也喜欢那个。；2.李文做饭好吃不好吃？→李文做饭很好吃。</a:t>
            </a:r>
            <a:endParaRPr/>
          </a:p>
          <a:p xmlns:a="http://schemas.openxmlformats.org/drawingml/2006/main">
            <a:r>
              <a:t>【教材来源】教材印刷P.113（PDF第127页）；教材课文1理解题；按原题回答并回到课文找依据。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【课时定位】第2课时｜课文二词语</a:t>
            </a:r>
            <a:endParaRPr/>
          </a:p>
          <a:p xmlns:a="http://schemas.openxmlformats.org/drawingml/2006/main">
            <a:r>
              <a:t>【本页目标】学生能认读本组教材词语并在句中使用。</a:t>
            </a:r>
            <a:endParaRPr/>
          </a:p>
          <a:p xmlns:a="http://schemas.openxmlformats.org/drawingml/2006/main">
            <a:r>
              <a:t>【建议用时】4分钟；时间不足时保留学生产出与检查。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【教学顺序】听教师读→带拼音跟读→选词→说短句。</a:t>
            </a:r>
            <a:endParaRPr/>
          </a:p>
          <a:p xmlns:a="http://schemas.openxmlformats.org/drawingml/2006/main">
            <a:r>
              <a:t>【教师动作/话术】每词领读两遍；随后指汉字，请学生说一个短句。</a:t>
            </a:r>
            <a:endParaRPr/>
          </a:p>
          <a:p xmlns:a="http://schemas.openxmlformats.org/drawingml/2006/main">
            <a:r>
              <a:t>【学生任务】跟读本组词语，再任选一个说短句。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【常见问题】声调不准或只读不说句→给首音和句头→学生重读并补成短句。</a:t>
            </a:r>
            <a:endParaRPr/>
          </a:p>
          <a:p xmlns:a="http://schemas.openxmlformats.org/drawingml/2006/main">
            <a:r>
              <a:t>【答案/检查标准】去年 qùnián；男朋友 nánpéngyou；几 jǐ；年 nián；检查读音，并用其中一词说完整短句。</a:t>
            </a:r>
            <a:endParaRPr/>
          </a:p>
          <a:p xmlns:a="http://schemas.openxmlformats.org/drawingml/2006/main">
            <a:r>
              <a:t>【教材来源】教材印刷P.115（PDF第129页）。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【课时定位】第2课时｜课文2听力</a:t>
            </a:r>
          </a:p>
          <a:p xmlns:a="http://schemas.openxmlformats.org/drawingml/2006/main">
            <a:r>
              <a:t>【本页目标】学生能听出三项关键信息，并用完整句核对。</a:t>
            </a:r>
          </a:p>
          <a:p xmlns:a="http://schemas.openxmlformats.org/drawingml/2006/main">
            <a:r>
              <a:t>【建议用时】4分钟；听两遍后立即同伴核对。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【教学顺序】看题预测→第一遍只听→停5秒→第二遍记录→同伴核对→完整句回答。</a:t>
            </a:r>
          </a:p>
          <a:p xmlns:a="http://schemas.openxmlformats.org/drawingml/2006/main">
            <a:r>
              <a:t>【教师动作/话术】教材音频15-3未嵌入。教师朗读两遍：第一遍自然语速完整朗读，全文后停5秒；第二遍逐句朗读，每句后停2秒。朗读稿：</a:t>
            </a:r>
          </a:p>
          <a:p xmlns:a="http://schemas.openxmlformats.org/drawingml/2006/main">
            <a:r>
              <a:t>场景：大家边吃饭边谈论假期计划。</a:t>
            </a:r>
          </a:p>
          <a:p xmlns:a="http://schemas.openxmlformats.org/drawingml/2006/main">
            <a:r>
              <a:t>李文：你们都想去哪儿？</a:t>
            </a:r>
          </a:p>
          <a:p xmlns:a="http://schemas.openxmlformats.org/drawingml/2006/main">
            <a:r>
              <a:t>安妮：去年我和男朋友去了西安，今年我想去北京。</a:t>
            </a:r>
          </a:p>
          <a:p xmlns:a="http://schemas.openxmlformats.org/drawingml/2006/main">
            <a:r>
              <a:t>白家月：前几年我去了西安，非常好玩儿。今年我也想去北京。</a:t>
            </a:r>
          </a:p>
          <a:p xmlns:a="http://schemas.openxmlformats.org/drawingml/2006/main">
            <a:r>
              <a:t>李文：我和王老师都是北京人，北京非常漂亮。</a:t>
            </a:r>
          </a:p>
          <a:p xmlns:a="http://schemas.openxmlformats.org/drawingml/2006/main">
            <a:r>
              <a:t>【学生任务】听两遍，记录三项关键信息。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【常见问题】只记零散词→重读对应关键句→补成完整答案。</a:t>
            </a:r>
          </a:p>
          <a:p xmlns:a="http://schemas.openxmlformats.org/drawingml/2006/main">
            <a:r>
              <a:t>【答案/检查标准】1.完整答案是“安妮和她男朋友去年去了西安。”；证据：“安妮：去年我和男朋友去了西安，今年我想去北京。”；2.完整答案是“王老师和李文都是北京人。”；证据：“李文：我和王老师都是北京人，北京非常漂亮。”；3.完整答案是“王老师和李文都是北京人。”；证据：“李文：我和王老师都是北京人，北京非常漂亮。”；可接受同义完整句，关键信息须一致。</a:t>
            </a:r>
          </a:p>
          <a:p xmlns:a="http://schemas.openxmlformats.org/drawingml/2006/main">
            <a:r>
              <a:t>【教材来源】教材印刷P.114（PDF第128页）、教材印刷P.115（PDF第129页），课文2；其中2题为教材选择题，1题为教师设计的课文证据题；实际音频状态：未嵌入，使用教师朗读。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【课时定位】第2课时｜课文二跟读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【本页目标】学生能按人物和顺序朗读课文二。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【建议用时】5分钟；时间不足时保留学生产出与检查。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/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【教学顺序】默读→跟读→分角色→替换。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【教师动作/话术】逐轮指人物；长句先分段读，再连起来读。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【学生任务】核对人物和顺序，再交换角色朗读。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/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【常见问题】人物或轮次混乱→指人物和顺序→学生从上一轮重新分角色朗读。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【答案/检查标准】按4轮原顺序分角色朗读；人物、轮次、汉字和拼音准确，不漏轮、不串角色。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【教材来源】教材印刷P.115（PDF第129页）。</a:t>
            </a:r>
            <a:endParaRPr sz="1400" b="0" i="0" u="none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【课时定位】第2课时｜课文二词语复现</a:t>
            </a:r>
            <a:endParaRPr/>
          </a:p>
          <a:p xmlns:a="http://schemas.openxmlformats.org/drawingml/2006/main">
            <a:r>
              <a:t>【本页目标】学生能认读本组教材词语并在句中使用。</a:t>
            </a:r>
            <a:endParaRPr/>
          </a:p>
          <a:p xmlns:a="http://schemas.openxmlformats.org/drawingml/2006/main">
            <a:r>
              <a:t>【建议用时】5分钟；时间不足时保留学生产出与检查。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【教学顺序】听教师读→带拼音跟读→选词→说短句。</a:t>
            </a:r>
            <a:endParaRPr/>
          </a:p>
          <a:p xmlns:a="http://schemas.openxmlformats.org/drawingml/2006/main">
            <a:r>
              <a:t>【教师动作/话术】每词领读两遍；随后指汉字，请学生说一个短句。</a:t>
            </a:r>
            <a:endParaRPr/>
          </a:p>
          <a:p xmlns:a="http://schemas.openxmlformats.org/drawingml/2006/main">
            <a:r>
              <a:t>【学生任务】跟读本组词语，再任选一个说短句。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【常见问题】声调不准或只读不说句→给首音和句头→学生重读并补成短句。</a:t>
            </a:r>
            <a:endParaRPr/>
          </a:p>
          <a:p xmlns:a="http://schemas.openxmlformats.org/drawingml/2006/main">
            <a:r>
              <a:t>【答案/检查标准】好玩儿 hǎowánr；西安 Xī’ān；北京 Běijīng；检查读音，并用其中一词说完整短句。</a:t>
            </a:r>
            <a:endParaRPr/>
          </a:p>
          <a:p xmlns:a="http://schemas.openxmlformats.org/drawingml/2006/main">
            <a:r>
              <a:t>【教材来源】教材印刷P.115（PDF第129页）。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【课时定位】第2课时｜语言点二</a:t>
            </a:r>
            <a:endParaRPr/>
          </a:p>
          <a:p xmlns:a="http://schemas.openxmlformats.org/drawingml/2006/main">
            <a:r>
              <a:t>【本页目标】学生能使用旅行意向与计划。</a:t>
            </a:r>
            <a:endParaRPr/>
          </a:p>
          <a:p xmlns:a="http://schemas.openxmlformats.org/drawingml/2006/main">
            <a:r>
              <a:t>【建议用时】5分钟；时间不足时保留学生产出与检查。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【教学顺序】读形式→读例句→替换→对比。</a:t>
            </a:r>
            <a:endParaRPr/>
          </a:p>
          <a:p xmlns:a="http://schemas.openxmlformats.org/drawingml/2006/main">
            <a:r>
              <a:t>【教师动作/话术】用手势标出固定位置，避免长篇术语解释。</a:t>
            </a:r>
            <a:endParaRPr/>
          </a:p>
          <a:p xmlns:a="http://schemas.openxmlformats.org/drawingml/2006/main">
            <a:r>
              <a:t>【学生任务】读三组句型，再替换关键信息。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【常见问题】只背形式不会替换→标出固定位置、给一个新词→学生完成新句。</a:t>
            </a:r>
            <a:endParaRPr/>
          </a:p>
          <a:p xmlns:a="http://schemas.openxmlformats.org/drawingml/2006/main">
            <a:r>
              <a:t>【答案/检查标准】“想去＋地点”表达意向；已发生的旅行用“去了”；行程用时间＋到＋地点。</a:t>
            </a:r>
            <a:endParaRPr/>
          </a:p>
          <a:p xmlns:a="http://schemas.openxmlformats.org/drawingml/2006/main">
            <a:r>
              <a:t>【教材来源】教材印刷P.115（PDF第129页）。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【课时定位】第2课时｜语言点二控制练习</a:t>
            </a:r>
            <a:endParaRPr/>
          </a:p>
          <a:p xmlns:a="http://schemas.openxmlformats.org/drawingml/2006/main">
            <a:r>
              <a:t>【本页目标】学生能用目标句式完成三组问答。</a:t>
            </a:r>
            <a:endParaRPr/>
          </a:p>
          <a:p xmlns:a="http://schemas.openxmlformats.org/drawingml/2006/main">
            <a:r>
              <a:t>【建议用时】4分钟；时间不足时保留学生产出与检查。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【教学顺序】准备→问答→换角色→抽查。</a:t>
            </a:r>
            <a:endParaRPr/>
          </a:p>
          <a:p xmlns:a="http://schemas.openxmlformats.org/drawingml/2006/main">
            <a:r>
              <a:t>【教师动作/话术】只用问题关键词追问，让学生自改。</a:t>
            </a:r>
            <a:endParaRPr/>
          </a:p>
          <a:p xmlns:a="http://schemas.openxmlformats.org/drawingml/2006/main">
            <a:r>
              <a:t>【学生任务】读问题，用完整句回答。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【常见问题】只说词不说句→指问题中的句架→学生用完整句重答。</a:t>
            </a:r>
            <a:endParaRPr/>
          </a:p>
          <a:p xmlns:a="http://schemas.openxmlformats.org/drawingml/2006/main">
            <a:r>
              <a:t>【答案/检查标准】1.我想去北京。；2.安妮去年去了西安。；3.她们星期日早上八点到机场。</a:t>
            </a:r>
            <a:endParaRPr/>
          </a:p>
          <a:p xmlns:a="http://schemas.openxmlformats.org/drawingml/2006/main">
            <a:r>
              <a:t>【教材来源】教材印刷P.116（PDF第130页）；教师设计补充；依据本课课文、语言点与教材练习。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【课时定位】第2课时｜问答</a:t>
            </a:r>
            <a:endParaRPr/>
          </a:p>
          <a:p xmlns:a="http://schemas.openxmlformats.org/drawingml/2006/main">
            <a:r>
              <a:t>【本页目标】完成问答并准确记录。</a:t>
            </a:r>
            <a:endParaRPr/>
          </a:p>
          <a:p xmlns:a="http://schemas.openxmlformats.org/drawingml/2006/main">
            <a:r>
              <a:t>【建议用时】5分钟。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【教学顺序】A问→B答→记录→换角色→汇报。</a:t>
            </a:r>
            <a:endParaRPr/>
          </a:p>
          <a:p xmlns:a="http://schemas.openxmlformats.org/drawingml/2006/main">
            <a:r>
              <a:t>【教师动作/话术】检查提问和回答是否对应。</a:t>
            </a:r>
            <a:endParaRPr/>
          </a:p>
          <a:p xmlns:a="http://schemas.openxmlformats.org/drawingml/2006/main">
            <a:r>
              <a:t>【学生任务】两人问答并记录两项真实信息。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【常见问题】问答不对应→回指问词→重答并改记录。</a:t>
            </a:r>
            <a:endParaRPr/>
          </a:p>
          <a:p xmlns:a="http://schemas.openxmlformats.org/drawingml/2006/main">
            <a:r>
              <a:t>【答案/检查标准】提问可接受：你去年去了哪儿？今年想去哪儿？；回答可接受：去年我去了________，今年想去________。；记录要求：记录过去旅行和未来计划。</a:t>
            </a:r>
            <a:endParaRPr/>
          </a:p>
          <a:p xmlns:a="http://schemas.openxmlformats.org/drawingml/2006/main">
            <a:r>
              <a:t>【教材来源】印P.115/PDF129；教师设计补充；依据本课课文、语言点与教材练习。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【课时定位】第2课时｜第二课时信息差</a:t>
            </a:r>
          </a:p>
          <a:p xmlns:a="http://schemas.openxmlformats.org/drawingml/2006/main">
            <a:r>
              <a:t>【本页目标】学生能采访3人并汇报一人。</a:t>
            </a:r>
          </a:p>
          <a:p xmlns:a="http://schemas.openxmlformats.org/drawingml/2006/main">
            <a:r>
              <a:t>【建议用时】5分钟；时间不足时保留学生产出与检查。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【教学顺序】独立写问题→采访→记录→汇报。</a:t>
            </a:r>
          </a:p>
          <a:p xmlns:a="http://schemas.openxmlformats.org/drawingml/2006/main">
            <a:r>
              <a:t>【教师动作/话术】要求走动采访；只核对语言，不替学生决定答案。</a:t>
            </a:r>
          </a:p>
          <a:p xmlns:a="http://schemas.openxmlformats.org/drawingml/2006/main">
            <a:r>
              <a:t>【学生任务】采访3人，记录答案，再汇报一人。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【常见问题】记录与同伴回答不一致→让同伴再说一次→学生当场改正记录。</a:t>
            </a:r>
          </a:p>
          <a:p xmlns:a="http://schemas.openxmlformats.org/drawingml/2006/main">
            <a:r>
              <a:t>【答案/检查标准】三行记录完整；汇报与记录一致。</a:t>
            </a:r>
          </a:p>
          <a:p xmlns:a="http://schemas.openxmlformats.org/drawingml/2006/main">
            <a:r>
              <a:t>【教材来源】教材印刷P.115（PDF第129页）；教师设计补充；依据本课课文、语言点与教材练习。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【课时定位】第2课时｜出口</a:t>
            </a:r>
            <a:endParaRPr/>
          </a:p>
          <a:p xmlns:a="http://schemas.openxmlformats.org/drawingml/2006/main">
            <a:r>
              <a:t>【本页目标】完成三题，读一题。</a:t>
            </a:r>
            <a:endParaRPr/>
          </a:p>
          <a:p xmlns:a="http://schemas.openxmlformats.org/drawingml/2006/main">
            <a:r>
              <a:t>【建议用时】5分钟。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【教学顺序】独立写→核对→抽查。</a:t>
            </a:r>
            <a:endParaRPr/>
          </a:p>
          <a:p xmlns:a="http://schemas.openxmlformats.org/drawingml/2006/main">
            <a:r>
              <a:t>【教师动作/话术】抽查；错题重说。</a:t>
            </a:r>
            <a:endParaRPr/>
          </a:p>
          <a:p xmlns:a="http://schemas.openxmlformats.org/drawingml/2006/main">
            <a:r>
              <a:t>【学生任务】写三题，再读一题。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【常见问题】漏题→补答并读。</a:t>
            </a:r>
            <a:endParaRPr/>
          </a:p>
          <a:p xmlns:a="http://schemas.openxmlformats.org/drawingml/2006/main">
            <a:r>
              <a:t>【答案/检查标准】1.例：我看了一个电影。；2.例：我睡了一个好觉。；3.例：我们都看了电影。；开放题同义且含目标结构即可。</a:t>
            </a:r>
            <a:endParaRPr/>
          </a:p>
          <a:p xmlns:a="http://schemas.openxmlformats.org/drawingml/2006/main">
            <a:r>
              <a:t>【教材来源】印P.120/PDF134、印P.121/PDF135；教材学习小结复习：动态助词“了”、离合词、范围副词“都”。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【课时定位】第3课时｜第三课时检索</a:t>
            </a:r>
            <a:endParaRPr/>
          </a:p>
          <a:p xmlns:a="http://schemas.openxmlformats.org/drawingml/2006/main">
            <a:r>
              <a:t>【本页目标】学生能回答课文2的教材理解题。</a:t>
            </a:r>
            <a:endParaRPr/>
          </a:p>
          <a:p xmlns:a="http://schemas.openxmlformats.org/drawingml/2006/main">
            <a:r>
              <a:t>【建议用时】3分钟；时间不足时保留学生产出与检查。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【教学顺序】独立回忆→同桌互答→回到课文找依据。</a:t>
            </a:r>
            <a:endParaRPr/>
          </a:p>
          <a:p xmlns:a="http://schemas.openxmlformats.org/drawingml/2006/main">
            <a:r>
              <a:t>【教师动作/话术】逐题追问；答案不完整时只提示课文人物或关键词。</a:t>
            </a:r>
            <a:endParaRPr/>
          </a:p>
          <a:p xmlns:a="http://schemas.openxmlformats.org/drawingml/2006/main">
            <a:r>
              <a:t>【学生任务】根据课文，回答两个问题。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【常见问题】立即翻书找答案→先等待5秒并给词头→学生口头复现后再核对。</a:t>
            </a:r>
            <a:endParaRPr/>
          </a:p>
          <a:p xmlns:a="http://schemas.openxmlformats.org/drawingml/2006/main">
            <a:r>
              <a:t>【答案/检查标准】1.安妮今年想去哪儿？→安妮今年想去北京。；2.前几年白家月去了哪儿？→前几年白家月去了西安。</a:t>
            </a:r>
            <a:endParaRPr/>
          </a:p>
          <a:p xmlns:a="http://schemas.openxmlformats.org/drawingml/2006/main">
            <a:r>
              <a:t>【教材来源】教材印刷P.115（PDF第129页）；教材课文2理解题；按原题回答并回到课文找依据。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【课时定位】第3课时｜课文三词语</a:t>
            </a:r>
            <a:endParaRPr/>
          </a:p>
          <a:p xmlns:a="http://schemas.openxmlformats.org/drawingml/2006/main">
            <a:r>
              <a:t>【本页目标】学生能认读本组教材词语并在句中使用。</a:t>
            </a:r>
            <a:endParaRPr/>
          </a:p>
          <a:p xmlns:a="http://schemas.openxmlformats.org/drawingml/2006/main">
            <a:r>
              <a:t>【建议用时】4分钟；时间不足时保留学生产出与检查。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【教学顺序】听教师读→带拼音跟读→选词→说短句。</a:t>
            </a:r>
            <a:endParaRPr/>
          </a:p>
          <a:p xmlns:a="http://schemas.openxmlformats.org/drawingml/2006/main">
            <a:r>
              <a:t>【教师动作/话术】每词领读两遍；随后指汉字，请学生说一个短句。</a:t>
            </a:r>
            <a:endParaRPr/>
          </a:p>
          <a:p xmlns:a="http://schemas.openxmlformats.org/drawingml/2006/main">
            <a:r>
              <a:t>【学生任务】跟读本组词语，再任选一个说短句。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【常见问题】声调不准或只读不说句→给首音和句头→学生重读并补成短句。</a:t>
            </a:r>
            <a:endParaRPr/>
          </a:p>
          <a:p xmlns:a="http://schemas.openxmlformats.org/drawingml/2006/main">
            <a:r>
              <a:t>【答案/检查标准】飞机 fēijī；要 yào；小时 xiǎoshí；家人 jiārén；时间 shíjiān；机场 jīchǎng；检查读音，并用其中一词说完整短句。</a:t>
            </a:r>
            <a:endParaRPr/>
          </a:p>
          <a:p xmlns:a="http://schemas.openxmlformats.org/drawingml/2006/main">
            <a:r>
              <a:t>【教材来源】教材印刷P.117（PDF第131页）。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【课时定位】第3课时｜课文3听力</a:t>
            </a:r>
          </a:p>
          <a:p xmlns:a="http://schemas.openxmlformats.org/drawingml/2006/main">
            <a:r>
              <a:t>【本页目标】学生能听出三项关键信息，并用完整句核对。</a:t>
            </a:r>
          </a:p>
          <a:p xmlns:a="http://schemas.openxmlformats.org/drawingml/2006/main">
            <a:r>
              <a:t>【建议用时】4分钟；听两遍后立即同伴核对。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【教学顺序】看题预测→第一遍只听→停5秒→第二遍记录→同伴核对→完整句回答。</a:t>
            </a:r>
          </a:p>
          <a:p xmlns:a="http://schemas.openxmlformats.org/drawingml/2006/main">
            <a:r>
              <a:t>【教师动作/话术】教材音频15-5未嵌入。教师朗读两遍：第一遍自然语速完整朗读，全文后停5秒；第二遍逐句朗读，每句后停2秒。朗读稿：</a:t>
            </a:r>
          </a:p>
          <a:p xmlns:a="http://schemas.openxmlformats.org/drawingml/2006/main">
            <a:r>
              <a:t>场景：白家月、安妮和王老师谈论去北京旅游。</a:t>
            </a:r>
          </a:p>
          <a:p xmlns:a="http://schemas.openxmlformats.org/drawingml/2006/main">
            <a:r>
              <a:t>王一飞：你们的飞机到北京要几个小时？</a:t>
            </a:r>
          </a:p>
          <a:p xmlns:a="http://schemas.openxmlformats.org/drawingml/2006/main">
            <a:r>
              <a:t>白家月：九个小时。</a:t>
            </a:r>
          </a:p>
          <a:p xmlns:a="http://schemas.openxmlformats.org/drawingml/2006/main">
            <a:r>
              <a:t>王一飞：我家人都在北京，星期天我姐姐也有时间，她可以去机场接你们，你们也可以住我家。</a:t>
            </a:r>
          </a:p>
          <a:p xmlns:a="http://schemas.openxmlformats.org/drawingml/2006/main">
            <a:r>
              <a:t>安妮：我们星期日早上八点到大兴机场，早不早？</a:t>
            </a:r>
          </a:p>
          <a:p xmlns:a="http://schemas.openxmlformats.org/drawingml/2006/main">
            <a:r>
              <a:t>王一飞：不早。</a:t>
            </a:r>
          </a:p>
          <a:p xmlns:a="http://schemas.openxmlformats.org/drawingml/2006/main">
            <a:r>
              <a:t>白家月：谢谢老师！那我们和您姐姐在大兴机场见！</a:t>
            </a:r>
          </a:p>
          <a:p xmlns:a="http://schemas.openxmlformats.org/drawingml/2006/main">
            <a:r>
              <a:t>【学生任务】听两遍，记录三项关键信息。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【常见问题】只记零散词→重读对应关键句→补成完整答案。</a:t>
            </a:r>
          </a:p>
          <a:p xmlns:a="http://schemas.openxmlformats.org/drawingml/2006/main">
            <a:r>
              <a:t>【答案/检查标准】1.完整答案是“白家月和安妮坐飞机去北京。”；证据：“王一飞问白家月和安妮：你们的飞机到北京要几个小时？白家月回答：九个小时。”；2.完整答案是“王老师的家人都在北京。”；证据：“王一飞说：我家人都在北京。”；3.完整答案是“她们星期日上午八点到大兴机场。”；证据：“安妮说：我们星期日早上八点到大兴机场。”；可接受同义完整句，关键信息须一致。</a:t>
            </a:r>
          </a:p>
          <a:p xmlns:a="http://schemas.openxmlformats.org/drawingml/2006/main">
            <a:r>
              <a:t>【教材来源】教材印刷P.116（PDF第130页）、教材印刷P.117（PDF第131页），课文3；其中2题为教材选择题，1题为教师设计的课文证据题；实际音频状态：未嵌入，使用教师朗读。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【课时定位】第3课时｜课文三跟读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【本页目标】学生能按六轮顺序朗读课文三。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【建议用时】5分钟；时间不足时保留学生产出与检查。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/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【教学顺序】默读→跟读→分角色→完整表演。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【教师动作/话术】长句先分段读，再连起来恢复自然语速。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【学生任务】核对人物和顺序，再分角色朗读。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/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【常见问题】人物或轮次混乱→指人物和顺序→学生从上一轮重新分角色朗读。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【答案/检查标准】按6轮原顺序分角色朗读；人物、轮次、汉字和拼音准确，不漏轮、不串角色。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【教材来源】教材印刷P.117（PDF第131页）。</a:t>
            </a:r>
            <a:endParaRPr sz="1400" b="0" i="0" u="none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【课时定位】第3课时｜课文三词语复现</a:t>
            </a:r>
            <a:endParaRPr/>
          </a:p>
          <a:p xmlns:a="http://schemas.openxmlformats.org/drawingml/2006/main">
            <a:r>
              <a:t>【本页目标】学生能认读本组教材词语并在句中使用。</a:t>
            </a:r>
            <a:endParaRPr/>
          </a:p>
          <a:p xmlns:a="http://schemas.openxmlformats.org/drawingml/2006/main">
            <a:r>
              <a:t>【建议用时】5分钟；时间不足时保留学生产出与检查。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【教学顺序】听教师读→带拼音跟读→选词→说短句。</a:t>
            </a:r>
            <a:endParaRPr/>
          </a:p>
          <a:p xmlns:a="http://schemas.openxmlformats.org/drawingml/2006/main">
            <a:r>
              <a:t>【教师动作/话术】每词领读两遍；随后指汉字，请学生说一个短句。</a:t>
            </a:r>
            <a:endParaRPr/>
          </a:p>
          <a:p xmlns:a="http://schemas.openxmlformats.org/drawingml/2006/main">
            <a:r>
              <a:t>【学生任务】跟读本组词语，再任选一个说短句。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【常见问题】声调不准或只读不说句→给首音和句头→学生重读并补成短句。</a:t>
            </a:r>
            <a:endParaRPr/>
          </a:p>
          <a:p xmlns:a="http://schemas.openxmlformats.org/drawingml/2006/main">
            <a:r>
              <a:t>【答案/检查标准】接 jiē；住 zhù；早 zǎo；那 nà；大兴机场 Dàxīng Jīchǎng；检查读音，并用其中一词说完整短句。</a:t>
            </a:r>
            <a:endParaRPr/>
          </a:p>
          <a:p xmlns:a="http://schemas.openxmlformats.org/drawingml/2006/main">
            <a:r>
              <a:t>【教材来源】教材印刷P.117（PDF第131页）。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【课时定位】第3课时｜语言点三</a:t>
            </a:r>
            <a:endParaRPr/>
          </a:p>
          <a:p xmlns:a="http://schemas.openxmlformats.org/drawingml/2006/main">
            <a:r>
              <a:t>【本页目标】学生能使用都、也与接待表达。</a:t>
            </a:r>
            <a:endParaRPr/>
          </a:p>
          <a:p xmlns:a="http://schemas.openxmlformats.org/drawingml/2006/main">
            <a:r>
              <a:t>【建议用时】5分钟；时间不足时保留学生产出与检查。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【教学顺序】读形式→读例句→替换→对比。</a:t>
            </a:r>
            <a:endParaRPr/>
          </a:p>
          <a:p xmlns:a="http://schemas.openxmlformats.org/drawingml/2006/main">
            <a:r>
              <a:t>【教师动作/话术】板书最短公式，马上让学生替换。</a:t>
            </a:r>
            <a:endParaRPr/>
          </a:p>
          <a:p xmlns:a="http://schemas.openxmlformats.org/drawingml/2006/main">
            <a:r>
              <a:t>【学生任务】读三组句型，再替换关键信息。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【常见问题】只背形式不会替换→标出固定位置、给一个新词→学生完成新句。</a:t>
            </a:r>
            <a:endParaRPr/>
          </a:p>
          <a:p xmlns:a="http://schemas.openxmlformats.org/drawingml/2006/main">
            <a:r>
              <a:t>【答案/检查标准】“都”总括前面的复数对象；“也”补充同类信息；“可以”表示接待安排。</a:t>
            </a:r>
            <a:endParaRPr/>
          </a:p>
          <a:p xmlns:a="http://schemas.openxmlformats.org/drawingml/2006/main">
            <a:r>
              <a:t>【教材来源】教材印刷P.117（PDF第131页）。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【课时定位】第3课时｜综合练习</a:t>
            </a:r>
          </a:p>
          <a:p xmlns:a="http://schemas.openxmlformats.org/drawingml/2006/main">
            <a:r>
              <a:t>【本页目标】学生能完成教材核心选词填空。</a:t>
            </a:r>
          </a:p>
          <a:p xmlns:a="http://schemas.openxmlformats.org/drawingml/2006/main">
            <a:r>
              <a:t>【建议用时】4分钟；时间不足时保留学生产出与检查。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【教学顺序】独立→同桌核对理由→全班读句。</a:t>
            </a:r>
          </a:p>
          <a:p xmlns:a="http://schemas.openxmlformats.org/drawingml/2006/main">
            <a:r>
              <a:t>【教师动作/话术】不先展示答案；要求说出词与位置的依据。</a:t>
            </a:r>
          </a:p>
          <a:p xmlns:a="http://schemas.openxmlformats.org/drawingml/2006/main">
            <a:r>
              <a:t>【学生任务】独立填空，再读出完整句。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【常见问题】只填词不读完整句→追问词义和位置→学生读全句并说明理由。</a:t>
            </a:r>
          </a:p>
          <a:p xmlns:a="http://schemas.openxmlformats.org/drawingml/2006/main">
            <a:r>
              <a:t>【答案/检查标准】1.这本书有15课，我们都学了。；2.我的家人都爱喝茶。；3.陈天中：我们明天晚上六点到，你觉得早不早？李文：不早。；4.王一飞：她们想坐飞机去北京，你们呢？陈天中：我们没有时间，不能出去玩。</a:t>
            </a:r>
          </a:p>
          <a:p xmlns:a="http://schemas.openxmlformats.org/drawingml/2006/main">
            <a:r>
              <a:t>【教材来源】教材印刷P.118（PDF第132页）。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【课时定位】第3课时｜提示词输出</a:t>
            </a:r>
          </a:p>
          <a:p xmlns:a="http://schemas.openxmlformats.org/drawingml/2006/main">
            <a:r>
              <a:t>【本页目标】学生能用教材四组看图句架完成表达。</a:t>
            </a:r>
          </a:p>
          <a:p xmlns:a="http://schemas.openxmlformats.org/drawingml/2006/main">
            <a:r>
              <a:t>【建议用时】5分钟；时间不足时保留学生产出与检查。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【教学顺序】读四组提示→独立准备→同桌互说→抽查。</a:t>
            </a:r>
          </a:p>
          <a:p xmlns:a="http://schemas.openxmlformats.org/drawingml/2006/main">
            <a:r>
              <a:t>【教师动作/话术】追问人物、地点、时间或完成情况，让句子完整。</a:t>
            </a:r>
          </a:p>
          <a:p xmlns:a="http://schemas.openxmlformats.org/drawingml/2006/main">
            <a:r>
              <a:t>【学生任务】看四幅教材图片，逐项补全并读出。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【常见问题】只念提示词→追问人物、地点或动作→学生补成完整句。</a:t>
            </a:r>
          </a:p>
          <a:p xmlns:a="http://schemas.openxmlformats.org/drawingml/2006/main">
            <a:r>
              <a:t>【答案/检查标准】1.我爱吃面包，也爱吃包子。；2.去年我去北京了。；3.王一飞的姐姐可以去机场接她们。；4.王老师是北京人，她也住在北京。</a:t>
            </a:r>
          </a:p>
          <a:p xmlns:a="http://schemas.openxmlformats.org/drawingml/2006/main">
            <a:r>
              <a:t>【教材来源】教材印刷P.118（PDF第132页）。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【课时定位】第3课时｜活动</a:t>
            </a:r>
            <a:endParaRPr/>
          </a:p>
          <a:p xmlns:a="http://schemas.openxmlformats.org/drawingml/2006/main">
            <a:r>
              <a:t>【本页目标】按材料完成活动并分享。</a:t>
            </a:r>
            <a:endParaRPr/>
          </a:p>
          <a:p xmlns:a="http://schemas.openxmlformats.org/drawingml/2006/main">
            <a:r>
              <a:t>【建议用时】5分钟。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【教学顺序】读材料→完成→分享→核对。</a:t>
            </a:r>
            <a:endParaRPr/>
          </a:p>
          <a:p xmlns:a="http://schemas.openxmlformats.org/drawingml/2006/main">
            <a:r>
              <a:t>【教师动作/话术】示范一轮；巡视后抽查个人产出。</a:t>
            </a:r>
            <a:endParaRPr/>
          </a:p>
          <a:p xmlns:a="http://schemas.openxmlformats.org/drawingml/2006/main">
            <a:r>
              <a:t>【学生任务】按三步完成活动，再说一条本课观察。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【常见问题】漏步骤→回到当前步→个人重做。</a:t>
            </a:r>
            <a:endParaRPr/>
          </a:p>
          <a:p xmlns:a="http://schemas.openxmlformats.org/drawingml/2006/main">
            <a:r>
              <a:t>【答案/检查标准】完成三步并准确复述：待客时可说“多吃点儿”；北京是中国的首都。</a:t>
            </a:r>
            <a:endParaRPr/>
          </a:p>
          <a:p xmlns:a="http://schemas.openxmlformats.org/drawingml/2006/main">
            <a:r>
              <a:t>【教材来源】印P.112/PDF126、印P.119/PDF133；15-1为教材媒体入口；媒体文件未随PDF提供，课件未嵌入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【课时定位】第3课时｜出口</a:t>
            </a:r>
            <a:endParaRPr/>
          </a:p>
          <a:p xmlns:a="http://schemas.openxmlformats.org/drawingml/2006/main">
            <a:r>
              <a:t>【本页目标】完成三题，读一题。</a:t>
            </a:r>
            <a:endParaRPr/>
          </a:p>
          <a:p xmlns:a="http://schemas.openxmlformats.org/drawingml/2006/main">
            <a:r>
              <a:t>【建议用时】5分钟。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【教学顺序】独立写→核对→抽查。</a:t>
            </a:r>
            <a:endParaRPr/>
          </a:p>
          <a:p xmlns:a="http://schemas.openxmlformats.org/drawingml/2006/main">
            <a:r>
              <a:t>【教师动作/话术】抽查；错题重说。</a:t>
            </a:r>
            <a:endParaRPr/>
          </a:p>
          <a:p xmlns:a="http://schemas.openxmlformats.org/drawingml/2006/main">
            <a:r>
              <a:t>【学生任务】写三题，再读一题。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【常见问题】漏题→补答并读。</a:t>
            </a:r>
            <a:endParaRPr/>
          </a:p>
          <a:p xmlns:a="http://schemas.openxmlformats.org/drawingml/2006/main">
            <a:r>
              <a:t>【答案/检查标准】1.大兴机场在北京。；2.可以，王老师的姐姐可以去机场接白家月和安妮。；3.例：我喜欢这个，也喜欢那个；请客人多吃点儿。；开放题同义且含目标结构即可。</a:t>
            </a:r>
            <a:endParaRPr/>
          </a:p>
          <a:p xmlns:a="http://schemas.openxmlformats.org/drawingml/2006/main">
            <a:r>
              <a:t>【教材来源】印P.117/PDF131、印P.121/PDF135；教材学习小结复习：并列复句“也／还”、中国餐桌文化和待客礼仪。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7cdc2c037d473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5fd20445b5426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6a0ba04f81432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f8c2fa885e465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82f44a3694454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4471838fe4400a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4708f0fd5b4824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2c56c6fc5440ac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e4bd37763546fb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b345d37fc84daf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5518d3951f49bd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b67b3b97f845a0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25bb97ab1db4d5e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0550f255b784956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3237e232fd44462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8eff34d253544ce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7f9d90b50e84256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8c48fe31c7e4e39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5dc4c072d9148bb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d1b9f5e9c95477d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2b2d557dc9a488f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70c73c430d84e96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01740e360e74a7f" /></Relationships>
</file>

<file path=ppt/slideLayouts/_rels/slideLayout2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51beff7f04984164" /></Relationships>
</file>

<file path=ppt/slideLayouts/_rels/slideLayout2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94ec36056ef2421d" /></Relationships>
</file>

<file path=ppt/slideLayouts/_rels/slideLayout26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fd2290ab7e984a02" /></Relationships>
</file>

<file path=ppt/slideLayouts/_rels/slideLayout27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202679c6371f4d90" /></Relationships>
</file>

<file path=ppt/slideLayouts/_rels/slideLayout28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3980e79183494b80" /></Relationships>
</file>

<file path=ppt/slideLayouts/_rels/slideLayout29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d9b54ce3b68e4806" /></Relationships>
</file>

<file path=ppt/slideLayouts/_rels/slideLayout30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76bba86b8c8648db" /></Relationships>
</file>

<file path=ppt/slideLayouts/_rels/slideLayout31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7a93a2f1a7d046a8" /></Relationships>
</file>

<file path=ppt/slideLayouts/_rels/slideLayout32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500f4ab8a5314ecc" /></Relationships>
</file>

<file path=ppt/slideLayouts/_rels/slideLayout33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38786ddd4f2e4e8b" /></Relationships>
</file>

<file path=ppt/slideLayouts/_rels/slideLayout3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0a78ea5b3ac441cf" /></Relationships>
</file>

<file path=ppt/slideLayouts/_rels/slideLayout3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44d704c0924e47c2" /></Relationships>
</file>

<file path=ppt/slideLayouts/slideLayout1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115C4BA8-3487-40AC-8175-F050D08541F6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B2E8BFFA-0FB8-4396-A3D5-EE9CD956392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单击此处编辑母版副标题样式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7B35E799-CF4C-43A4-865A-248A25E2111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77C1CB37-CF50-41A7-AD39-37853A39DB3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540B1BA2-EB72-4E6A-A370-87879B5734E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63DF5AC7-4CBB-4E5A-AB40-62AC78F001A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F112B68B-3A4C-4D7A-9FD3-3943672786D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4B589B68-2E8A-4730-AFBB-5EC161D4F70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48F203D4-3046-4D05-AA99-0EAA888D7F2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C88BF10-E430-4000-B1EB-1CE74EDFA66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82F23C2-6C31-43A0-8C5E-B388490F36D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F03E43ED-6885-4210-BE4A-BFB2A601713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FF0E3D2-5D36-40D8-96E6-730B4713750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4DE7371C-DEE7-4803-B862-F993B9B5275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1F15B718-FD15-464A-920D-CBDAF756DC3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F719504-ED9F-47B8-8327-F841EE9E71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BAADD4E3-56CF-4038-A272-DBB298B9D95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3C3CA067-993E-4100-B596-8F78E79D458B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783FE52D-D04F-4771-A4AC-F6B9BFBDB8E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AEF9E0E0-E0BB-4B8B-A090-32E752B612B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B593CD7B-70EF-4E44-B0BB-F97ECEF3C12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ED422D4-24A0-487D-ACC1-6122089C50F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44254E97-CCFC-4F59-9709-DE4E3A7FEBB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24D74C4D-9E2C-436E-9888-59A9220256E8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ECCBE05-FD41-4417-9AE7-0BCAC718F9B2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0FCB5F02-9200-4156-AD16-E45C2D3489D8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3DF35944-9965-48E5-9F27-2F395E84974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D29B4E8F-B321-4450-AD21-AE8DDF991B0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62E335D5-77F6-4F35-B9E7-1CCEBC399B3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943B593-ED84-4789-9EC5-BFF4AF0E22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EBC99174-1C04-4E21-8200-35670EEEFF8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D3CF716E-7FA6-4F72-9974-96C9556BD5C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2DCE953B-3083-4445-804E-80A857A07AB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D73289CD-17FC-440B-A52A-EF685D7B69D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14C71829-D425-48DF-9B49-4AC33D00FDC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FE3CA769-D569-4FC4-B628-14A964482C2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60C381B-C09C-4C50-AF41-733034309DC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40D9418F-D809-4048-8A41-0327D392B59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A7800276-31E2-441C-91FE-2945DA52A21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510AE342-97B4-4FB5-B82D-9038D3F1260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F0110AA8-82DD-48E9-95CC-903E2A8C68B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CF87BD12-103A-4BAB-A38C-BE9D8072249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90527B5E-D2CB-4A05-8B9E-077348036CA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667A0FCD-FC14-41F3-A005-42162F015F8E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0F5C5F73-5B94-45CA-84CB-463D15532A0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B60E73DF-904E-492F-84B8-5940A821AAC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F8C01AA0-B6AE-4711-8FE4-E5E63A50AA3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7EDEF9EA-5041-4C82-8A5D-54E216C36BD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37C3CBD-2A36-4924-A645-CE1AFD3BD6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29929B56-6CB1-4543-946B-DC8A14BFF59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1202888-F734-4620-A4E9-C99A10DB890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CC80F8A-C79D-47EE-B9C8-4069ED73AE7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F16F87A3-BE5A-4951-9F13-409E8D841F2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5B3A3E21-6CC9-48A9-886F-6B5A2A7210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B805ABA6-139B-4649-8BCF-D9A7F1470AE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BF795D4-C8E4-4B20-A946-EF3B6E7D9B9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C4480AB-ED66-4EDA-B9F9-E568396B551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7CAFA87C-62F7-4079-B6FF-3E7A019756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preserve="1" userDrawn="1">
  <p:cSld name="正文页-10007_14">
    <p:bg>
      <p:bgRef idx="1001">
        <a:schemeClr xmlns:a="http://schemas.openxmlformats.org/drawingml/2006/main" val="bg2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58FA658B-D7A6-4CCC-AD59-9B69B04B75C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059446CB-3936-4D57-89B2-B0E97F363E5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33EA229F-7B88-4383-BF9E-ED5547D09D3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标题 5">
            <a:extLst xmlns:a="http://schemas.openxmlformats.org/drawingml/2006/main">
              <a:ext uri="{FF2B5EF4-FFF2-40B4-BE49-F238E27FC236}">
                <a16:creationId xmlns:a16="http://schemas.microsoft.com/office/drawing/2014/main" id="{DAEBDBAF-E11F-49DF-B58D-64119C357090}"/>
              </a:ext>
            </a:extLst>
          </p:cNvPr>
          <p:cNvSpPr>
            <a:spLocks xmlns:a="http://schemas.openxmlformats.org/drawingml/2006/main" noGrp="1"/>
          </p:cNvSpPr>
          <p:nvPr>
            <p:ph type="ctrTitle" idx="16385" hasCustomPrompt="1"/>
          </p:nvPr>
        </p:nvSpPr>
        <p:spPr>
          <a:xfrm xmlns:a="http://schemas.openxmlformats.org/drawingml/2006/main">
            <a:off x="609600" y="5334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单击此处添加标题</a:t>
            </a:r>
            <a:endParaRPr/>
          </a:p>
        </p:txBody>
      </p:sp>
      <p:sp>
        <p:nvSpPr>
          <p:cNvPr id="7" name="文本占位符 6">
            <a:extLst xmlns:a="http://schemas.openxmlformats.org/drawingml/2006/main">
              <a:ext uri="{FF2B5EF4-FFF2-40B4-BE49-F238E27FC236}">
                <a16:creationId xmlns:a16="http://schemas.microsoft.com/office/drawing/2014/main" id="{B091E01D-CDBA-4626-8434-6406906096F9}"/>
              </a:ext>
            </a:extLst>
          </p:cNvPr>
          <p:cNvSpPr>
            <a:spLocks xmlns:a="http://schemas.openxmlformats.org/drawingml/2006/main" noGrp="1"/>
          </p:cNvSpPr>
          <p:nvPr>
            <p:ph type="body" idx="16386" hasCustomPrompt="1"/>
          </p:nvPr>
        </p:nvSpPr>
        <p:spPr>
          <a:xfrm xmlns:a="http://schemas.openxmlformats.org/drawingml/2006/main">
            <a:off x="609600" y="2997200"/>
            <a:ext cx="32512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单击此处添加项标题</a:t>
            </a:r>
            <a:endParaRPr/>
          </a:p>
        </p:txBody>
      </p:sp>
      <p:sp>
        <p:nvSpPr>
          <p:cNvPr id="8" name="文本占位符 7">
            <a:extLst xmlns:a="http://schemas.openxmlformats.org/drawingml/2006/main">
              <a:ext uri="{FF2B5EF4-FFF2-40B4-BE49-F238E27FC236}">
                <a16:creationId xmlns:a16="http://schemas.microsoft.com/office/drawing/2014/main" id="{C8387154-E580-4696-806B-E3F4C89CA59D}"/>
              </a:ext>
            </a:extLst>
          </p:cNvPr>
          <p:cNvSpPr>
            <a:spLocks xmlns:a="http://schemas.openxmlformats.org/drawingml/2006/main" noGrp="1"/>
          </p:cNvSpPr>
          <p:nvPr>
            <p:ph type="body" idx="16387" hasCustomPrompt="1"/>
          </p:nvPr>
        </p:nvSpPr>
        <p:spPr>
          <a:xfrm xmlns:a="http://schemas.openxmlformats.org/drawingml/2006/main">
            <a:off x="609600" y="3556000"/>
            <a:ext cx="32512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单击此处添加项正文</a:t>
            </a:r>
            <a:endParaRPr/>
          </a:p>
        </p:txBody>
      </p:sp>
      <p:sp>
        <p:nvSpPr>
          <p:cNvPr id="9" name="文本占位符 8">
            <a:extLst xmlns:a="http://schemas.openxmlformats.org/drawingml/2006/main">
              <a:ext uri="{FF2B5EF4-FFF2-40B4-BE49-F238E27FC236}">
                <a16:creationId xmlns:a16="http://schemas.microsoft.com/office/drawing/2014/main" id="{4BDEDDAA-C10D-4AFF-81B6-5E68EBD3ADA4}"/>
              </a:ext>
            </a:extLst>
          </p:cNvPr>
          <p:cNvSpPr>
            <a:spLocks xmlns:a="http://schemas.openxmlformats.org/drawingml/2006/main" noGrp="1"/>
          </p:cNvSpPr>
          <p:nvPr>
            <p:ph type="body" idx="16388" hasCustomPrompt="1"/>
          </p:nvPr>
        </p:nvSpPr>
        <p:spPr>
          <a:xfrm xmlns:a="http://schemas.openxmlformats.org/drawingml/2006/main">
            <a:off x="4470400" y="2997200"/>
            <a:ext cx="32512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单击此处添加项标题</a:t>
            </a:r>
            <a:endParaRPr/>
          </a:p>
        </p:txBody>
      </p:sp>
      <p:sp>
        <p:nvSpPr>
          <p:cNvPr id="10" name="文本占位符 9">
            <a:extLst xmlns:a="http://schemas.openxmlformats.org/drawingml/2006/main">
              <a:ext uri="{FF2B5EF4-FFF2-40B4-BE49-F238E27FC236}">
                <a16:creationId xmlns:a16="http://schemas.microsoft.com/office/drawing/2014/main" id="{2F264451-162D-4ECA-B42C-C1AB6E0DA282}"/>
              </a:ext>
            </a:extLst>
          </p:cNvPr>
          <p:cNvSpPr>
            <a:spLocks xmlns:a="http://schemas.openxmlformats.org/drawingml/2006/main" noGrp="1"/>
          </p:cNvSpPr>
          <p:nvPr>
            <p:ph type="body" idx="16389" hasCustomPrompt="1"/>
          </p:nvPr>
        </p:nvSpPr>
        <p:spPr>
          <a:xfrm xmlns:a="http://schemas.openxmlformats.org/drawingml/2006/main">
            <a:off x="4470400" y="3556000"/>
            <a:ext cx="32512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单击此处添加项正文</a:t>
            </a:r>
            <a:endParaRPr/>
          </a:p>
        </p:txBody>
      </p:sp>
      <p:sp>
        <p:nvSpPr>
          <p:cNvPr id="11" name="文本占位符 10">
            <a:extLst xmlns:a="http://schemas.openxmlformats.org/drawingml/2006/main">
              <a:ext uri="{FF2B5EF4-FFF2-40B4-BE49-F238E27FC236}">
                <a16:creationId xmlns:a16="http://schemas.microsoft.com/office/drawing/2014/main" id="{EE7FE059-302D-4006-9A3B-1BE428462A90}"/>
              </a:ext>
            </a:extLst>
          </p:cNvPr>
          <p:cNvSpPr>
            <a:spLocks xmlns:a="http://schemas.openxmlformats.org/drawingml/2006/main" noGrp="1"/>
          </p:cNvSpPr>
          <p:nvPr>
            <p:ph type="body" idx="16390" hasCustomPrompt="1"/>
          </p:nvPr>
        </p:nvSpPr>
        <p:spPr>
          <a:xfrm xmlns:a="http://schemas.openxmlformats.org/drawingml/2006/main">
            <a:off x="8331200" y="2997200"/>
            <a:ext cx="32512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单击此处添加项标题</a:t>
            </a:r>
            <a:endParaRPr/>
          </a:p>
        </p:txBody>
      </p:sp>
      <p:sp>
        <p:nvSpPr>
          <p:cNvPr id="12" name="文本占位符 11">
            <a:extLst xmlns:a="http://schemas.openxmlformats.org/drawingml/2006/main">
              <a:ext uri="{FF2B5EF4-FFF2-40B4-BE49-F238E27FC236}">
                <a16:creationId xmlns:a16="http://schemas.microsoft.com/office/drawing/2014/main" id="{31BD13B0-F71D-4BBD-B3A2-9F5A6D6057AE}"/>
              </a:ext>
            </a:extLst>
          </p:cNvPr>
          <p:cNvSpPr>
            <a:spLocks xmlns:a="http://schemas.openxmlformats.org/drawingml/2006/main" noGrp="1"/>
          </p:cNvSpPr>
          <p:nvPr>
            <p:ph type="body" idx="16391" hasCustomPrompt="1"/>
          </p:nvPr>
        </p:nvSpPr>
        <p:spPr>
          <a:xfrm xmlns:a="http://schemas.openxmlformats.org/drawingml/2006/main">
            <a:off x="8331200" y="3556000"/>
            <a:ext cx="32512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单击此处添加项正文</a:t>
            </a:r>
            <a:endParaRPr/>
          </a:p>
        </p:txBody>
      </p:sp>
    </p:spTree>
  </p:cSld>
</p:sldLayout>
</file>

<file path=ppt/slideLayouts/slideLayout13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0218C20-2B95-4230-B0A1-8DB48204440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A5291608-668A-4B24-9D2A-89E46EF905B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单击此处编辑母版副标题样式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D87ABE1-D674-4325-B5AF-FB0B344F7DB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36A4CAB0-740D-4E18-A0F7-6F29A006BD1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55A905E-137D-4628-B1E0-99AECFA5CF6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4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1AF39BBB-2532-419E-89F2-22ABDCC9BB1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F9028CD9-90EB-4FC3-AB65-7C899F49807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0F42AAA-5763-45AE-A01D-E00D93D7429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8AB39C2-3D59-4BE8-BD6D-FAF6ADC6068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5714CCAF-BD65-4FCC-9D9A-426D2636465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5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9A6F233F-FFE3-466F-8525-F260B7B30F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AD3E10E7-3462-4B4D-B87F-F507845FC62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6226C199-EFF3-4D7D-89C4-A7ADD88043E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9208E5C-A74A-41A4-8080-F9B35ED6209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AFFDD259-014C-4F33-ABD4-0CEAFCC6C0C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6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9EB0A2A-EA4A-42B3-A351-5A08086724D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7E717045-B584-4336-B05E-C1B6174D546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679DB6E1-97C2-4DD2-8DC1-5357D99AE063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D3CAFA89-1DA8-4A62-A04D-3B1A2F7742A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BB7AF832-9807-46A6-A459-DF53397F6D5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C773D761-0FE7-4586-85C3-27B00FFE774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7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90E753D6-4D8B-4C73-AF6A-15B2A49747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75E954FF-AFBC-4334-9E93-8924B7C8EA7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54B6F224-5B3C-41FA-A941-99CC96399B64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475F0557-7784-4539-9440-971BC825CB11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20ADC3A9-FD30-46E0-B150-CF931907F8E0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3210B611-C97D-493D-9D9F-24AE4FAF3A4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B76DF7CE-7CD7-4BBB-89A2-4DF460B4B69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364A147E-27FA-4146-B5A7-01F8313EB51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8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7266C663-C832-4478-A4E8-C71670C28A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B18945DD-ABDE-4E16-81EC-40106808E96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D0C69370-BB3C-4C2D-823A-B3A5C8C56D9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C3A1A2C3-DDDD-42AF-AC4F-4E2026AF8D6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9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A1C41FDA-2FA7-401A-B281-8FB3A982122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36E911AC-0D44-4679-BB81-4EB74D7F0E7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29F00D63-6B78-4147-B245-32F841976B8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0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13490D4-DD71-47ED-9208-C014A790F8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2B3C7FDA-791C-4363-93F6-CA072EE1FC5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803C76B3-9780-4D36-B377-AB70CD88873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333BD6E6-4AE9-498E-8DA1-B1620410238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013A8199-59CD-4A89-AD93-6989E962F32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DF8E5A95-16DB-40DF-9288-0765DBA9F65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1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A0918E53-0951-44D7-AF8A-1B5E7BE2950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69EE092E-3676-4DE5-A698-07CC2F0A005A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5599043B-1EBE-42D9-BA2C-82905F66498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27D8DE7C-FCE5-423A-821F-228B41499F6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C65F8C07-A536-4A2E-A91A-D7717454ED8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9E77107B-2FDE-403A-8AC5-77F855CA73F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2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A735ACB-31C9-4EA7-AF1F-04131285391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BF56D3A3-6FB6-40EC-96F9-A149B6FCD14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473E713-EB8C-4435-8D30-EA24EAED9A1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57C8A0D-B803-48AA-B889-6FA92EA7151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A21B91DF-C93C-4C98-8670-64B865490E7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3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3B6B2514-84D4-40FA-88AF-485C3F6522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DE68BD21-B911-4563-A044-9745CF0A0BD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7DAFFEE3-B158-4AB9-89A2-9B6E6E21F7A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9833C334-3AB1-49E5-A2E9-AFD858516AC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2F1FBB0-AC34-470D-BCD4-C41698B0FB0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4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19FA0342-62C3-4FE5-AC38-2652E5FD2006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96BA2A93-F721-4F19-9BCE-B0515CA2843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单击此处编辑母版副标题样式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9D49577A-6767-49E8-8C6D-5C82A221775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6ADF69A4-6D77-4230-8F08-9C88400CA9A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4CBC9BE9-32AF-46B2-8255-718743296AD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5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D55FB9D-5FA5-4D76-8AF8-1A05C8F4E77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9C5FAE3A-3554-4813-A2DF-CEAC9DB41ED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FC4DAFC3-8DC5-41D7-8956-D1E0CB3B531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145D769E-3C67-4470-8816-C84DE948397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0CF6A83B-947B-44FB-920E-DD83BAA9DD7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6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EF11F47-9194-4D99-8D84-F52DC55B734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243137CD-A6FC-4281-A445-15139D55158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07F0FB5-3F82-40AA-B21C-6E8EED706E4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03044489-0E97-4005-8DB8-CDD80B0AE35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948BBBE5-E6FB-4EA6-82D1-0BFB931B1F9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7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91780A8-5991-4CA5-9FF7-F2982B5B877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77802319-8192-48D4-AFB4-09A2032BD64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5F285F8D-7D52-42DF-BB7F-010EFC6F78BE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36AF9AD3-F930-412C-9BEE-E6F03E96D80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6C1A30F9-90D0-4E9F-BF1D-F63C7DB0E5F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F99EC2A9-B199-46B3-837C-F6208E26C49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8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96DA5410-B35C-4245-B3A3-33AB2CB328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87B8151-FAB3-44E9-B80E-7C134CED8F0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CDED57F2-CD94-4E39-9EDC-A1FB468B5B06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959EEC4A-B9FC-4621-A917-53583E22FF34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C5EE54E5-F064-48BF-B4D9-D772BB54FC1C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9D76E987-4C95-44B2-BC13-D73A0EB9451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C857720B-B486-4898-9CA3-2069AB86FD1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78393832-B8A1-4AF0-AD8A-5BAC200404E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9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A4FCBF7-C59E-45B9-A18D-8888E91988B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6EB8051A-44E0-42CC-858A-E095265D90C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9C3D50C9-EB86-4950-85EA-1C5C59021C4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F04CC659-F269-48D3-A486-C1F548EC3F2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30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DF382304-F319-4767-8655-30523156CA4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D0803552-4D84-46F8-82C0-14C36F157A5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63BB43CE-0ADC-4ED2-B0BB-382108A492C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31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615C7CF-B971-4B3E-A687-F8740373C8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D0846982-DE3D-4EE5-B138-5248B0EC09A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00041D7C-A840-4BD5-A49E-DAD90A3FAFA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5EB84598-6269-4E3C-AB32-429FC351F88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A2FD09F2-A9E4-4544-9FD3-CE3FF6FA3AB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CCFA512C-709C-4C07-8D95-4F870F0EB9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32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17EDE43-F08F-4E36-A9A0-6B822667D5F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1C981ACE-DFBE-46A9-8602-4D5CADA1343A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11499235-B654-4E06-AA9F-4EDC509776B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1D3108D6-03CD-40A5-90A2-C136950F767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1E709537-BA77-4DAE-A747-3A79D02D179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1DF3A9FD-0113-4BA1-BBCC-5184508B54A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33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9CC282E-B51E-4B0B-A1B3-0C2B38E5150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C5EA4348-EC0A-455C-A742-A6AD7BBCD0C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DE379B4A-BE65-4F20-A4F9-74D5FB4C751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933C7C04-A69F-45E6-AADB-C50D9EBCD2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C7F875AF-E978-404F-AF6E-EE894CBD677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34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B69D22EE-EC50-4216-B52E-281183B974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4E7D24B0-D18B-4E92-BA4B-986CDC3483E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652D6FDC-CAE7-4F6F-9C58-9D1915D0311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C3B33DC4-7BE3-43D0-92C8-8DE3D80BA31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B7A1AAF-1221-43CA-B5C2-FE10C186C92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35.xml><?xml version="1.0" encoding="utf-8"?>
<p:sldLayout xmlns:p="http://schemas.openxmlformats.org/presentationml/2006/main" preserve="1">
  <p:cSld name="MASTER"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43AD729-5FB0-4503-8EAC-FADB40C8F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1320" y="6473952"/>
            <a:ext cx="11430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50">
                <a:solidFill>
                  <a:srgbClr val="9A8776"/>
                </a:solidFill>
                <a:latin typeface="微软雅黑"/>
                <a:ea typeface="微软雅黑"/>
                <a:cs typeface="微软雅黑"/>
              </a:rPr>
              <a:t>HSK 1 · 第三课</a:t>
            </a:r>
            <a:endParaRPr sz="75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35702CB9-C462-423C-AA1F-6A40DBCDF7FB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759184" y="6446520"/>
            <a:ext cx="22860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750">
                <a:solidFill>
                  <a:srgbClr val="9A877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r">
              <a:buNone/>
            </a:pPr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304faa69e974400" /><Relationship Type="http://schemas.openxmlformats.org/officeDocument/2006/relationships/slideLayout" Target="/ppt/slideLayouts/slideLayout1.xml" Id="R62312988a2694436" /><Relationship Type="http://schemas.openxmlformats.org/officeDocument/2006/relationships/slideLayout" Target="/ppt/slideLayouts/slideLayout2.xml" Id="R11dd438b46b84fe5" /><Relationship Type="http://schemas.openxmlformats.org/officeDocument/2006/relationships/slideLayout" Target="/ppt/slideLayouts/slideLayout3.xml" Id="R868b22f2fc914d0d" /><Relationship Type="http://schemas.openxmlformats.org/officeDocument/2006/relationships/slideLayout" Target="/ppt/slideLayouts/slideLayout4.xml" Id="R98fb939ae2bb4960" /><Relationship Type="http://schemas.openxmlformats.org/officeDocument/2006/relationships/slideLayout" Target="/ppt/slideLayouts/slideLayout5.xml" Id="R0e3912076ea448a2" /><Relationship Type="http://schemas.openxmlformats.org/officeDocument/2006/relationships/slideLayout" Target="/ppt/slideLayouts/slideLayout6.xml" Id="Rbbb5be2b639e462c" /><Relationship Type="http://schemas.openxmlformats.org/officeDocument/2006/relationships/slideLayout" Target="/ppt/slideLayouts/slideLayout7.xml" Id="R1d56a6f798c947e1" /><Relationship Type="http://schemas.openxmlformats.org/officeDocument/2006/relationships/slideLayout" Target="/ppt/slideLayouts/slideLayout8.xml" Id="Ra8d0c32208a54ba1" /><Relationship Type="http://schemas.openxmlformats.org/officeDocument/2006/relationships/slideLayout" Target="/ppt/slideLayouts/slideLayout9.xml" Id="R63ba748de570424d" /><Relationship Type="http://schemas.openxmlformats.org/officeDocument/2006/relationships/slideLayout" Target="/ppt/slideLayouts/slideLayout10.xml" Id="R893cbb14884f4cd6" /><Relationship Type="http://schemas.openxmlformats.org/officeDocument/2006/relationships/slideLayout" Target="/ppt/slideLayouts/slideLayout11.xml" Id="Rc7a2ff97eb044d7d" /><Relationship Type="http://schemas.openxmlformats.org/officeDocument/2006/relationships/slideLayout" Target="/ppt/slideLayouts/slideLayout12.xml" Id="Rf691054e5bca4fa2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5bd3248cd3124204" /><Relationship Type="http://schemas.openxmlformats.org/officeDocument/2006/relationships/slideLayout" Target="/ppt/slideLayouts/slideLayout13.xml" Id="Raf08c4f932714080" /><Relationship Type="http://schemas.openxmlformats.org/officeDocument/2006/relationships/slideLayout" Target="/ppt/slideLayouts/slideLayout14.xml" Id="R6c5a07ad39c94980" /><Relationship Type="http://schemas.openxmlformats.org/officeDocument/2006/relationships/slideLayout" Target="/ppt/slideLayouts/slideLayout15.xml" Id="R2e7fe596834042d6" /><Relationship Type="http://schemas.openxmlformats.org/officeDocument/2006/relationships/slideLayout" Target="/ppt/slideLayouts/slideLayout16.xml" Id="Rd14024f1edc943a0" /><Relationship Type="http://schemas.openxmlformats.org/officeDocument/2006/relationships/slideLayout" Target="/ppt/slideLayouts/slideLayout17.xml" Id="R393d29cff0234271" /><Relationship Type="http://schemas.openxmlformats.org/officeDocument/2006/relationships/slideLayout" Target="/ppt/slideLayouts/slideLayout18.xml" Id="R9643479270ff4449" /><Relationship Type="http://schemas.openxmlformats.org/officeDocument/2006/relationships/slideLayout" Target="/ppt/slideLayouts/slideLayout19.xml" Id="R85b0befa77ec4ee4" /><Relationship Type="http://schemas.openxmlformats.org/officeDocument/2006/relationships/slideLayout" Target="/ppt/slideLayouts/slideLayout20.xml" Id="Rf775fad504d24d8c" /><Relationship Type="http://schemas.openxmlformats.org/officeDocument/2006/relationships/slideLayout" Target="/ppt/slideLayouts/slideLayout21.xml" Id="Rf649eb9074a548e2" /><Relationship Type="http://schemas.openxmlformats.org/officeDocument/2006/relationships/slideLayout" Target="/ppt/slideLayouts/slideLayout22.xml" Id="R073e7140888f4640" /><Relationship Type="http://schemas.openxmlformats.org/officeDocument/2006/relationships/slideLayout" Target="/ppt/slideLayouts/slideLayout23.xml" Id="Re778fc1963974d98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26c6ca540abc46bb" /><Relationship Type="http://schemas.openxmlformats.org/officeDocument/2006/relationships/slideLayout" Target="/ppt/slideLayouts/slideLayout24.xml" Id="R79e79c4c0c444abe" /><Relationship Type="http://schemas.openxmlformats.org/officeDocument/2006/relationships/slideLayout" Target="/ppt/slideLayouts/slideLayout25.xml" Id="Rf9f4030432ee4ed2" /><Relationship Type="http://schemas.openxmlformats.org/officeDocument/2006/relationships/slideLayout" Target="/ppt/slideLayouts/slideLayout26.xml" Id="R5adb6198682c46aa" /><Relationship Type="http://schemas.openxmlformats.org/officeDocument/2006/relationships/slideLayout" Target="/ppt/slideLayouts/slideLayout27.xml" Id="R2930efbd60094b3f" /><Relationship Type="http://schemas.openxmlformats.org/officeDocument/2006/relationships/slideLayout" Target="/ppt/slideLayouts/slideLayout28.xml" Id="Rea7d6e8570454852" /><Relationship Type="http://schemas.openxmlformats.org/officeDocument/2006/relationships/slideLayout" Target="/ppt/slideLayouts/slideLayout29.xml" Id="R95786c2a8e8e421d" /><Relationship Type="http://schemas.openxmlformats.org/officeDocument/2006/relationships/slideLayout" Target="/ppt/slideLayouts/slideLayout30.xml" Id="R2951c1d98d2e4089" /><Relationship Type="http://schemas.openxmlformats.org/officeDocument/2006/relationships/slideLayout" Target="/ppt/slideLayouts/slideLayout31.xml" Id="R0944eb4a46a641ba" /><Relationship Type="http://schemas.openxmlformats.org/officeDocument/2006/relationships/slideLayout" Target="/ppt/slideLayouts/slideLayout32.xml" Id="Rd5c688cab03144cc" /><Relationship Type="http://schemas.openxmlformats.org/officeDocument/2006/relationships/slideLayout" Target="/ppt/slideLayouts/slideLayout33.xml" Id="R1d7c6372bce34259" /><Relationship Type="http://schemas.openxmlformats.org/officeDocument/2006/relationships/slideLayout" Target="/ppt/slideLayouts/slideLayout34.xml" Id="R0b92194494bd4b7c" /><Relationship Type="http://schemas.openxmlformats.org/officeDocument/2006/relationships/slideLayout" Target="/ppt/slideLayouts/slideLayout35.xml" Id="R4a34f38e187a4442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2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360C4AA4-E39D-49F5-9AD1-3A2C638E1E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F67F0A28-43D5-4931-8A63-7A4B895A258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7E40E75-04DB-4D84-9F35-E30F3F5A96F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031D6032-9F9E-4617-AC76-558EDB7B402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71021A58-41A1-4584-9CEE-3096DCA9B52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2312988a2694436"/>
    <p:sldLayoutId xmlns:r="http://schemas.openxmlformats.org/officeDocument/2006/relationships" id="2147483650" r:id="R11dd438b46b84fe5"/>
    <p:sldLayoutId xmlns:r="http://schemas.openxmlformats.org/officeDocument/2006/relationships" id="2147483651" r:id="R868b22f2fc914d0d"/>
    <p:sldLayoutId xmlns:r="http://schemas.openxmlformats.org/officeDocument/2006/relationships" id="2147483652" r:id="R98fb939ae2bb4960"/>
    <p:sldLayoutId xmlns:r="http://schemas.openxmlformats.org/officeDocument/2006/relationships" id="2147483653" r:id="R0e3912076ea448a2"/>
    <p:sldLayoutId xmlns:r="http://schemas.openxmlformats.org/officeDocument/2006/relationships" id="2147483654" r:id="Rbbb5be2b639e462c"/>
    <p:sldLayoutId xmlns:r="http://schemas.openxmlformats.org/officeDocument/2006/relationships" id="2147483655" r:id="R1d56a6f798c947e1"/>
    <p:sldLayoutId xmlns:r="http://schemas.openxmlformats.org/officeDocument/2006/relationships" id="2147483656" r:id="Ra8d0c32208a54ba1"/>
    <p:sldLayoutId xmlns:r="http://schemas.openxmlformats.org/officeDocument/2006/relationships" id="2147483657" r:id="R63ba748de570424d"/>
    <p:sldLayoutId xmlns:r="http://schemas.openxmlformats.org/officeDocument/2006/relationships" id="2147483658" r:id="R893cbb14884f4cd6"/>
    <p:sldLayoutId xmlns:r="http://schemas.openxmlformats.org/officeDocument/2006/relationships" id="2147483659" r:id="Rc7a2ff97eb044d7d"/>
    <p:sldLayoutId xmlns:r="http://schemas.openxmlformats.org/officeDocument/2006/relationships" id="2147483660" r:id="Rf691054e5bca4fa2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Ref idx="1001">
        <a:schemeClr xmlns:a="http://schemas.openxmlformats.org/drawingml/2006/main" val="bg2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084549D2-8037-4225-BEE4-D7511D40EAF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77AD1A5C-B3CE-42FF-9387-154062CE02C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E6DE7F8-6DB4-42F2-8DBA-7249FC98F489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58F10573-EF25-492C-A904-1039A7B1889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2F9F9CC6-73C7-4867-BEB9-35FE6F9E37B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2" r:id="Raf08c4f932714080"/>
    <p:sldLayoutId xmlns:r="http://schemas.openxmlformats.org/officeDocument/2006/relationships" id="2147483663" r:id="R6c5a07ad39c94980"/>
    <p:sldLayoutId xmlns:r="http://schemas.openxmlformats.org/officeDocument/2006/relationships" id="2147483664" r:id="R2e7fe596834042d6"/>
    <p:sldLayoutId xmlns:r="http://schemas.openxmlformats.org/officeDocument/2006/relationships" id="2147483665" r:id="Rd14024f1edc943a0"/>
    <p:sldLayoutId xmlns:r="http://schemas.openxmlformats.org/officeDocument/2006/relationships" id="2147483666" r:id="R393d29cff0234271"/>
    <p:sldLayoutId xmlns:r="http://schemas.openxmlformats.org/officeDocument/2006/relationships" id="2147483667" r:id="R9643479270ff4449"/>
    <p:sldLayoutId xmlns:r="http://schemas.openxmlformats.org/officeDocument/2006/relationships" id="2147483668" r:id="R85b0befa77ec4ee4"/>
    <p:sldLayoutId xmlns:r="http://schemas.openxmlformats.org/officeDocument/2006/relationships" id="2147483669" r:id="Rf775fad504d24d8c"/>
    <p:sldLayoutId xmlns:r="http://schemas.openxmlformats.org/officeDocument/2006/relationships" id="2147483670" r:id="Rf649eb9074a548e2"/>
    <p:sldLayoutId xmlns:r="http://schemas.openxmlformats.org/officeDocument/2006/relationships" id="2147483671" r:id="R073e7140888f4640"/>
    <p:sldLayoutId xmlns:r="http://schemas.openxmlformats.org/officeDocument/2006/relationships" id="2147483672" r:id="Re778fc1963974d98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Ref idx="1001">
        <a:schemeClr xmlns:a="http://schemas.openxmlformats.org/drawingml/2006/main" val="bg2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555F3D5F-8727-40A0-A2F7-72D827517FC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8B1BD4B-648B-4F95-A60E-D510BD76FFC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901C3CD-891C-4D05-8F88-F5D9F382BCC6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4ADFAF80-F2C9-4230-A379-0C713EC4C186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53A1E2A0-FF79-446F-9738-B787386F440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74" r:id="R79e79c4c0c444abe"/>
    <p:sldLayoutId xmlns:r="http://schemas.openxmlformats.org/officeDocument/2006/relationships" id="2147483675" r:id="Rf9f4030432ee4ed2"/>
    <p:sldLayoutId xmlns:r="http://schemas.openxmlformats.org/officeDocument/2006/relationships" id="2147483676" r:id="R5adb6198682c46aa"/>
    <p:sldLayoutId xmlns:r="http://schemas.openxmlformats.org/officeDocument/2006/relationships" id="2147483677" r:id="R2930efbd60094b3f"/>
    <p:sldLayoutId xmlns:r="http://schemas.openxmlformats.org/officeDocument/2006/relationships" id="2147483678" r:id="Rea7d6e8570454852"/>
    <p:sldLayoutId xmlns:r="http://schemas.openxmlformats.org/officeDocument/2006/relationships" id="2147483679" r:id="R95786c2a8e8e421d"/>
    <p:sldLayoutId xmlns:r="http://schemas.openxmlformats.org/officeDocument/2006/relationships" id="2147483680" r:id="R2951c1d98d2e4089"/>
    <p:sldLayoutId xmlns:r="http://schemas.openxmlformats.org/officeDocument/2006/relationships" id="2147483681" r:id="R0944eb4a46a641ba"/>
    <p:sldLayoutId xmlns:r="http://schemas.openxmlformats.org/officeDocument/2006/relationships" id="2147483682" r:id="Rd5c688cab03144cc"/>
    <p:sldLayoutId xmlns:r="http://schemas.openxmlformats.org/officeDocument/2006/relationships" id="2147483683" r:id="R1d7c6372bce34259"/>
    <p:sldLayoutId xmlns:r="http://schemas.openxmlformats.org/officeDocument/2006/relationships" id="2147483684" r:id="R0b92194494bd4b7c"/>
    <p:sldLayoutId xmlns:r="http://schemas.openxmlformats.org/officeDocument/2006/relationships" id="2147483685" r:id="R4a34f38e187a4442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ChatGPT">
      <a:dk1>
        <a:srgbClr val="000000"/>
      </a:dk1>
      <a:lt1>
        <a:srgbClr val="FFFFFF"/>
      </a:lt1>
      <a:dk2>
        <a:srgbClr val="3C2908"/>
      </a:dk2>
      <a:lt2>
        <a:srgbClr val="FFF9F0"/>
      </a:lt2>
      <a:accent1>
        <a:srgbClr val="BF5449"/>
      </a:accent1>
      <a:accent2>
        <a:srgbClr val="DB8461"/>
      </a:accent2>
      <a:accent3>
        <a:srgbClr val="DFAA75"/>
      </a:accent3>
      <a:accent4>
        <a:srgbClr val="99966E"/>
      </a:accent4>
      <a:accent5>
        <a:srgbClr val="936C47"/>
      </a:accent5>
      <a:accent6>
        <a:srgbClr val="6B7B4F"/>
      </a:accent6>
      <a:hlink>
        <a:srgbClr val="0026E5"/>
      </a:hlink>
      <a:folHlink>
        <a:srgbClr val="7E1FAD"/>
      </a:folHlink>
    </a:clrScheme>
    <a:fontScheme name="">
      <a:majorFont>
        <a:latin typeface="汉语拼音"/>
        <a:ea typeface="超清极简护眼楷"/>
        <a:cs typeface=""/>
      </a:majorFont>
      <a:minorFont>
        <a:latin typeface="汉语拼音"/>
        <a:ea typeface="超清极简护眼楷"/>
        <a:cs typeface="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1_Office 主题​​">
  <a:themeElements>
    <a:clrScheme name="ChatGPT">
      <a:dk1>
        <a:srgbClr val="000000"/>
      </a:dk1>
      <a:lt1>
        <a:srgbClr val="FFFFFF"/>
      </a:lt1>
      <a:dk2>
        <a:srgbClr val="3C2908"/>
      </a:dk2>
      <a:lt2>
        <a:srgbClr val="FFF9F0"/>
      </a:lt2>
      <a:accent1>
        <a:srgbClr val="BF5449"/>
      </a:accent1>
      <a:accent2>
        <a:srgbClr val="DB8461"/>
      </a:accent2>
      <a:accent3>
        <a:srgbClr val="DFAA75"/>
      </a:accent3>
      <a:accent4>
        <a:srgbClr val="99966E"/>
      </a:accent4>
      <a:accent5>
        <a:srgbClr val="936C47"/>
      </a:accent5>
      <a:accent6>
        <a:srgbClr val="6B7B4F"/>
      </a:accent6>
      <a:hlink>
        <a:srgbClr val="0026E5"/>
      </a:hlink>
      <a:folHlink>
        <a:srgbClr val="7E1FAD"/>
      </a:folHlink>
    </a:clrScheme>
    <a:fontScheme name="">
      <a:majorFont>
        <a:latin typeface="汉语拼音"/>
        <a:ea typeface="超清极简护眼楷"/>
        <a:cs typeface=""/>
      </a:majorFont>
      <a:minorFont>
        <a:latin typeface="汉语拼音"/>
        <a:ea typeface="超清极简护眼楷"/>
        <a:cs typeface="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2_Office 主题​​">
  <a:themeElements>
    <a:clrScheme name="ChatGPT">
      <a:dk1>
        <a:srgbClr val="000000"/>
      </a:dk1>
      <a:lt1>
        <a:srgbClr val="FFFFFF"/>
      </a:lt1>
      <a:dk2>
        <a:srgbClr val="3C2908"/>
      </a:dk2>
      <a:lt2>
        <a:srgbClr val="FFF9F0"/>
      </a:lt2>
      <a:accent1>
        <a:srgbClr val="BF5449"/>
      </a:accent1>
      <a:accent2>
        <a:srgbClr val="DB8461"/>
      </a:accent2>
      <a:accent3>
        <a:srgbClr val="DFAA75"/>
      </a:accent3>
      <a:accent4>
        <a:srgbClr val="99966E"/>
      </a:accent4>
      <a:accent5>
        <a:srgbClr val="936C47"/>
      </a:accent5>
      <a:accent6>
        <a:srgbClr val="6B7B4F"/>
      </a:accent6>
      <a:hlink>
        <a:srgbClr val="0026E5"/>
      </a:hlink>
      <a:folHlink>
        <a:srgbClr val="7E1FAD"/>
      </a:folHlink>
    </a:clrScheme>
    <a:fontScheme name="">
      <a:majorFont>
        <a:latin typeface="汉语拼音"/>
        <a:ea typeface="超清极简护眼楷"/>
        <a:cs typeface=""/>
      </a:majorFont>
      <a:minorFont>
        <a:latin typeface="汉语拼音"/>
        <a:ea typeface="超清极简护眼楷"/>
        <a:cs typeface="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667f7eb97d432c" /><Relationship Type="http://schemas.openxmlformats.org/officeDocument/2006/relationships/notesSlide" Target="/ppt/notesSlides/notesSlide1.xml" Id="R5f36c8f5ac884b1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338188cab8b4872" /><Relationship Type="http://schemas.openxmlformats.org/officeDocument/2006/relationships/image" Target="/ppt/media/image.jpeg" Id="R0030efa8bdb84f1d" /><Relationship Type="http://schemas.openxmlformats.org/officeDocument/2006/relationships/image" Target="/ppt/media/image2.jpeg" Id="Rb08fb33d034c458b" /><Relationship Type="http://schemas.openxmlformats.org/officeDocument/2006/relationships/image" Target="/ppt/media/image3.jpeg" Id="Rb1ef1c4f9f234584" /><Relationship Type="http://schemas.openxmlformats.org/officeDocument/2006/relationships/image" Target="/ppt/media/image4.jpeg" Id="Rb906aebb1cae4c9a" /><Relationship Type="http://schemas.openxmlformats.org/officeDocument/2006/relationships/image" Target="/ppt/media/image5.jpeg" Id="R8925b1d7f8d64676" /><Relationship Type="http://schemas.openxmlformats.org/officeDocument/2006/relationships/image" Target="/ppt/media/image6.jpeg" Id="R5f1d5e1597f04d7d" /><Relationship Type="http://schemas.openxmlformats.org/officeDocument/2006/relationships/notesSlide" Target="/ppt/notesSlides/notesSlide2.xml" Id="R947c8ab3b9ca444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0a1489043aa441c" /><Relationship Type="http://schemas.openxmlformats.org/officeDocument/2006/relationships/image" Target="/ppt/media/image7.jpeg" Id="R4fbe078a0b574f1f" /><Relationship Type="http://schemas.openxmlformats.org/officeDocument/2006/relationships/notesSlide" Target="/ppt/notesSlides/notesSlide3.xml" Id="R824af3ddcfc5498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868cf6e6ff1b4143" /><Relationship Type="http://schemas.openxmlformats.org/officeDocument/2006/relationships/notesSlide" Target="/ppt/notesSlides/notesSlide4.xml" Id="Raa50202df1084a3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51fe190c6b4a6f" /><Relationship Type="http://schemas.openxmlformats.org/officeDocument/2006/relationships/image" Target="/ppt/media/image8.jpeg" Id="R81b1105a022845b1" /><Relationship Type="http://schemas.openxmlformats.org/officeDocument/2006/relationships/notesSlide" Target="/ppt/notesSlides/notesSlide5.xml" Id="Rc54cd1aea8b343b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535f84d029d4ba3" /><Relationship Type="http://schemas.openxmlformats.org/officeDocument/2006/relationships/image" Target="/ppt/media/image9.jpeg" Id="R0190a0d093924f0c" /><Relationship Type="http://schemas.openxmlformats.org/officeDocument/2006/relationships/notesSlide" Target="/ppt/notesSlides/notesSlide6.xml" Id="Raf8c96f05deb4ae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59bcc65068a4d74" /><Relationship Type="http://schemas.openxmlformats.org/officeDocument/2006/relationships/notesSlide" Target="/ppt/notesSlides/notesSlide7.xml" Id="Rb20fecd7fcf1442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a65f45849f6409e" /><Relationship Type="http://schemas.openxmlformats.org/officeDocument/2006/relationships/image" Target="/ppt/media/image.png" Id="R998e26aac42c4fa3" /><Relationship Type="http://schemas.openxmlformats.org/officeDocument/2006/relationships/image" Target="/ppt/media/image2.png" Id="Rdc9e62cb2bd34556" /><Relationship Type="http://schemas.openxmlformats.org/officeDocument/2006/relationships/image" Target="/ppt/media/image3.png" Id="Rf4ffb9a7e2404b53" /><Relationship Type="http://schemas.openxmlformats.org/officeDocument/2006/relationships/notesSlide" Target="/ppt/notesSlides/notesSlide8.xml" Id="Ra4e46558db9c4f0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79cba5c8ae448b6" /><Relationship Type="http://schemas.openxmlformats.org/officeDocument/2006/relationships/notesSlide" Target="/ppt/notesSlides/notesSlide9.xml" Id="R96ce542ca6b04c3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a317dd0d824259" /><Relationship Type="http://schemas.openxmlformats.org/officeDocument/2006/relationships/notesSlide" Target="/ppt/notesSlides/notesSlide10.xml" Id="R3a3757b8a4ae4c2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776bad003cf4299" /><Relationship Type="http://schemas.openxmlformats.org/officeDocument/2006/relationships/notesSlide" Target="/ppt/notesSlides/notesSlide11.xml" Id="R786da5d25fc3476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55bc2d133d54715" /><Relationship Type="http://schemas.openxmlformats.org/officeDocument/2006/relationships/image" Target="/ppt/media/image10.jpeg" Id="R0a016913dc0e43ed" /><Relationship Type="http://schemas.openxmlformats.org/officeDocument/2006/relationships/notesSlide" Target="/ppt/notesSlides/notesSlide12.xml" Id="R8dd19c63615b452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51c5ab30b7124148" /><Relationship Type="http://schemas.openxmlformats.org/officeDocument/2006/relationships/notesSlide" Target="/ppt/notesSlides/notesSlide13.xml" Id="Re1aad94c2359423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311ae9f6154848" /><Relationship Type="http://schemas.openxmlformats.org/officeDocument/2006/relationships/image" Target="/ppt/media/image11.jpeg" Id="R7ba77104ec8f4b61" /><Relationship Type="http://schemas.openxmlformats.org/officeDocument/2006/relationships/notesSlide" Target="/ppt/notesSlides/notesSlide14.xml" Id="R45bb305e3204433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230ee83a1f44213" /><Relationship Type="http://schemas.openxmlformats.org/officeDocument/2006/relationships/image" Target="/ppt/media/image12.jpeg" Id="R948e4f8e99964595" /><Relationship Type="http://schemas.openxmlformats.org/officeDocument/2006/relationships/notesSlide" Target="/ppt/notesSlides/notesSlide15.xml" Id="R17763fd75d724d0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0eb2626293149af" /><Relationship Type="http://schemas.openxmlformats.org/officeDocument/2006/relationships/notesSlide" Target="/ppt/notesSlides/notesSlide16.xml" Id="Rd533f22dc826434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76bc8bc867142da" /><Relationship Type="http://schemas.openxmlformats.org/officeDocument/2006/relationships/image" Target="/ppt/media/image4.png" Id="R7f301f48fe6f4654" /><Relationship Type="http://schemas.openxmlformats.org/officeDocument/2006/relationships/image" Target="/ppt/media/image5.png" Id="R68ceca2ae22440ea" /><Relationship Type="http://schemas.openxmlformats.org/officeDocument/2006/relationships/image" Target="/ppt/media/image6.png" Id="Rf1da3019ea664ae7" /><Relationship Type="http://schemas.openxmlformats.org/officeDocument/2006/relationships/notesSlide" Target="/ppt/notesSlides/notesSlide17.xml" Id="R49da34e8c20649c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cd01004db0642f1" /><Relationship Type="http://schemas.openxmlformats.org/officeDocument/2006/relationships/notesSlide" Target="/ppt/notesSlides/notesSlide18.xml" Id="R163064c5f83b491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150f1ee2f63b4252" /><Relationship Type="http://schemas.openxmlformats.org/officeDocument/2006/relationships/notesSlide" Target="/ppt/notesSlides/notesSlide19.xml" Id="R5a4ac39d34aa458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2bb9b6c9a54abd" /><Relationship Type="http://schemas.openxmlformats.org/officeDocument/2006/relationships/notesSlide" Target="/ppt/notesSlides/notesSlide20.xml" Id="Rca9e2ed71b704b20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81d172441514a96" /><Relationship Type="http://schemas.openxmlformats.org/officeDocument/2006/relationships/notesSlide" Target="/ppt/notesSlides/notesSlide21.xml" Id="R2c65dfa79e23474b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f71520db08b4b0e" /><Relationship Type="http://schemas.openxmlformats.org/officeDocument/2006/relationships/image" Target="/ppt/media/image13.jpeg" Id="R044db0a1bd834214" /><Relationship Type="http://schemas.openxmlformats.org/officeDocument/2006/relationships/notesSlide" Target="/ppt/notesSlides/notesSlide22.xml" Id="Rd3f657015fc9494d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60502009cd0c4ecd" /><Relationship Type="http://schemas.openxmlformats.org/officeDocument/2006/relationships/notesSlide" Target="/ppt/notesSlides/notesSlide23.xml" Id="R2d7c6532a3d34ff9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1d981de5954e4d" /><Relationship Type="http://schemas.openxmlformats.org/officeDocument/2006/relationships/image" Target="/ppt/media/image14.jpeg" Id="R2135b5e4725d422d" /><Relationship Type="http://schemas.openxmlformats.org/officeDocument/2006/relationships/notesSlide" Target="/ppt/notesSlides/notesSlide24.xml" Id="Rd5d11bbe0d05420a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bb4a16110f44b3d" /><Relationship Type="http://schemas.openxmlformats.org/officeDocument/2006/relationships/image" Target="/ppt/media/image15.jpeg" Id="Rfb82252de94640ed" /><Relationship Type="http://schemas.openxmlformats.org/officeDocument/2006/relationships/notesSlide" Target="/ppt/notesSlides/notesSlide25.xml" Id="R8d0b7a72a8fa4398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4de04b20ac24755" /><Relationship Type="http://schemas.openxmlformats.org/officeDocument/2006/relationships/notesSlide" Target="/ppt/notesSlides/notesSlide26.xml" Id="R8bb33a8e2b884036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e4eb9919bad64431" /><Relationship Type="http://schemas.openxmlformats.org/officeDocument/2006/relationships/notesSlide" Target="/ppt/notesSlides/notesSlide27.xml" Id="Rb3ba04862874437a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d4c3b86cc7ec4213" /><Relationship Type="http://schemas.openxmlformats.org/officeDocument/2006/relationships/image" Target="/ppt/media/image7.png" Id="Rc9c1f62e39bf4dbe" /><Relationship Type="http://schemas.openxmlformats.org/officeDocument/2006/relationships/image" Target="/ppt/media/image8.png" Id="R1897ed9c6ba341c3" /><Relationship Type="http://schemas.openxmlformats.org/officeDocument/2006/relationships/notesSlide" Target="/ppt/notesSlides/notesSlide28.xml" Id="Ra7f1b7f797fe4647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4058aba2727454a" /><Relationship Type="http://schemas.openxmlformats.org/officeDocument/2006/relationships/notesSlide" Target="/ppt/notesSlides/notesSlide29.xml" Id="Rba81141372f3467e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5124aa46324a62" /><Relationship Type="http://schemas.openxmlformats.org/officeDocument/2006/relationships/notesSlide" Target="/ppt/notesSlides/notesSlide30.xml" Id="Rcc5f19ee7a274bc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itle">
            <a:extLst xmlns:a="http://schemas.openxmlformats.org/drawingml/2006/main">
              <a:ext uri="{FF2B5EF4-FFF2-40B4-BE49-F238E27FC236}">
                <a16:creationId xmlns:a16="http://schemas.microsoft.com/office/drawing/2014/main" id="{C33D17D3-D8B0-4424-90BD-EEAB9F854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3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第15课｜大兴机场见！  Lesson 15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E38C8B14-8BD4-45F4-B5D9-4FBC822D1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94C26C94-0250-4B97-A72A-D79EA18D6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读课题，说说你认识哪些词。</a:t>
            </a:r>
          </a:p>
        </p:txBody>
      </p:sp>
      <p:sp>
        <p:nvSpPr>
          <p:cNvPr id="5" name="cover-series">
            <a:extLst xmlns:a="http://schemas.openxmlformats.org/drawingml/2006/main">
              <a:ext uri="{FF2B5EF4-FFF2-40B4-BE49-F238E27FC236}">
                <a16:creationId xmlns:a16="http://schemas.microsoft.com/office/drawing/2014/main" id="{09C4A962-3B2D-4665-9AE9-A568A9A5B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4381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97423B"/>
                </a:solidFill>
              </a:defRPr>
            </a:pPr>
            <a:r>
              <a:rPr sz="25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HSK教程</a:t>
            </a:r>
          </a:p>
        </p:txBody>
      </p:sp>
      <p:sp>
        <p:nvSpPr>
          <p:cNvPr id="6" name="cover-volume">
            <a:extLst xmlns:a="http://schemas.openxmlformats.org/drawingml/2006/main">
              <a:ext uri="{FF2B5EF4-FFF2-40B4-BE49-F238E27FC236}">
                <a16:creationId xmlns:a16="http://schemas.microsoft.com/office/drawing/2014/main" id="{517E56B8-CEF1-40EC-AE5C-BE24C59E7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765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68605A"/>
                </a:solidFill>
              </a:defRPr>
            </a:pPr>
            <a:r>
              <a:rPr sz="2025" b="0">
                <a:solidFill>
                  <a:srgbClr val="68605A"/>
                </a:solidFill>
                <a:latin typeface="KaiTi"/>
                <a:ea typeface="KaiTi"/>
                <a:cs typeface="KaiTi"/>
              </a:rPr>
              <a:t>第一册</a:t>
            </a:r>
          </a:p>
        </p:txBody>
      </p:sp>
      <p:sp>
        <p:nvSpPr>
          <p:cNvPr id="7" name="cover-lesson">
            <a:extLst xmlns:a="http://schemas.openxmlformats.org/drawingml/2006/main">
              <a:ext uri="{FF2B5EF4-FFF2-40B4-BE49-F238E27FC236}">
                <a16:creationId xmlns:a16="http://schemas.microsoft.com/office/drawing/2014/main" id="{3C01B12D-0E37-4C78-BA15-03258D92A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76600"/>
            <a:ext cx="2571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BF5449"/>
                </a:solidFill>
              </a:defRPr>
            </a:pPr>
            <a:r>
              <a:rPr sz="2850" b="1">
                <a:solidFill>
                  <a:srgbClr val="BF5449"/>
                </a:solidFill>
                <a:latin typeface="KaiTi"/>
                <a:ea typeface="KaiTi"/>
                <a:cs typeface="KaiTi"/>
              </a:rPr>
              <a:t>第15课</a:t>
            </a:r>
          </a:p>
        </p:txBody>
      </p:sp>
      <p:sp>
        <p:nvSpPr>
          <p:cNvPr id="8" name="cover-title">
            <a:extLst xmlns:a="http://schemas.openxmlformats.org/drawingml/2006/main">
              <a:ext uri="{FF2B5EF4-FFF2-40B4-BE49-F238E27FC236}">
                <a16:creationId xmlns:a16="http://schemas.microsoft.com/office/drawing/2014/main" id="{F1AD7FDB-8F74-4ED1-976F-C6A7869A3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24300"/>
            <a:ext cx="5905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4650" b="1">
                <a:solidFill>
                  <a:srgbClr val="171717"/>
                </a:solidFill>
              </a:defRPr>
            </a:pPr>
            <a:r>
              <a:rPr sz="33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大兴机场见！</a:t>
            </a:r>
          </a:p>
        </p:txBody>
      </p:sp>
      <p:sp>
        <p:nvSpPr>
          <p:cNvPr id="9" name="cover-rule">
            <a:extLst xmlns:a="http://schemas.openxmlformats.org/drawingml/2006/main">
              <a:ext uri="{FF2B5EF4-FFF2-40B4-BE49-F238E27FC236}">
                <a16:creationId xmlns:a16="http://schemas.microsoft.com/office/drawing/2014/main" id="{788C2703-AB9E-4912-8731-3B4514996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10150"/>
            <a:ext cx="4191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goal-label">
            <a:extLst xmlns:a="http://schemas.openxmlformats.org/drawingml/2006/main">
              <a:ext uri="{FF2B5EF4-FFF2-40B4-BE49-F238E27FC236}">
                <a16:creationId xmlns:a16="http://schemas.microsoft.com/office/drawing/2014/main" id="{10BCF8CB-9CC9-4C23-AE3A-0EDF5FE9D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88595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97423B"/>
                </a:solidFill>
              </a:defRPr>
            </a:pPr>
            <a:r>
              <a:rPr sz="2175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学完本课，我会</a:t>
            </a:r>
          </a:p>
        </p:txBody>
      </p:sp>
      <p:sp>
        <p:nvSpPr>
          <p:cNvPr id="11" name="goal-no-1">
            <a:extLst xmlns:a="http://schemas.openxmlformats.org/drawingml/2006/main">
              <a:ext uri="{FF2B5EF4-FFF2-40B4-BE49-F238E27FC236}">
                <a16:creationId xmlns:a16="http://schemas.microsoft.com/office/drawing/2014/main" id="{1D44B8C3-FD18-48B0-96F6-B9989250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609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1</a:t>
            </a:r>
          </a:p>
        </p:txBody>
      </p:sp>
      <p:sp>
        <p:nvSpPr>
          <p:cNvPr id="12" name="goal-1">
            <a:extLst xmlns:a="http://schemas.openxmlformats.org/drawingml/2006/main">
              <a:ext uri="{FF2B5EF4-FFF2-40B4-BE49-F238E27FC236}">
                <a16:creationId xmlns:a16="http://schemas.microsoft.com/office/drawing/2014/main" id="{2A8610A6-51DB-4323-9B7C-FC54387CF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62225"/>
            <a:ext cx="319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表达旅行意向和计划</a:t>
            </a:r>
          </a:p>
        </p:txBody>
      </p:sp>
      <p:sp>
        <p:nvSpPr>
          <p:cNvPr id="13" name="goal-no-2">
            <a:extLst xmlns:a="http://schemas.openxmlformats.org/drawingml/2006/main">
              <a:ext uri="{FF2B5EF4-FFF2-40B4-BE49-F238E27FC236}">
                <a16:creationId xmlns:a16="http://schemas.microsoft.com/office/drawing/2014/main" id="{217AE894-226E-4319-A949-A6513EBF4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4671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2</a:t>
            </a:r>
          </a:p>
        </p:txBody>
      </p:sp>
      <p:sp>
        <p:nvSpPr>
          <p:cNvPr id="14" name="goal-2">
            <a:extLst xmlns:a="http://schemas.openxmlformats.org/drawingml/2006/main">
              <a:ext uri="{FF2B5EF4-FFF2-40B4-BE49-F238E27FC236}">
                <a16:creationId xmlns:a16="http://schemas.microsoft.com/office/drawing/2014/main" id="{5A0FE2CA-CDE7-4EBE-8C6C-9B1AD915A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19475"/>
            <a:ext cx="319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使用“也／还”连接并列分句</a:t>
            </a:r>
          </a:p>
        </p:txBody>
      </p:sp>
      <p:sp>
        <p:nvSpPr>
          <p:cNvPr id="15" name="goal-no-3">
            <a:extLst xmlns:a="http://schemas.openxmlformats.org/drawingml/2006/main">
              <a:ext uri="{FF2B5EF4-FFF2-40B4-BE49-F238E27FC236}">
                <a16:creationId xmlns:a16="http://schemas.microsoft.com/office/drawing/2014/main" id="{E0EBBFD2-C125-4DA6-A83C-95530612F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3243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3</a:t>
            </a:r>
          </a:p>
        </p:txBody>
      </p:sp>
      <p:sp>
        <p:nvSpPr>
          <p:cNvPr id="16" name="goal-3">
            <a:extLst xmlns:a="http://schemas.openxmlformats.org/drawingml/2006/main">
              <a:ext uri="{FF2B5EF4-FFF2-40B4-BE49-F238E27FC236}">
                <a16:creationId xmlns:a16="http://schemas.microsoft.com/office/drawing/2014/main" id="{647B7265-020F-4CD7-8031-0F50AD4A9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76725"/>
            <a:ext cx="319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了解待客礼仪和北京</a:t>
            </a:r>
          </a:p>
        </p:txBody>
      </p:sp>
      <p:sp>
        <p:nvSpPr>
          <p:cNvPr id="17" name="lesson-keywords">
            <a:extLst xmlns:a="http://schemas.openxmlformats.org/drawingml/2006/main">
              <a:ext uri="{FF2B5EF4-FFF2-40B4-BE49-F238E27FC236}">
                <a16:creationId xmlns:a16="http://schemas.microsoft.com/office/drawing/2014/main" id="{295FA007-FB85-4194-A0B4-8BF7952AF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353050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68605A"/>
                </a:solidFill>
              </a:defRPr>
            </a:pPr>
            <a:r>
              <a:rPr sz="2250" b="0">
                <a:solidFill>
                  <a:srgbClr val="68605A"/>
                </a:solidFill>
                <a:latin typeface="KaiTi"/>
                <a:ea typeface="KaiTi"/>
                <a:cs typeface="KaiTi"/>
              </a:rPr>
              <a:t>旅行计划｜也／还</a:t>
            </a:r>
          </a:p>
          <a:p xmlns:a="http://schemas.openxmlformats.org/drawingml/2006/main">
            <a:pPr algn="ctr">
              <a:buNone/>
              <a:defRPr sz="1425" b="0">
                <a:solidFill>
                  <a:srgbClr val="68605A"/>
                </a:solidFill>
              </a:defRPr>
            </a:pPr>
            <a:r>
              <a:rPr sz="2250" b="0">
                <a:solidFill>
                  <a:srgbClr val="68605A"/>
                </a:solidFill>
                <a:latin typeface="KaiTi"/>
                <a:ea typeface="KaiTi"/>
                <a:cs typeface="KaiTi"/>
              </a:rPr>
              <a:t>都｜北京</a:t>
            </a:r>
          </a:p>
        </p:txBody>
      </p:sp>
      <p:sp>
        <p:nvSpPr>
          <p:cNvPr id="18" name="footer-rule">
            <a:extLst xmlns:a="http://schemas.openxmlformats.org/drawingml/2006/main">
              <a:ext uri="{FF2B5EF4-FFF2-40B4-BE49-F238E27FC236}">
                <a16:creationId xmlns:a16="http://schemas.microsoft.com/office/drawing/2014/main" id="{535B1C18-F002-4E1D-8D2D-BA45E451E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age-mark">
            <a:extLst xmlns:a="http://schemas.openxmlformats.org/drawingml/2006/main">
              <a:ext uri="{FF2B5EF4-FFF2-40B4-BE49-F238E27FC236}">
                <a16:creationId xmlns:a16="http://schemas.microsoft.com/office/drawing/2014/main" id="{D2B6DF69-85B1-4C3F-81E9-AD91EF0DE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第15课  |  01</a:t>
            </a:r>
          </a:p>
        </p:txBody>
      </p:sp>
    </p:spTree>
    <p:extLst>
      <p:ext uri="{BB962C8B-B14F-4D97-AF65-F5344CB8AC3E}">
        <p14:creationId xmlns:p14="http://schemas.microsoft.com/office/powerpoint/2010/main" val="144870397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title">
            <a:extLst xmlns:a="http://schemas.openxmlformats.org/drawingml/2006/main">
              <a:ext uri="{FF2B5EF4-FFF2-40B4-BE49-F238E27FC236}">
                <a16:creationId xmlns:a16="http://schemas.microsoft.com/office/drawing/2014/main" id="{92DBB4D5-E0F4-4A18-B39A-8EEE3DAD3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看图热身  Warm-up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DD28ED22-996B-46DB-9D52-C1AB1FAD5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9604BD71-5803-470C-A7E7-8BA29AE29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看图选词，把字母写在图片旁。</a:t>
            </a:r>
          </a:p>
        </p:txBody>
      </p:sp>
      <p:sp>
        <p:nvSpPr>
          <p:cNvPr id="6" name="warm-label-1">
            <a:extLst xmlns:a="http://schemas.openxmlformats.org/drawingml/2006/main">
              <a:ext uri="{FF2B5EF4-FFF2-40B4-BE49-F238E27FC236}">
                <a16:creationId xmlns:a16="http://schemas.microsoft.com/office/drawing/2014/main" id="{CC4C5664-E04E-4073-B012-DDFA48B2B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8288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1</a:t>
            </a:r>
          </a:p>
        </p:txBody>
      </p:sp>
      <p:sp>
        <p:nvSpPr>
          <p:cNvPr id="7" name="warm-blank-1">
            <a:extLst xmlns:a="http://schemas.openxmlformats.org/drawingml/2006/main">
              <a:ext uri="{FF2B5EF4-FFF2-40B4-BE49-F238E27FC236}">
                <a16:creationId xmlns:a16="http://schemas.microsoft.com/office/drawing/2014/main" id="{4538CD3C-A314-4A89-8E13-E4E6C86E3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457450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71717"/>
                </a:solidFill>
              </a:defRPr>
            </a:pPr>
            <a:r>
              <a:rPr sz="172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_______</a:t>
            </a:r>
          </a:p>
        </p:txBody>
      </p:sp>
      <p:sp>
        <p:nvSpPr>
          <p:cNvPr id="9" name="warm-label-2">
            <a:extLst xmlns:a="http://schemas.openxmlformats.org/drawingml/2006/main">
              <a:ext uri="{FF2B5EF4-FFF2-40B4-BE49-F238E27FC236}">
                <a16:creationId xmlns:a16="http://schemas.microsoft.com/office/drawing/2014/main" id="{8B6C5677-CB1D-4411-935C-E7CAD37AA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18288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2</a:t>
            </a:r>
          </a:p>
        </p:txBody>
      </p:sp>
      <p:sp>
        <p:nvSpPr>
          <p:cNvPr id="10" name="warm-blank-2">
            <a:extLst xmlns:a="http://schemas.openxmlformats.org/drawingml/2006/main">
              <a:ext uri="{FF2B5EF4-FFF2-40B4-BE49-F238E27FC236}">
                <a16:creationId xmlns:a16="http://schemas.microsoft.com/office/drawing/2014/main" id="{62E1CFB2-ABC8-425D-8FD3-5BADAF352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457450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71717"/>
                </a:solidFill>
              </a:defRPr>
            </a:pPr>
            <a:r>
              <a:rPr sz="172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_______</a:t>
            </a:r>
          </a:p>
        </p:txBody>
      </p:sp>
      <p:sp>
        <p:nvSpPr>
          <p:cNvPr id="12" name="warm-label-3">
            <a:extLst xmlns:a="http://schemas.openxmlformats.org/drawingml/2006/main">
              <a:ext uri="{FF2B5EF4-FFF2-40B4-BE49-F238E27FC236}">
                <a16:creationId xmlns:a16="http://schemas.microsoft.com/office/drawing/2014/main" id="{890D6DFE-F889-4E23-AF05-F1BC4A9AA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18288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3</a:t>
            </a:r>
          </a:p>
        </p:txBody>
      </p:sp>
      <p:sp>
        <p:nvSpPr>
          <p:cNvPr id="13" name="warm-blank-3">
            <a:extLst xmlns:a="http://schemas.openxmlformats.org/drawingml/2006/main">
              <a:ext uri="{FF2B5EF4-FFF2-40B4-BE49-F238E27FC236}">
                <a16:creationId xmlns:a16="http://schemas.microsoft.com/office/drawing/2014/main" id="{B733404F-784E-458D-B609-EAA8B3A80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457450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71717"/>
                </a:solidFill>
              </a:defRPr>
            </a:pPr>
            <a:r>
              <a:rPr sz="172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_______</a:t>
            </a:r>
          </a:p>
        </p:txBody>
      </p:sp>
      <p:sp>
        <p:nvSpPr>
          <p:cNvPr id="15" name="warm-label-4">
            <a:extLst xmlns:a="http://schemas.openxmlformats.org/drawingml/2006/main">
              <a:ext uri="{FF2B5EF4-FFF2-40B4-BE49-F238E27FC236}">
                <a16:creationId xmlns:a16="http://schemas.microsoft.com/office/drawing/2014/main" id="{40B14FC5-C47E-4D14-91AF-2C2A33B89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06717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4</a:t>
            </a:r>
          </a:p>
        </p:txBody>
      </p:sp>
      <p:sp>
        <p:nvSpPr>
          <p:cNvPr id="16" name="warm-blank-4">
            <a:extLst xmlns:a="http://schemas.openxmlformats.org/drawingml/2006/main">
              <a:ext uri="{FF2B5EF4-FFF2-40B4-BE49-F238E27FC236}">
                <a16:creationId xmlns:a16="http://schemas.microsoft.com/office/drawing/2014/main" id="{697A49F8-2455-4156-91C3-EFFA1D492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695825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71717"/>
                </a:solidFill>
              </a:defRPr>
            </a:pPr>
            <a:r>
              <a:rPr sz="172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_______</a:t>
            </a:r>
          </a:p>
        </p:txBody>
      </p:sp>
      <p:sp>
        <p:nvSpPr>
          <p:cNvPr id="18" name="warm-label-5">
            <a:extLst xmlns:a="http://schemas.openxmlformats.org/drawingml/2006/main">
              <a:ext uri="{FF2B5EF4-FFF2-40B4-BE49-F238E27FC236}">
                <a16:creationId xmlns:a16="http://schemas.microsoft.com/office/drawing/2014/main" id="{34BC9E27-3B21-416E-A98F-6802F1D76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406717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5</a:t>
            </a:r>
          </a:p>
        </p:txBody>
      </p:sp>
      <p:sp>
        <p:nvSpPr>
          <p:cNvPr id="19" name="warm-blank-5">
            <a:extLst xmlns:a="http://schemas.openxmlformats.org/drawingml/2006/main">
              <a:ext uri="{FF2B5EF4-FFF2-40B4-BE49-F238E27FC236}">
                <a16:creationId xmlns:a16="http://schemas.microsoft.com/office/drawing/2014/main" id="{D286A6C4-5EF0-46D4-84C2-8AB8C186D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695825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71717"/>
                </a:solidFill>
              </a:defRPr>
            </a:pPr>
            <a:r>
              <a:rPr sz="172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_______</a:t>
            </a:r>
          </a:p>
        </p:txBody>
      </p:sp>
      <p:sp>
        <p:nvSpPr>
          <p:cNvPr id="21" name="warm-label-6">
            <a:extLst xmlns:a="http://schemas.openxmlformats.org/drawingml/2006/main">
              <a:ext uri="{FF2B5EF4-FFF2-40B4-BE49-F238E27FC236}">
                <a16:creationId xmlns:a16="http://schemas.microsoft.com/office/drawing/2014/main" id="{562A7C83-5B5C-460C-AE6F-BBB1AD6EB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406717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6</a:t>
            </a:r>
          </a:p>
        </p:txBody>
      </p:sp>
      <p:sp>
        <p:nvSpPr>
          <p:cNvPr id="22" name="warm-blank-6">
            <a:extLst xmlns:a="http://schemas.openxmlformats.org/drawingml/2006/main">
              <a:ext uri="{FF2B5EF4-FFF2-40B4-BE49-F238E27FC236}">
                <a16:creationId xmlns:a16="http://schemas.microsoft.com/office/drawing/2014/main" id="{74B1C8A0-C408-4027-98FB-A05C4C393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695825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71717"/>
                </a:solidFill>
              </a:defRPr>
            </a:pPr>
            <a:r>
              <a:rPr sz="172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_______</a:t>
            </a:r>
          </a:p>
        </p:txBody>
      </p:sp>
      <p:sp>
        <p:nvSpPr>
          <p:cNvPr id="23" name="warm-wordbank">
            <a:extLst xmlns:a="http://schemas.openxmlformats.org/drawingml/2006/main">
              <a:ext uri="{FF2B5EF4-FFF2-40B4-BE49-F238E27FC236}">
                <a16:creationId xmlns:a16="http://schemas.microsoft.com/office/drawing/2014/main" id="{6BC1B801-8483-4833-AF8E-A61E609F8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676900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97423B"/>
                </a:solidFill>
              </a:defRPr>
            </a:pPr>
            <a:r>
              <a:rPr sz="22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词语：A 北京　B 好玩儿　C 飞机　D 早饭　E 早　F 男朋友</a:t>
            </a:r>
          </a:p>
        </p:txBody>
      </p:sp>
      <p:sp>
        <p:nvSpPr>
          <p:cNvPr id="2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A8EE9267-BDFD-4CA1-BBE2-B65169B54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age-mark">
            <a:extLst xmlns:a="http://schemas.openxmlformats.org/drawingml/2006/main">
              <a:ext uri="{FF2B5EF4-FFF2-40B4-BE49-F238E27FC236}">
                <a16:creationId xmlns:a16="http://schemas.microsoft.com/office/drawing/2014/main" id="{94F19BF5-7EFB-43F4-ABB9-13F0E0F27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第15课  |  02</a:t>
            </a:r>
          </a:p>
        </p:txBody>
      </p:sp>
      <p:pic>
        <p:nvPicPr>
          <p:cNvPr id="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30efa8bdb84f1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8200" y="1676400"/>
            <a:ext cx="2047875" cy="1428750"/>
          </a:xfrm>
          <a:prstGeom xmlns:a="http://schemas.openxmlformats.org/drawingml/2006/main" prst="rect">
            <a:avLst/>
          </a:prstGeom>
        </p:spPr>
      </p:pic>
      <p:pic>
        <p:nvPicPr>
          <p:cNvPr id="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8fb33d034c458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00575" y="1676400"/>
            <a:ext cx="2047875" cy="1428750"/>
          </a:xfrm>
          <a:prstGeom xmlns:a="http://schemas.openxmlformats.org/drawingml/2006/main" prst="rect">
            <a:avLst/>
          </a:prstGeom>
        </p:spPr>
      </p:pic>
      <p:pic>
        <p:nvPicPr>
          <p:cNvPr id="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ef1c4f9f23458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62950" y="1676400"/>
            <a:ext cx="2047875" cy="1428750"/>
          </a:xfrm>
          <a:prstGeom xmlns:a="http://schemas.openxmlformats.org/drawingml/2006/main" prst="rect">
            <a:avLst/>
          </a:prstGeom>
        </p:spPr>
      </p:pic>
      <p:pic>
        <p:nvPicPr>
          <p:cNvPr id="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06aebb1cae4c9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8200" y="3914775"/>
            <a:ext cx="2047875" cy="1428750"/>
          </a:xfrm>
          <a:prstGeom xmlns:a="http://schemas.openxmlformats.org/drawingml/2006/main" prst="rect">
            <a:avLst/>
          </a:prstGeom>
        </p:spPr>
      </p:pic>
      <p:pic>
        <p:nvPicPr>
          <p:cNvPr id="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25b1d7f8d6467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00575" y="3914775"/>
            <a:ext cx="2047875" cy="1428750"/>
          </a:xfrm>
          <a:prstGeom xmlns:a="http://schemas.openxmlformats.org/drawingml/2006/main" prst="rect">
            <a:avLst/>
          </a:prstGeom>
        </p:spPr>
      </p:pic>
      <p:pic>
        <p:nvPicPr>
          <p:cNvPr id="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1d5e1597f04d7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62950" y="3914775"/>
            <a:ext cx="2047875" cy="1428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410808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itle">
            <a:extLst xmlns:a="http://schemas.openxmlformats.org/drawingml/2006/main">
              <a:ext uri="{FF2B5EF4-FFF2-40B4-BE49-F238E27FC236}">
                <a16:creationId xmlns:a16="http://schemas.microsoft.com/office/drawing/2014/main" id="{7A795537-AE29-481F-8760-93BD9D5FA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课文1｜核心词语  Key Words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EA3F4A97-FD06-4E73-A6C2-669065251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E6B86891-E894-47B6-9A55-3F88FB362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跟读本组词语，再任选一个说短句。</a:t>
            </a:r>
          </a:p>
        </p:txBody>
      </p:sp>
      <p:sp>
        <p:nvSpPr>
          <p:cNvPr id="6" name="py-今天">
            <a:extLst xmlns:a="http://schemas.openxmlformats.org/drawingml/2006/main">
              <a:ext uri="{FF2B5EF4-FFF2-40B4-BE49-F238E27FC236}">
                <a16:creationId xmlns:a16="http://schemas.microsoft.com/office/drawing/2014/main" id="{C99657F5-9085-424C-A45D-9F348998B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7621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ài</a:t>
            </a:r>
          </a:p>
        </p:txBody>
      </p:sp>
      <p:sp>
        <p:nvSpPr>
          <p:cNvPr id="7" name="zh-今天">
            <a:extLst xmlns:a="http://schemas.openxmlformats.org/drawingml/2006/main">
              <a:ext uri="{FF2B5EF4-FFF2-40B4-BE49-F238E27FC236}">
                <a16:creationId xmlns:a16="http://schemas.microsoft.com/office/drawing/2014/main" id="{B0CF442B-1889-4858-B01A-3421F61AE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00977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爱</a:t>
            </a:r>
          </a:p>
        </p:txBody>
      </p:sp>
      <p:sp>
        <p:nvSpPr>
          <p:cNvPr id="8" name="en-今天">
            <a:extLst xmlns:a="http://schemas.openxmlformats.org/drawingml/2006/main">
              <a:ext uri="{FF2B5EF4-FFF2-40B4-BE49-F238E27FC236}">
                <a16:creationId xmlns:a16="http://schemas.microsoft.com/office/drawing/2014/main" id="{7B374E70-B304-407A-9D91-9A2FA13B2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48602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6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like</a:t>
            </a:r>
          </a:p>
        </p:txBody>
      </p:sp>
      <p:sp>
        <p:nvSpPr>
          <p:cNvPr id="9" name="py-号">
            <a:extLst xmlns:a="http://schemas.openxmlformats.org/drawingml/2006/main">
              <a:ext uri="{FF2B5EF4-FFF2-40B4-BE49-F238E27FC236}">
                <a16:creationId xmlns:a16="http://schemas.microsoft.com/office/drawing/2014/main" id="{EC464888-3573-4A8D-A094-118CDB4F0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621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5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" name="zh-号">
            <a:extLst xmlns:a="http://schemas.openxmlformats.org/drawingml/2006/main">
              <a:ext uri="{FF2B5EF4-FFF2-40B4-BE49-F238E27FC236}">
                <a16:creationId xmlns:a16="http://schemas.microsoft.com/office/drawing/2014/main" id="{DD5EA41A-D289-40AF-B978-EE8334C82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0977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8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/>
            </a:r>
          </a:p>
        </p:txBody>
      </p:sp>
      <p:sp>
        <p:nvSpPr>
          <p:cNvPr id="11" name="en-号">
            <a:extLst xmlns:a="http://schemas.openxmlformats.org/drawingml/2006/main">
              <a:ext uri="{FF2B5EF4-FFF2-40B4-BE49-F238E27FC236}">
                <a16:creationId xmlns:a16="http://schemas.microsoft.com/office/drawing/2014/main" id="{E44E14A3-FC5F-4A3B-BDBF-A6EAAAC12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8602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2" name="py-月">
            <a:extLst xmlns:a="http://schemas.openxmlformats.org/drawingml/2006/main">
              <a:ext uri="{FF2B5EF4-FFF2-40B4-BE49-F238E27FC236}">
                <a16:creationId xmlns:a16="http://schemas.microsoft.com/office/drawing/2014/main" id="{397558D9-A41F-4449-B758-0409B1DD0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3813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5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3" name="zh-月">
            <a:extLst xmlns:a="http://schemas.openxmlformats.org/drawingml/2006/main">
              <a:ext uri="{FF2B5EF4-FFF2-40B4-BE49-F238E27FC236}">
                <a16:creationId xmlns:a16="http://schemas.microsoft.com/office/drawing/2014/main" id="{FA9EB7FF-784A-4B94-ACBA-069EC7F99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62902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8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/>
            </a:r>
          </a:p>
        </p:txBody>
      </p:sp>
      <p:sp>
        <p:nvSpPr>
          <p:cNvPr id="14" name="en-月">
            <a:extLst xmlns:a="http://schemas.openxmlformats.org/drawingml/2006/main">
              <a:ext uri="{FF2B5EF4-FFF2-40B4-BE49-F238E27FC236}">
                <a16:creationId xmlns:a16="http://schemas.microsoft.com/office/drawing/2014/main" id="{1BB42A22-921E-46B1-80AD-0019AC7AB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10527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5" name="py-日">
            <a:extLst xmlns:a="http://schemas.openxmlformats.org/drawingml/2006/main">
              <a:ext uri="{FF2B5EF4-FFF2-40B4-BE49-F238E27FC236}">
                <a16:creationId xmlns:a16="http://schemas.microsoft.com/office/drawing/2014/main" id="{C469F6C4-ED87-40E3-8677-3F353592E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813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5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6" name="zh-日">
            <a:extLst xmlns:a="http://schemas.openxmlformats.org/drawingml/2006/main">
              <a:ext uri="{FF2B5EF4-FFF2-40B4-BE49-F238E27FC236}">
                <a16:creationId xmlns:a16="http://schemas.microsoft.com/office/drawing/2014/main" id="{47D4E6CE-EDB9-4E67-BC50-2DA44461C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62902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8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/>
            </a:r>
          </a:p>
        </p:txBody>
      </p:sp>
      <p:sp>
        <p:nvSpPr>
          <p:cNvPr id="17" name="en-日">
            <a:extLst xmlns:a="http://schemas.openxmlformats.org/drawingml/2006/main">
              <a:ext uri="{FF2B5EF4-FFF2-40B4-BE49-F238E27FC236}">
                <a16:creationId xmlns:a16="http://schemas.microsoft.com/office/drawing/2014/main" id="{C3CF2601-AB5F-4685-B6B9-4AFFAA7B6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10527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8" name="date-example">
            <a:extLst xmlns:a="http://schemas.openxmlformats.org/drawingml/2006/main">
              <a:ext uri="{FF2B5EF4-FFF2-40B4-BE49-F238E27FC236}">
                <a16:creationId xmlns:a16="http://schemas.microsoft.com/office/drawing/2014/main" id="{4127BDF8-D416-4162-A168-73AF64468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5000625"/>
            <a:ext cx="6191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97423B"/>
                </a:solidFill>
              </a:defRPr>
            </a:pPr>
            <a:r>
              <a:rPr sz="2100" b="1">
                <a:solidFill>
                  <a:srgbClr val="97423B"/>
                </a:solidFill>
                <a:latin typeface="Microsoft YaHei"/>
                <a:ea typeface="Microsoft YaHei"/>
                <a:cs typeface="Microsoft YaHei"/>
              </a:rPr>
              <a:t>读一读：爱</a:t>
            </a:r>
          </a:p>
        </p:txBody>
      </p:sp>
      <p:sp>
        <p:nvSpPr>
          <p:cNvPr id="1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742E9D7-9EC6-43AD-9F3B-9D1CC01C8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age-mark">
            <a:extLst xmlns:a="http://schemas.openxmlformats.org/drawingml/2006/main">
              <a:ext uri="{FF2B5EF4-FFF2-40B4-BE49-F238E27FC236}">
                <a16:creationId xmlns:a16="http://schemas.microsoft.com/office/drawing/2014/main" id="{5771932F-3DD5-4033-938A-F3111D77A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第15课  |  03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be078a0b574f1f"/>
          <a:srcRect xmlns:a="http://schemas.openxmlformats.org/drawingml/2006/main" l="0" t="10" r="0" b="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2999" y="1762125"/>
            <a:ext cx="4063253" cy="3524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60562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itle">
            <a:extLst xmlns:a="http://schemas.openxmlformats.org/drawingml/2006/main">
              <a:ext uri="{FF2B5EF4-FFF2-40B4-BE49-F238E27FC236}">
                <a16:creationId xmlns:a16="http://schemas.microsoft.com/office/drawing/2014/main" id="{A8B6F7BD-4BF9-4E54-9C76-8D2FBCFE9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课文1｜听力  Listening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D3B1C867-E2BC-4286-93C4-C7D689BBB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73130D08-AA09-4768-813F-CBB96506B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听两遍，记录三项关键信息。</a:t>
            </a:r>
          </a:p>
        </p:txBody>
      </p:sp>
      <p:sp>
        <p:nvSpPr>
          <p:cNvPr id="6" name="q-1">
            <a:extLst xmlns:a="http://schemas.openxmlformats.org/drawingml/2006/main">
              <a:ext uri="{FF2B5EF4-FFF2-40B4-BE49-F238E27FC236}">
                <a16:creationId xmlns:a16="http://schemas.microsoft.com/office/drawing/2014/main" id="{99972B66-DE69-437D-AA3B-13CAD8C32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145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1</a:t>
            </a:r>
          </a:p>
        </p:txBody>
      </p:sp>
      <p:sp>
        <p:nvSpPr>
          <p:cNvPr id="7" name="listen-lab-0">
            <a:extLst xmlns:a="http://schemas.openxmlformats.org/drawingml/2006/main">
              <a:ext uri="{FF2B5EF4-FFF2-40B4-BE49-F238E27FC236}">
                <a16:creationId xmlns:a16="http://schemas.microsoft.com/office/drawing/2014/main" id="{EEB8A135-05E0-4931-95B8-8311CBC86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838325"/>
            <a:ext cx="1047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97423B"/>
                </a:solidFill>
              </a:defRPr>
            </a:pPr>
            <a:r>
              <a:rPr sz="16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选择题</a:t>
            </a:r>
          </a:p>
        </p:txBody>
      </p:sp>
      <p:sp>
        <p:nvSpPr>
          <p:cNvPr id="8" name="listen-blank-0">
            <a:extLst xmlns:a="http://schemas.openxmlformats.org/drawingml/2006/main">
              <a:ext uri="{FF2B5EF4-FFF2-40B4-BE49-F238E27FC236}">
                <a16:creationId xmlns:a16="http://schemas.microsoft.com/office/drawing/2014/main" id="{83B64007-34DD-4F6A-A947-C1660DAFE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762125"/>
            <a:ext cx="8096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325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李文问大家（　）吃哪个菜。</a:t>
            </a:r>
          </a:p>
          <a:p xmlns:a="http://schemas.openxmlformats.org/drawingml/2006/main">
            <a:pPr algn="ctr">
              <a:buNone/>
              <a:defRPr sz="2325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A 好　B 爱　C 不爱</a:t>
            </a:r>
          </a:p>
        </p:txBody>
      </p:sp>
      <p:sp>
        <p:nvSpPr>
          <p:cNvPr id="9" name="q-2">
            <a:extLst xmlns:a="http://schemas.openxmlformats.org/drawingml/2006/main">
              <a:ext uri="{FF2B5EF4-FFF2-40B4-BE49-F238E27FC236}">
                <a16:creationId xmlns:a16="http://schemas.microsoft.com/office/drawing/2014/main" id="{5DD99B0D-8B11-4DA3-B063-33AA51250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718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2</a:t>
            </a:r>
          </a:p>
        </p:txBody>
      </p:sp>
      <p:sp>
        <p:nvSpPr>
          <p:cNvPr id="10" name="listen-lab-1">
            <a:extLst xmlns:a="http://schemas.openxmlformats.org/drawingml/2006/main">
              <a:ext uri="{FF2B5EF4-FFF2-40B4-BE49-F238E27FC236}">
                <a16:creationId xmlns:a16="http://schemas.microsoft.com/office/drawing/2014/main" id="{04C8AEF8-B148-460C-A5B8-DEF3E9B7B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95625"/>
            <a:ext cx="1047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97423B"/>
                </a:solidFill>
              </a:defRPr>
            </a:pPr>
            <a:r>
              <a:rPr sz="16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选择题</a:t>
            </a:r>
          </a:p>
        </p:txBody>
      </p:sp>
      <p:sp>
        <p:nvSpPr>
          <p:cNvPr id="11" name="listen-blank-1">
            <a:extLst xmlns:a="http://schemas.openxmlformats.org/drawingml/2006/main">
              <a:ext uri="{FF2B5EF4-FFF2-40B4-BE49-F238E27FC236}">
                <a16:creationId xmlns:a16="http://schemas.microsoft.com/office/drawing/2014/main" id="{000BB091-3D65-46B5-86A1-60EE2ECF0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019425"/>
            <a:ext cx="8096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325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李文说：“大家（　）。”</a:t>
            </a:r>
          </a:p>
          <a:p xmlns:a="http://schemas.openxmlformats.org/drawingml/2006/main">
            <a:pPr algn="ctr">
              <a:buNone/>
              <a:defRPr sz="2325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A 吃点儿　B 少吃点儿　C 多吃点儿</a:t>
            </a:r>
          </a:p>
        </p:txBody>
      </p:sp>
      <p:sp>
        <p:nvSpPr>
          <p:cNvPr id="12" name="q-3">
            <a:extLst xmlns:a="http://schemas.openxmlformats.org/drawingml/2006/main">
              <a:ext uri="{FF2B5EF4-FFF2-40B4-BE49-F238E27FC236}">
                <a16:creationId xmlns:a16="http://schemas.microsoft.com/office/drawing/2014/main" id="{CD8D9591-C2D3-429C-B06D-818ED4AFB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291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3</a:t>
            </a:r>
          </a:p>
        </p:txBody>
      </p:sp>
      <p:sp>
        <p:nvSpPr>
          <p:cNvPr id="13" name="listen-lab-2">
            <a:extLst xmlns:a="http://schemas.openxmlformats.org/drawingml/2006/main">
              <a:ext uri="{FF2B5EF4-FFF2-40B4-BE49-F238E27FC236}">
                <a16:creationId xmlns:a16="http://schemas.microsoft.com/office/drawing/2014/main" id="{B755454D-3A39-41DA-B54B-A170293E1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52925"/>
            <a:ext cx="1047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97423B"/>
                </a:solidFill>
              </a:defRPr>
            </a:pPr>
            <a:r>
              <a:rPr sz="16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证据题</a:t>
            </a:r>
          </a:p>
        </p:txBody>
      </p:sp>
      <p:sp>
        <p:nvSpPr>
          <p:cNvPr id="14" name="listen-blank-2">
            <a:extLst xmlns:a="http://schemas.openxmlformats.org/drawingml/2006/main">
              <a:ext uri="{FF2B5EF4-FFF2-40B4-BE49-F238E27FC236}">
                <a16:creationId xmlns:a16="http://schemas.microsoft.com/office/drawing/2014/main" id="{97687084-6DE6-41A9-BCDF-68B794BD4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276725"/>
            <a:ext cx="8096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325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李文怎么招待大家：________________</a:t>
            </a:r>
          </a:p>
        </p:txBody>
      </p:sp>
      <p:sp>
        <p:nvSpPr>
          <p:cNvPr id="1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4A0B8F72-8165-49D0-8C58-12AA26C2F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age-mark">
            <a:extLst xmlns:a="http://schemas.openxmlformats.org/drawingml/2006/main">
              <a:ext uri="{FF2B5EF4-FFF2-40B4-BE49-F238E27FC236}">
                <a16:creationId xmlns:a16="http://schemas.microsoft.com/office/drawing/2014/main" id="{F7FC889B-15B6-4D76-A4A4-3A27659C8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第15课  |  04</a:t>
            </a:r>
          </a:p>
        </p:txBody>
      </p:sp>
    </p:spTree>
    <p:extLst>
      <p:ext uri="{BB962C8B-B14F-4D97-AF65-F5344CB8AC3E}">
        <p14:creationId xmlns:p14="http://schemas.microsoft.com/office/powerpoint/2010/main" val="141846888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title">
            <a:extLst xmlns:a="http://schemas.openxmlformats.org/drawingml/2006/main">
              <a:ext uri="{FF2B5EF4-FFF2-40B4-BE49-F238E27FC236}">
                <a16:creationId xmlns:a16="http://schemas.microsoft.com/office/drawing/2014/main" id="{2E9BF3EF-1D0E-4F5F-BEB9-56993BF90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11125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课文1｜跟读  Read Aloud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35BFF9A1-6272-458D-BA5E-0DFEB448B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F9F1A427-54BC-44A9-8F50-AF988E18E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核对人物和顺序，再交换角色朗读。</a:t>
            </a:r>
          </a:p>
        </p:txBody>
      </p:sp>
      <p:sp>
        <p:nvSpPr>
          <p:cNvPr id="5" name="bubble-speaker-174">
            <a:extLst xmlns:a="http://schemas.openxmlformats.org/drawingml/2006/main">
              <a:ext uri="{FF2B5EF4-FFF2-40B4-BE49-F238E27FC236}">
                <a16:creationId xmlns:a16="http://schemas.microsoft.com/office/drawing/2014/main" id="{02CF3C09-A00F-4342-A7C7-F243ED850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638300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97423B"/>
                </a:solidFill>
              </a:defRPr>
            </a:pPr>
            <a:r>
              <a:rPr sz="18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李文</a:t>
            </a:r>
          </a:p>
        </p:txBody>
      </p:sp>
      <p:sp>
        <p:nvSpPr>
          <p:cNvPr id="6" name="bubble-174">
            <a:extLst xmlns:a="http://schemas.openxmlformats.org/drawingml/2006/main">
              <a:ext uri="{FF2B5EF4-FFF2-40B4-BE49-F238E27FC236}">
                <a16:creationId xmlns:a16="http://schemas.microsoft.com/office/drawing/2014/main" id="{D37C5BF0-8D57-49BA-A72B-04CC1A7B0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62100"/>
            <a:ext cx="11049000" cy="1123950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F5449"/>
            </a:solidFill>
            <a:prstDash val="solid"/>
          </a:ln>
        </p:spPr>
      </p:sp>
      <p:sp>
        <p:nvSpPr>
          <p:cNvPr id="7" name="bubble-pinyin-174">
            <a:extLst xmlns:a="http://schemas.openxmlformats.org/drawingml/2006/main">
              <a:ext uri="{FF2B5EF4-FFF2-40B4-BE49-F238E27FC236}">
                <a16:creationId xmlns:a16="http://schemas.microsoft.com/office/drawing/2014/main" id="{5BE1EAA0-6FF9-4E7E-8E4B-BBAC51E5D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63830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Nǐmen ài chī nǎge cài?</a:t>
            </a:r>
          </a:p>
        </p:txBody>
      </p:sp>
      <p:sp>
        <p:nvSpPr>
          <p:cNvPr id="8" name="bubble-hanzi-174">
            <a:extLst xmlns:a="http://schemas.openxmlformats.org/drawingml/2006/main">
              <a:ext uri="{FF2B5EF4-FFF2-40B4-BE49-F238E27FC236}">
                <a16:creationId xmlns:a16="http://schemas.microsoft.com/office/drawing/2014/main" id="{FFA49D70-EBD5-46E1-9454-4CD1E9659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343150"/>
            <a:ext cx="923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你们爱吃哪个菜？</a:t>
            </a:r>
          </a:p>
        </p:txBody>
      </p:sp>
      <p:sp>
        <p:nvSpPr>
          <p:cNvPr id="9" name="bubble-speaker-174">
            <a:extLst xmlns:a="http://schemas.openxmlformats.org/drawingml/2006/main">
              <a:ext uri="{FF2B5EF4-FFF2-40B4-BE49-F238E27FC236}">
                <a16:creationId xmlns:a16="http://schemas.microsoft.com/office/drawing/2014/main" id="{CDA22127-7BE4-4519-B8E0-B526B74FF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800350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97423B"/>
                </a:solidFill>
              </a:defRPr>
            </a:pPr>
            <a:r>
              <a:rPr sz="18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白家月</a:t>
            </a:r>
          </a:p>
        </p:txBody>
      </p:sp>
      <p:sp>
        <p:nvSpPr>
          <p:cNvPr id="10" name="bubble-174">
            <a:extLst xmlns:a="http://schemas.openxmlformats.org/drawingml/2006/main">
              <a:ext uri="{FF2B5EF4-FFF2-40B4-BE49-F238E27FC236}">
                <a16:creationId xmlns:a16="http://schemas.microsoft.com/office/drawing/2014/main" id="{8FA1A1D3-E42B-4E93-9360-F15E9CDCB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724150"/>
            <a:ext cx="11049000" cy="1123950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7AFA5"/>
            </a:solidFill>
            <a:prstDash val="solid"/>
          </a:ln>
        </p:spPr>
      </p:sp>
      <p:sp>
        <p:nvSpPr>
          <p:cNvPr id="11" name="bubble-pinyin-174">
            <a:extLst xmlns:a="http://schemas.openxmlformats.org/drawingml/2006/main">
              <a:ext uri="{FF2B5EF4-FFF2-40B4-BE49-F238E27FC236}">
                <a16:creationId xmlns:a16="http://schemas.microsoft.com/office/drawing/2014/main" id="{6B0189EE-EF03-4812-A7BB-28A99E280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80035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Wǒ xǐhuan zhège, yě xǐhuan nàge.</a:t>
            </a:r>
          </a:p>
        </p:txBody>
      </p:sp>
      <p:sp>
        <p:nvSpPr>
          <p:cNvPr id="12" name="bubble-hanzi-174">
            <a:extLst xmlns:a="http://schemas.openxmlformats.org/drawingml/2006/main">
              <a:ext uri="{FF2B5EF4-FFF2-40B4-BE49-F238E27FC236}">
                <a16:creationId xmlns:a16="http://schemas.microsoft.com/office/drawing/2014/main" id="{692D751B-D5F5-467C-A45B-727FA5C75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505200"/>
            <a:ext cx="923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我喜欢这个，也喜欢那个。</a:t>
            </a:r>
          </a:p>
        </p:txBody>
      </p:sp>
      <p:sp>
        <p:nvSpPr>
          <p:cNvPr id="13" name="bubble-speaker-319">
            <a:extLst xmlns:a="http://schemas.openxmlformats.org/drawingml/2006/main">
              <a:ext uri="{FF2B5EF4-FFF2-40B4-BE49-F238E27FC236}">
                <a16:creationId xmlns:a16="http://schemas.microsoft.com/office/drawing/2014/main" id="{DD4F27E1-89F8-4A24-B422-473B7A72F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962400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97423B"/>
                </a:solidFill>
              </a:defRPr>
            </a:pPr>
            <a:r>
              <a:rPr sz="18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陈天中</a:t>
            </a:r>
          </a:p>
        </p:txBody>
      </p:sp>
      <p:sp>
        <p:nvSpPr>
          <p:cNvPr id="14" name="bubble-319">
            <a:extLst xmlns:a="http://schemas.openxmlformats.org/drawingml/2006/main">
              <a:ext uri="{FF2B5EF4-FFF2-40B4-BE49-F238E27FC236}">
                <a16:creationId xmlns:a16="http://schemas.microsoft.com/office/drawing/2014/main" id="{368924A9-9822-42CF-B585-0AA022C2A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886200"/>
            <a:ext cx="11049000" cy="1123950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F5449"/>
            </a:solidFill>
            <a:prstDash val="solid"/>
          </a:ln>
        </p:spPr>
      </p:sp>
      <p:sp>
        <p:nvSpPr>
          <p:cNvPr id="15" name="bubble-pinyin-319">
            <a:extLst xmlns:a="http://schemas.openxmlformats.org/drawingml/2006/main">
              <a:ext uri="{FF2B5EF4-FFF2-40B4-BE49-F238E27FC236}">
                <a16:creationId xmlns:a16="http://schemas.microsoft.com/office/drawing/2014/main" id="{535EA61A-944B-4B6E-8EBB-60E915A56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96240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Zhèxiē cài dōu hǎochī, hái hěn hǎokàn.</a:t>
            </a:r>
          </a:p>
        </p:txBody>
      </p:sp>
      <p:sp>
        <p:nvSpPr>
          <p:cNvPr id="16" name="bubble-hanzi-319">
            <a:extLst xmlns:a="http://schemas.openxmlformats.org/drawingml/2006/main">
              <a:ext uri="{FF2B5EF4-FFF2-40B4-BE49-F238E27FC236}">
                <a16:creationId xmlns:a16="http://schemas.microsoft.com/office/drawing/2014/main" id="{4B907DA1-21D9-479A-8EAC-CDEB59C02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667250"/>
            <a:ext cx="923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这些菜都好吃，还很好看。</a:t>
            </a:r>
          </a:p>
        </p:txBody>
      </p:sp>
      <p:sp>
        <p:nvSpPr>
          <p:cNvPr id="17" name="bubble-speaker-319">
            <a:extLst xmlns:a="http://schemas.openxmlformats.org/drawingml/2006/main">
              <a:ext uri="{FF2B5EF4-FFF2-40B4-BE49-F238E27FC236}">
                <a16:creationId xmlns:a16="http://schemas.microsoft.com/office/drawing/2014/main" id="{1132648B-B790-48C7-A85A-DCAA06CF1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124450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97423B"/>
                </a:solidFill>
              </a:defRPr>
            </a:pPr>
            <a:r>
              <a:rPr sz="18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李文</a:t>
            </a:r>
          </a:p>
        </p:txBody>
      </p:sp>
      <p:sp>
        <p:nvSpPr>
          <p:cNvPr id="18" name="bubble-319">
            <a:extLst xmlns:a="http://schemas.openxmlformats.org/drawingml/2006/main">
              <a:ext uri="{FF2B5EF4-FFF2-40B4-BE49-F238E27FC236}">
                <a16:creationId xmlns:a16="http://schemas.microsoft.com/office/drawing/2014/main" id="{256E3685-1A49-41E6-9277-70CD0FA2A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048250"/>
            <a:ext cx="11049000" cy="1238250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7AFA5"/>
            </a:solidFill>
            <a:prstDash val="solid"/>
          </a:ln>
        </p:spPr>
      </p:sp>
      <p:sp>
        <p:nvSpPr>
          <p:cNvPr id="19" name="bubble-pinyin-319">
            <a:extLst xmlns:a="http://schemas.openxmlformats.org/drawingml/2006/main">
              <a:ext uri="{FF2B5EF4-FFF2-40B4-BE49-F238E27FC236}">
                <a16:creationId xmlns:a16="http://schemas.microsoft.com/office/drawing/2014/main" id="{590ED512-C999-4EE8-960F-2DA3AF097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12445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Wǒ ài chī Zhōngguó cài, yě xǐhuan zuò. Dàjiā duō chī diǎnr.</a:t>
            </a:r>
          </a:p>
        </p:txBody>
      </p:sp>
      <p:sp>
        <p:nvSpPr>
          <p:cNvPr id="20" name="bubble-hanzi-319">
            <a:extLst xmlns:a="http://schemas.openxmlformats.org/drawingml/2006/main">
              <a:ext uri="{FF2B5EF4-FFF2-40B4-BE49-F238E27FC236}">
                <a16:creationId xmlns:a16="http://schemas.microsoft.com/office/drawing/2014/main" id="{4850A026-8D17-4C50-A024-5172FE37C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943600"/>
            <a:ext cx="923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我爱吃中国菜，也喜欢做。大家多吃点儿。</a:t>
            </a:r>
          </a:p>
        </p:txBody>
      </p:sp>
      <p:sp>
        <p:nvSpPr>
          <p:cNvPr id="21" name="bubble-speaker-464">
            <a:extLst xmlns:a="http://schemas.openxmlformats.org/drawingml/2006/main">
              <a:ext uri="{FF2B5EF4-FFF2-40B4-BE49-F238E27FC236}">
                <a16:creationId xmlns:a16="http://schemas.microsoft.com/office/drawing/2014/main" id="{F2AC4838-7782-4163-A2C3-E22FCF987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97423B"/>
                </a:solidFill>
              </a:defRPr>
            </a:pPr>
            <a:r>
              <a:rPr sz="1275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/>
            </a:r>
          </a:p>
        </p:txBody>
      </p:sp>
      <p:sp>
        <p:nvSpPr>
          <p:cNvPr id="22" name="bubble-464">
            <a:extLst xmlns:a="http://schemas.openxmlformats.org/drawingml/2006/main">
              <a:ext uri="{FF2B5EF4-FFF2-40B4-BE49-F238E27FC236}">
                <a16:creationId xmlns:a16="http://schemas.microsoft.com/office/drawing/2014/main" id="{8E33E5C9-7696-4227-A90A-E5EB10E67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F5449"/>
            </a:solidFill>
            <a:prstDash val="solid"/>
          </a:ln>
        </p:spPr>
      </p:sp>
      <p:sp>
        <p:nvSpPr>
          <p:cNvPr id="23" name="bubble-pinyin-464">
            <a:extLst xmlns:a="http://schemas.openxmlformats.org/drawingml/2006/main">
              <a:ext uri="{FF2B5EF4-FFF2-40B4-BE49-F238E27FC236}">
                <a16:creationId xmlns:a16="http://schemas.microsoft.com/office/drawing/2014/main" id="{7A959E44-4DC9-4BCA-8FFC-DFC6B5BC7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7423B"/>
                </a:solidFill>
              </a:defRPr>
            </a:pPr>
            <a:r>
              <a:rPr sz="105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4" name="bubble-hanzi-464">
            <a:extLst xmlns:a="http://schemas.openxmlformats.org/drawingml/2006/main">
              <a:ext uri="{FF2B5EF4-FFF2-40B4-BE49-F238E27FC236}">
                <a16:creationId xmlns:a16="http://schemas.microsoft.com/office/drawing/2014/main" id="{51A44AA1-1E76-4CDA-BF72-6508290FF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1717"/>
                </a:solidFill>
              </a:defRPr>
            </a:pPr>
            <a:r>
              <a:rPr sz="18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/>
            </a:r>
          </a:p>
        </p:txBody>
      </p:sp>
      <p:sp>
        <p:nvSpPr>
          <p:cNvPr id="25" name="bubble-speaker-464">
            <a:extLst xmlns:a="http://schemas.openxmlformats.org/drawingml/2006/main">
              <a:ext uri="{FF2B5EF4-FFF2-40B4-BE49-F238E27FC236}">
                <a16:creationId xmlns:a16="http://schemas.microsoft.com/office/drawing/2014/main" id="{EAF8A8DB-CAB6-4347-AB44-8C9400DC4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97423B"/>
                </a:solidFill>
              </a:defRPr>
            </a:pPr>
            <a:r>
              <a:rPr sz="1275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/>
            </a:r>
          </a:p>
        </p:txBody>
      </p:sp>
      <p:sp>
        <p:nvSpPr>
          <p:cNvPr id="26" name="bubble-464">
            <a:extLst xmlns:a="http://schemas.openxmlformats.org/drawingml/2006/main">
              <a:ext uri="{FF2B5EF4-FFF2-40B4-BE49-F238E27FC236}">
                <a16:creationId xmlns:a16="http://schemas.microsoft.com/office/drawing/2014/main" id="{D7BB8F59-37F3-4FAB-8681-DACC2EE38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7AFA5"/>
            </a:solidFill>
            <a:prstDash val="solid"/>
          </a:ln>
        </p:spPr>
      </p:sp>
      <p:sp>
        <p:nvSpPr>
          <p:cNvPr id="27" name="bubble-pinyin-464">
            <a:extLst xmlns:a="http://schemas.openxmlformats.org/drawingml/2006/main">
              <a:ext uri="{FF2B5EF4-FFF2-40B4-BE49-F238E27FC236}">
                <a16:creationId xmlns:a16="http://schemas.microsoft.com/office/drawing/2014/main" id="{2615A6BA-EBBA-4821-B09D-4E0BF06FF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7423B"/>
                </a:solidFill>
              </a:defRPr>
            </a:pPr>
            <a:r>
              <a:rPr sz="105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8" name="bubble-hanzi-464">
            <a:extLst xmlns:a="http://schemas.openxmlformats.org/drawingml/2006/main">
              <a:ext uri="{FF2B5EF4-FFF2-40B4-BE49-F238E27FC236}">
                <a16:creationId xmlns:a16="http://schemas.microsoft.com/office/drawing/2014/main" id="{F3CAE303-0786-4F40-9421-A4C09BB12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1717"/>
                </a:solidFill>
              </a:defRPr>
            </a:pPr>
            <a:r>
              <a:rPr sz="18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/>
            </a:r>
          </a:p>
        </p:txBody>
      </p:sp>
      <p:sp>
        <p:nvSpPr>
          <p:cNvPr id="2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C7359A61-4C3A-4CDB-BAA6-219DB8B26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page-mark">
            <a:extLst xmlns:a="http://schemas.openxmlformats.org/drawingml/2006/main">
              <a:ext uri="{FF2B5EF4-FFF2-40B4-BE49-F238E27FC236}">
                <a16:creationId xmlns:a16="http://schemas.microsoft.com/office/drawing/2014/main" id="{79E9FA72-9396-4CEE-8F5D-83BFABC9A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第15课  |  05</a:t>
            </a:r>
          </a:p>
        </p:txBody>
      </p:sp>
      <p:pic>
        <p:nvPicPr>
          <p:cNvPr id="62" name="dialogue-semantic-imag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b1105a022845b1"/>
          <a:srcRect xmlns:a="http://schemas.openxmlformats.org/drawingml/2006/main" l="0" t="189" r="0" b="18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01250" y="171450"/>
            <a:ext cx="1428750" cy="838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56768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itle">
            <a:extLst xmlns:a="http://schemas.openxmlformats.org/drawingml/2006/main">
              <a:ext uri="{FF2B5EF4-FFF2-40B4-BE49-F238E27FC236}">
                <a16:creationId xmlns:a16="http://schemas.microsoft.com/office/drawing/2014/main" id="{7A795537-AE29-481F-8760-93BD9D5FA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课文1｜核心词语  Key Words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EA3F4A97-FD06-4E73-A6C2-669065251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E6B86891-E894-47B6-9A55-3F88FB362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跟读本组词语，再任选一个说短句。</a:t>
            </a:r>
          </a:p>
        </p:txBody>
      </p:sp>
      <p:sp>
        <p:nvSpPr>
          <p:cNvPr id="6" name="py-今天">
            <a:extLst xmlns:a="http://schemas.openxmlformats.org/drawingml/2006/main">
              <a:ext uri="{FF2B5EF4-FFF2-40B4-BE49-F238E27FC236}">
                <a16:creationId xmlns:a16="http://schemas.microsoft.com/office/drawing/2014/main" id="{C99657F5-9085-424C-A45D-9F348998B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7621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nǎge</a:t>
            </a:r>
          </a:p>
        </p:txBody>
      </p:sp>
      <p:sp>
        <p:nvSpPr>
          <p:cNvPr id="7" name="zh-今天">
            <a:extLst xmlns:a="http://schemas.openxmlformats.org/drawingml/2006/main">
              <a:ext uri="{FF2B5EF4-FFF2-40B4-BE49-F238E27FC236}">
                <a16:creationId xmlns:a16="http://schemas.microsoft.com/office/drawing/2014/main" id="{B0CF442B-1889-4858-B01A-3421F61AE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00977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哪个</a:t>
            </a:r>
          </a:p>
        </p:txBody>
      </p:sp>
      <p:sp>
        <p:nvSpPr>
          <p:cNvPr id="8" name="en-今天">
            <a:extLst xmlns:a="http://schemas.openxmlformats.org/drawingml/2006/main">
              <a:ext uri="{FF2B5EF4-FFF2-40B4-BE49-F238E27FC236}">
                <a16:creationId xmlns:a16="http://schemas.microsoft.com/office/drawing/2014/main" id="{7B374E70-B304-407A-9D91-9A2FA13B2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48602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6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which</a:t>
            </a:r>
          </a:p>
        </p:txBody>
      </p:sp>
      <p:sp>
        <p:nvSpPr>
          <p:cNvPr id="9" name="py-号">
            <a:extLst xmlns:a="http://schemas.openxmlformats.org/drawingml/2006/main">
              <a:ext uri="{FF2B5EF4-FFF2-40B4-BE49-F238E27FC236}">
                <a16:creationId xmlns:a16="http://schemas.microsoft.com/office/drawing/2014/main" id="{EC464888-3573-4A8D-A094-118CDB4F0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621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5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" name="zh-号">
            <a:extLst xmlns:a="http://schemas.openxmlformats.org/drawingml/2006/main">
              <a:ext uri="{FF2B5EF4-FFF2-40B4-BE49-F238E27FC236}">
                <a16:creationId xmlns:a16="http://schemas.microsoft.com/office/drawing/2014/main" id="{DD5EA41A-D289-40AF-B978-EE8334C82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0977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8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/>
            </a:r>
          </a:p>
        </p:txBody>
      </p:sp>
      <p:sp>
        <p:nvSpPr>
          <p:cNvPr id="11" name="en-号">
            <a:extLst xmlns:a="http://schemas.openxmlformats.org/drawingml/2006/main">
              <a:ext uri="{FF2B5EF4-FFF2-40B4-BE49-F238E27FC236}">
                <a16:creationId xmlns:a16="http://schemas.microsoft.com/office/drawing/2014/main" id="{E44E14A3-FC5F-4A3B-BDBF-A6EAAAC12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8602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2" name="py-月">
            <a:extLst xmlns:a="http://schemas.openxmlformats.org/drawingml/2006/main">
              <a:ext uri="{FF2B5EF4-FFF2-40B4-BE49-F238E27FC236}">
                <a16:creationId xmlns:a16="http://schemas.microsoft.com/office/drawing/2014/main" id="{397558D9-A41F-4449-B758-0409B1DD0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3813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5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3" name="zh-月">
            <a:extLst xmlns:a="http://schemas.openxmlformats.org/drawingml/2006/main">
              <a:ext uri="{FF2B5EF4-FFF2-40B4-BE49-F238E27FC236}">
                <a16:creationId xmlns:a16="http://schemas.microsoft.com/office/drawing/2014/main" id="{FA9EB7FF-784A-4B94-ACBA-069EC7F99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62902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8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/>
            </a:r>
          </a:p>
        </p:txBody>
      </p:sp>
      <p:sp>
        <p:nvSpPr>
          <p:cNvPr id="14" name="en-月">
            <a:extLst xmlns:a="http://schemas.openxmlformats.org/drawingml/2006/main">
              <a:ext uri="{FF2B5EF4-FFF2-40B4-BE49-F238E27FC236}">
                <a16:creationId xmlns:a16="http://schemas.microsoft.com/office/drawing/2014/main" id="{1BB42A22-921E-46B1-80AD-0019AC7AB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10527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5" name="py-日">
            <a:extLst xmlns:a="http://schemas.openxmlformats.org/drawingml/2006/main">
              <a:ext uri="{FF2B5EF4-FFF2-40B4-BE49-F238E27FC236}">
                <a16:creationId xmlns:a16="http://schemas.microsoft.com/office/drawing/2014/main" id="{C469F6C4-ED87-40E3-8677-3F353592E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813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5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6" name="zh-日">
            <a:extLst xmlns:a="http://schemas.openxmlformats.org/drawingml/2006/main">
              <a:ext uri="{FF2B5EF4-FFF2-40B4-BE49-F238E27FC236}">
                <a16:creationId xmlns:a16="http://schemas.microsoft.com/office/drawing/2014/main" id="{47D4E6CE-EDB9-4E67-BC50-2DA44461C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62902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8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/>
            </a:r>
          </a:p>
        </p:txBody>
      </p:sp>
      <p:sp>
        <p:nvSpPr>
          <p:cNvPr id="17" name="en-日">
            <a:extLst xmlns:a="http://schemas.openxmlformats.org/drawingml/2006/main">
              <a:ext uri="{FF2B5EF4-FFF2-40B4-BE49-F238E27FC236}">
                <a16:creationId xmlns:a16="http://schemas.microsoft.com/office/drawing/2014/main" id="{C3CF2601-AB5F-4685-B6B9-4AFFAA7B6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10527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8" name="date-example">
            <a:extLst xmlns:a="http://schemas.openxmlformats.org/drawingml/2006/main">
              <a:ext uri="{FF2B5EF4-FFF2-40B4-BE49-F238E27FC236}">
                <a16:creationId xmlns:a16="http://schemas.microsoft.com/office/drawing/2014/main" id="{4127BDF8-D416-4162-A168-73AF64468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5000625"/>
            <a:ext cx="6191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97423B"/>
                </a:solidFill>
              </a:defRPr>
            </a:pPr>
            <a:r>
              <a:rPr sz="2100" b="1">
                <a:solidFill>
                  <a:srgbClr val="97423B"/>
                </a:solidFill>
                <a:latin typeface="Microsoft YaHei"/>
                <a:ea typeface="Microsoft YaHei"/>
                <a:cs typeface="Microsoft YaHei"/>
              </a:rPr>
              <a:t>读一读：哪个</a:t>
            </a:r>
          </a:p>
        </p:txBody>
      </p:sp>
      <p:sp>
        <p:nvSpPr>
          <p:cNvPr id="1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742E9D7-9EC6-43AD-9F3B-9D1CC01C8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age-mark">
            <a:extLst xmlns:a="http://schemas.openxmlformats.org/drawingml/2006/main">
              <a:ext uri="{FF2B5EF4-FFF2-40B4-BE49-F238E27FC236}">
                <a16:creationId xmlns:a16="http://schemas.microsoft.com/office/drawing/2014/main" id="{5771932F-3DD5-4033-938A-F3111D77A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第15课  |  06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90a0d093924f0c"/>
          <a:srcRect xmlns:a="http://schemas.openxmlformats.org/drawingml/2006/main" l="0" t="10" r="0" b="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2999" y="1762125"/>
            <a:ext cx="4063253" cy="3524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60562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itle">
            <a:extLst xmlns:a="http://schemas.openxmlformats.org/drawingml/2006/main">
              <a:ext uri="{FF2B5EF4-FFF2-40B4-BE49-F238E27FC236}">
                <a16:creationId xmlns:a16="http://schemas.microsoft.com/office/drawing/2014/main" id="{7254B29E-83B8-44BC-B3C4-ECE6572DF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并列复句：也／还  Grammar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2A0E82A7-9DCA-49D1-AA7C-978F173D4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BB8453EE-E656-463E-8557-757962BCA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观察三组句子，说出共同规则。</a:t>
            </a:r>
          </a:p>
        </p:txBody>
      </p:sp>
      <p:sp>
        <p:nvSpPr>
          <p:cNvPr id="5" name="subject-label">
            <a:extLst xmlns:a="http://schemas.openxmlformats.org/drawingml/2006/main">
              <a:ext uri="{FF2B5EF4-FFF2-40B4-BE49-F238E27FC236}">
                <a16:creationId xmlns:a16="http://schemas.microsoft.com/office/drawing/2014/main" id="{E1A3CE3E-98C4-4E8B-9137-E742B42B4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019300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97423B"/>
                </a:solidFill>
              </a:defRPr>
            </a:pPr>
            <a:r>
              <a:rPr sz="19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形式</a:t>
            </a:r>
          </a:p>
        </p:txBody>
      </p:sp>
      <p:sp>
        <p:nvSpPr>
          <p:cNvPr id="6" name="predicate-label">
            <a:extLst xmlns:a="http://schemas.openxmlformats.org/drawingml/2006/main">
              <a:ext uri="{FF2B5EF4-FFF2-40B4-BE49-F238E27FC236}">
                <a16:creationId xmlns:a16="http://schemas.microsoft.com/office/drawing/2014/main" id="{FDC7EF2A-BCB9-426B-A53D-F60520A39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0193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97423B"/>
                </a:solidFill>
              </a:defRPr>
            </a:pPr>
            <a:r>
              <a:rPr sz="19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例句</a:t>
            </a:r>
          </a:p>
        </p:txBody>
      </p:sp>
      <p:sp>
        <p:nvSpPr>
          <p:cNvPr id="7" name="sub-0">
            <a:extLst xmlns:a="http://schemas.openxmlformats.org/drawingml/2006/main">
              <a:ext uri="{FF2B5EF4-FFF2-40B4-BE49-F238E27FC236}">
                <a16:creationId xmlns:a16="http://schemas.microsoft.com/office/drawing/2014/main" id="{84A33E1C-1229-4C42-9E01-734354565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90800"/>
            <a:ext cx="3143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77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……，也……</a:t>
            </a:r>
          </a:p>
        </p:txBody>
      </p:sp>
      <p:sp>
        <p:nvSpPr>
          <p:cNvPr id="8" name="arrow-530-251">
            <a:extLst xmlns:a="http://schemas.openxmlformats.org/drawingml/2006/main">
              <a:ext uri="{FF2B5EF4-FFF2-40B4-BE49-F238E27FC236}">
                <a16:creationId xmlns:a16="http://schemas.microsoft.com/office/drawing/2014/main" id="{7BB05CDD-1752-4C09-9A55-B39950BAB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657475"/>
            <a:ext cx="523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BF5449"/>
                </a:solidFill>
              </a:defRPr>
            </a:pPr>
            <a:r>
              <a:rPr sz="2550" b="1">
                <a:solidFill>
                  <a:srgbClr val="BF544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pred-0">
            <a:extLst xmlns:a="http://schemas.openxmlformats.org/drawingml/2006/main">
              <a:ext uri="{FF2B5EF4-FFF2-40B4-BE49-F238E27FC236}">
                <a16:creationId xmlns:a16="http://schemas.microsoft.com/office/drawing/2014/main" id="{E49BE655-EA30-4339-BCDF-5D8CBC290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590800"/>
            <a:ext cx="4286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FE7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77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我喜欢这个，也喜欢那个。</a:t>
            </a:r>
          </a:p>
        </p:txBody>
      </p:sp>
      <p:sp>
        <p:nvSpPr>
          <p:cNvPr id="10" name="sub-1">
            <a:extLst xmlns:a="http://schemas.openxmlformats.org/drawingml/2006/main">
              <a:ext uri="{FF2B5EF4-FFF2-40B4-BE49-F238E27FC236}">
                <a16:creationId xmlns:a16="http://schemas.microsoft.com/office/drawing/2014/main" id="{DAAFDE11-861F-4215-AEF7-7AA2D8C62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67100"/>
            <a:ext cx="3143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77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名词，也……</a:t>
            </a:r>
          </a:p>
        </p:txBody>
      </p:sp>
      <p:sp>
        <p:nvSpPr>
          <p:cNvPr id="11" name="arrow-530-343">
            <a:extLst xmlns:a="http://schemas.openxmlformats.org/drawingml/2006/main">
              <a:ext uri="{FF2B5EF4-FFF2-40B4-BE49-F238E27FC236}">
                <a16:creationId xmlns:a16="http://schemas.microsoft.com/office/drawing/2014/main" id="{A07B9085-F539-40DA-BBE2-7E0D358A2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533775"/>
            <a:ext cx="523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BF5449"/>
                </a:solidFill>
              </a:defRPr>
            </a:pPr>
            <a:r>
              <a:rPr sz="2550" b="1">
                <a:solidFill>
                  <a:srgbClr val="BF544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2" name="pred-1">
            <a:extLst xmlns:a="http://schemas.openxmlformats.org/drawingml/2006/main">
              <a:ext uri="{FF2B5EF4-FFF2-40B4-BE49-F238E27FC236}">
                <a16:creationId xmlns:a16="http://schemas.microsoft.com/office/drawing/2014/main" id="{B631F6ED-3945-4C91-AB11-74D0FB90D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467100"/>
            <a:ext cx="4286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FE7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77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王老‌师是北京人，李文也是。</a:t>
            </a:r>
          </a:p>
        </p:txBody>
      </p:sp>
      <p:sp>
        <p:nvSpPr>
          <p:cNvPr id="13" name="sub-2">
            <a:extLst xmlns:a="http://schemas.openxmlformats.org/drawingml/2006/main">
              <a:ext uri="{FF2B5EF4-FFF2-40B4-BE49-F238E27FC236}">
                <a16:creationId xmlns:a16="http://schemas.microsoft.com/office/drawing/2014/main" id="{D0FE9B3D-D8DF-465A-B116-3084D997F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43400"/>
            <a:ext cx="3143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77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……，还……</a:t>
            </a:r>
          </a:p>
        </p:txBody>
      </p:sp>
      <p:sp>
        <p:nvSpPr>
          <p:cNvPr id="14" name="arrow-530-435">
            <a:extLst xmlns:a="http://schemas.openxmlformats.org/drawingml/2006/main">
              <a:ext uri="{FF2B5EF4-FFF2-40B4-BE49-F238E27FC236}">
                <a16:creationId xmlns:a16="http://schemas.microsoft.com/office/drawing/2014/main" id="{B77AA3FA-5461-496E-8962-5545FC9F3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410075"/>
            <a:ext cx="523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BF5449"/>
                </a:solidFill>
              </a:defRPr>
            </a:pPr>
            <a:r>
              <a:rPr sz="2550" b="1">
                <a:solidFill>
                  <a:srgbClr val="BF544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5" name="pred-2">
            <a:extLst xmlns:a="http://schemas.openxmlformats.org/drawingml/2006/main">
              <a:ext uri="{FF2B5EF4-FFF2-40B4-BE49-F238E27FC236}">
                <a16:creationId xmlns:a16="http://schemas.microsoft.com/office/drawing/2014/main" id="{B8319BAB-0044-4C82-BA44-4FD3A2C2D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343400"/>
            <a:ext cx="4286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FE7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775" b="1">
                <a:solidFill>
                  <a:srgbClr val="171717"/>
                </a:solidFill>
              </a:defRPr>
            </a:pPr>
            <a:r>
              <a:rPr sz="18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我喜欢喝茶，还喜欢吃中国菜。</a:t>
            </a:r>
          </a:p>
        </p:txBody>
      </p:sp>
      <p:sp>
        <p:nvSpPr>
          <p:cNvPr id="18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2EE6D98-B9A1-4161-98CC-48F1EEB6B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age-mark">
            <a:extLst xmlns:a="http://schemas.openxmlformats.org/drawingml/2006/main">
              <a:ext uri="{FF2B5EF4-FFF2-40B4-BE49-F238E27FC236}">
                <a16:creationId xmlns:a16="http://schemas.microsoft.com/office/drawing/2014/main" id="{4629DC9A-F6C8-423C-990B-1967DF694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第15课  |  07</a:t>
            </a:r>
          </a:p>
        </p:txBody>
      </p:sp>
    </p:spTree>
    <p:extLst>
      <p:ext uri="{BB962C8B-B14F-4D97-AF65-F5344CB8AC3E}">
        <p14:creationId xmlns:p14="http://schemas.microsoft.com/office/powerpoint/2010/main" val="191579419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itle">
            <a:extLst xmlns:a="http://schemas.openxmlformats.org/drawingml/2006/main">
              <a:ext uri="{FF2B5EF4-FFF2-40B4-BE49-F238E27FC236}">
                <a16:creationId xmlns:a16="http://schemas.microsoft.com/office/drawing/2014/main" id="{160CE384-D9B0-4FD2-B316-61C3E1C85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0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控制练习  Controlled Practice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1899B3DD-A4F0-4764-94D7-087E4DE1F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D892A9DD-8FA6-4228-9DB4-C548707D3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读问题，用完整句回答。</a:t>
            </a:r>
          </a:p>
        </p:txBody>
      </p:sp>
      <p:sp>
        <p:nvSpPr>
          <p:cNvPr id="6" name="ability-q-0">
            <a:extLst xmlns:a="http://schemas.openxmlformats.org/drawingml/2006/main">
              <a:ext uri="{FF2B5EF4-FFF2-40B4-BE49-F238E27FC236}">
                <a16:creationId xmlns:a16="http://schemas.microsoft.com/office/drawing/2014/main" id="{A9515AA8-A41A-4800-B506-7050FBF9C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7195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71717"/>
                </a:solidFill>
              </a:defRPr>
            </a:pPr>
            <a:r>
              <a:rPr sz="22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你喜欢哪个菜？</a:t>
            </a:r>
          </a:p>
        </p:txBody>
      </p:sp>
      <p:sp>
        <p:nvSpPr>
          <p:cNvPr id="7" name="ability-a-0">
            <a:extLst xmlns:a="http://schemas.openxmlformats.org/drawingml/2006/main">
              <a:ext uri="{FF2B5EF4-FFF2-40B4-BE49-F238E27FC236}">
                <a16:creationId xmlns:a16="http://schemas.microsoft.com/office/drawing/2014/main" id="{4D222D1B-9BC7-45B7-8EE3-1D420519A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76250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97423B"/>
                </a:solidFill>
              </a:defRPr>
            </a:pPr>
            <a:r>
              <a:rPr sz="195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答：________________</a:t>
            </a:r>
          </a:p>
        </p:txBody>
      </p:sp>
      <p:sp>
        <p:nvSpPr>
          <p:cNvPr id="9" name="ability-q-1">
            <a:extLst xmlns:a="http://schemas.openxmlformats.org/drawingml/2006/main">
              <a:ext uri="{FF2B5EF4-FFF2-40B4-BE49-F238E27FC236}">
                <a16:creationId xmlns:a16="http://schemas.microsoft.com/office/drawing/2014/main" id="{202B5D59-1C45-4F3F-93FA-3878EC43F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17195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71717"/>
                </a:solidFill>
              </a:defRPr>
            </a:pPr>
            <a:r>
              <a:rPr sz="22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菜怎么样？</a:t>
            </a:r>
          </a:p>
        </p:txBody>
      </p:sp>
      <p:sp>
        <p:nvSpPr>
          <p:cNvPr id="10" name="ability-a-1">
            <a:extLst xmlns:a="http://schemas.openxmlformats.org/drawingml/2006/main">
              <a:ext uri="{FF2B5EF4-FFF2-40B4-BE49-F238E27FC236}">
                <a16:creationId xmlns:a16="http://schemas.microsoft.com/office/drawing/2014/main" id="{77D7D421-A402-478B-864F-27D5ED856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76250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97423B"/>
                </a:solidFill>
              </a:defRPr>
            </a:pPr>
            <a:r>
              <a:rPr sz="195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答：________________</a:t>
            </a:r>
          </a:p>
        </p:txBody>
      </p:sp>
      <p:sp>
        <p:nvSpPr>
          <p:cNvPr id="12" name="ability-q-2">
            <a:extLst xmlns:a="http://schemas.openxmlformats.org/drawingml/2006/main">
              <a:ext uri="{FF2B5EF4-FFF2-40B4-BE49-F238E27FC236}">
                <a16:creationId xmlns:a16="http://schemas.microsoft.com/office/drawing/2014/main" id="{EB9A93F5-AF64-4DF5-B6FE-0504EB48E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17195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71717"/>
                </a:solidFill>
              </a:defRPr>
            </a:pPr>
            <a:r>
              <a:rPr sz="22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怎么招待客人？</a:t>
            </a:r>
          </a:p>
        </p:txBody>
      </p:sp>
      <p:sp>
        <p:nvSpPr>
          <p:cNvPr id="13" name="ability-a-2">
            <a:extLst xmlns:a="http://schemas.openxmlformats.org/drawingml/2006/main">
              <a:ext uri="{FF2B5EF4-FFF2-40B4-BE49-F238E27FC236}">
                <a16:creationId xmlns:a16="http://schemas.microsoft.com/office/drawing/2014/main" id="{4D8375E0-19F7-48CD-85F0-EA6465E39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76250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97423B"/>
                </a:solidFill>
              </a:defRPr>
            </a:pPr>
            <a:r>
              <a:rPr sz="195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答：________________</a:t>
            </a:r>
          </a:p>
        </p:txBody>
      </p:sp>
      <p:sp>
        <p:nvSpPr>
          <p:cNvPr id="1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9C793F8D-0709-4C2F-AD3D-FF381CCB3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age-mark">
            <a:extLst xmlns:a="http://schemas.openxmlformats.org/drawingml/2006/main">
              <a:ext uri="{FF2B5EF4-FFF2-40B4-BE49-F238E27FC236}">
                <a16:creationId xmlns:a16="http://schemas.microsoft.com/office/drawing/2014/main" id="{11044A02-8DC1-4ECC-ACC8-BEEA23A24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第15课  |  08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8e26aac42c4fa3"/>
          <a:srcRect xmlns:a="http://schemas.openxmlformats.org/drawingml/2006/main" l="355" t="0" r="35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1714500"/>
            <a:ext cx="3333750" cy="2238375"/>
          </a:xfrm>
          <a:prstGeom xmlns:a="http://schemas.openxmlformats.org/drawingml/2006/main" prst="rect">
            <a:avLst/>
          </a:prstGeom>
        </p:spPr>
      </p:pic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9e62cb2bd34556"/>
          <a:srcRect xmlns:a="http://schemas.openxmlformats.org/drawingml/2006/main" l="355" t="0" r="35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29125" y="1714500"/>
            <a:ext cx="3333750" cy="2238375"/>
          </a:xfrm>
          <a:prstGeom xmlns:a="http://schemas.openxmlformats.org/drawingml/2006/main" prst="rect">
            <a:avLst/>
          </a:prstGeom>
        </p:spPr>
      </p:pic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ffb9a7e2404b53"/>
          <a:srcRect xmlns:a="http://schemas.openxmlformats.org/drawingml/2006/main" l="355" t="0" r="35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39125" y="1714500"/>
            <a:ext cx="3333750" cy="22383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1456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itle">
            <a:extLst xmlns:a="http://schemas.openxmlformats.org/drawingml/2006/main">
              <a:ext uri="{FF2B5EF4-FFF2-40B4-BE49-F238E27FC236}">
                <a16:creationId xmlns:a16="http://schemas.microsoft.com/office/drawing/2014/main" id="{813FF84F-644F-4EE9-854B-AA9116E43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真实问答  Pair Task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450EA2E3-21F3-42AC-BAC3-D194E67D3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D134B2C6-7F2E-4857-9170-2F13D034A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两人交换信息，记录一条真实结果。</a:t>
            </a:r>
          </a:p>
        </p:txBody>
      </p:sp>
      <p:sp>
        <p:nvSpPr>
          <p:cNvPr id="5" name="pair-a">
            <a:extLst xmlns:a="http://schemas.openxmlformats.org/drawingml/2006/main">
              <a:ext uri="{FF2B5EF4-FFF2-40B4-BE49-F238E27FC236}">
                <a16:creationId xmlns:a16="http://schemas.microsoft.com/office/drawing/2014/main" id="{F79E9E27-2AA9-4C46-8305-4297DDF65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762125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97423B"/>
                </a:solidFill>
              </a:defRPr>
            </a:pPr>
            <a:r>
              <a:rPr sz="21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A问</a:t>
            </a:r>
          </a:p>
        </p:txBody>
      </p:sp>
      <p:sp>
        <p:nvSpPr>
          <p:cNvPr id="6" name="pair-ask">
            <a:extLst xmlns:a="http://schemas.openxmlformats.org/drawingml/2006/main">
              <a:ext uri="{FF2B5EF4-FFF2-40B4-BE49-F238E27FC236}">
                <a16:creationId xmlns:a16="http://schemas.microsoft.com/office/drawing/2014/main" id="{30102FD0-963B-4831-A419-B6BA696E5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28875"/>
            <a:ext cx="44767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700" b="1">
                <a:solidFill>
                  <a:srgbClr val="171717"/>
                </a:solidFill>
              </a:defRPr>
            </a:pPr>
            <a:r>
              <a:rPr sz="18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你喜欢________吗？</a:t>
            </a:r>
          </a:p>
          <a:p xmlns:a="http://schemas.openxmlformats.org/drawingml/2006/main">
            <a:pPr algn="ctr">
              <a:buNone/>
              <a:defRPr sz="2700" b="1">
                <a:solidFill>
                  <a:srgbClr val="171717"/>
                </a:solidFill>
              </a:defRPr>
            </a:pPr>
            <a:r>
              <a:rPr sz="18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还喜欢什么？</a:t>
            </a:r>
          </a:p>
        </p:txBody>
      </p:sp>
      <p:sp>
        <p:nvSpPr>
          <p:cNvPr id="7" name="arrow-590-310">
            <a:extLst xmlns:a="http://schemas.openxmlformats.org/drawingml/2006/main">
              <a:ext uri="{FF2B5EF4-FFF2-40B4-BE49-F238E27FC236}">
                <a16:creationId xmlns:a16="http://schemas.microsoft.com/office/drawing/2014/main" id="{6518A0DA-2AF3-4B32-82AA-EEC562E89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952750"/>
            <a:ext cx="76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BF5449"/>
                </a:solidFill>
              </a:defRPr>
            </a:pPr>
            <a:r>
              <a:rPr sz="2550" b="1">
                <a:solidFill>
                  <a:srgbClr val="BF544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" name="pair-b">
            <a:extLst xmlns:a="http://schemas.openxmlformats.org/drawingml/2006/main">
              <a:ext uri="{FF2B5EF4-FFF2-40B4-BE49-F238E27FC236}">
                <a16:creationId xmlns:a16="http://schemas.microsoft.com/office/drawing/2014/main" id="{3DEE1F8F-2B81-4D33-AFEF-E942656EC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762125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97423B"/>
                </a:solidFill>
              </a:defRPr>
            </a:pPr>
            <a:r>
              <a:rPr sz="21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B答</a:t>
            </a:r>
          </a:p>
        </p:txBody>
      </p:sp>
      <p:sp>
        <p:nvSpPr>
          <p:cNvPr id="9" name="pair-answer">
            <a:extLst xmlns:a="http://schemas.openxmlformats.org/drawingml/2006/main">
              <a:ext uri="{FF2B5EF4-FFF2-40B4-BE49-F238E27FC236}">
                <a16:creationId xmlns:a16="http://schemas.microsoft.com/office/drawing/2014/main" id="{E4E70A4C-AB5C-40F9-8A36-73038D58F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28875"/>
            <a:ext cx="4762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FE7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700" b="1">
                <a:solidFill>
                  <a:srgbClr val="171717"/>
                </a:solidFill>
              </a:defRPr>
            </a:pPr>
            <a:r>
              <a:rPr sz="18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我喜欢________，也／</a:t>
            </a:r>
          </a:p>
          <a:p xmlns:a="http://schemas.openxmlformats.org/drawingml/2006/main">
            <a:pPr algn="ctr">
              <a:buNone/>
              <a:defRPr sz="2700" b="1">
                <a:solidFill>
                  <a:srgbClr val="171717"/>
                </a:solidFill>
              </a:defRPr>
            </a:pPr>
            <a:r>
              <a:rPr sz="18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还喜欢________。</a:t>
            </a:r>
          </a:p>
        </p:txBody>
      </p:sp>
      <p:sp>
        <p:nvSpPr>
          <p:cNvPr id="10" name="pair-record">
            <a:extLst xmlns:a="http://schemas.openxmlformats.org/drawingml/2006/main">
              <a:ext uri="{FF2B5EF4-FFF2-40B4-BE49-F238E27FC236}">
                <a16:creationId xmlns:a16="http://schemas.microsoft.com/office/drawing/2014/main" id="{CD52926A-8BB9-4C10-96DE-7016F52FC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810125"/>
            <a:ext cx="942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100" b="0">
                <a:solidFill>
                  <a:srgbClr val="171717"/>
                </a:solidFill>
              </a:defRPr>
            </a:pPr>
            <a:r>
              <a:rPr sz="225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记录：记录两个并列喜好。</a:t>
            </a:r>
          </a:p>
        </p:txBody>
      </p:sp>
      <p:sp>
        <p:nvSpPr>
          <p:cNvPr id="11" name="footer-rule">
            <a:extLst xmlns:a="http://schemas.openxmlformats.org/drawingml/2006/main">
              <a:ext uri="{FF2B5EF4-FFF2-40B4-BE49-F238E27FC236}">
                <a16:creationId xmlns:a16="http://schemas.microsoft.com/office/drawing/2014/main" id="{CD956BD5-37F4-4F40-8BC3-43A68B9DA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age-mark">
            <a:extLst xmlns:a="http://schemas.openxmlformats.org/drawingml/2006/main">
              <a:ext uri="{FF2B5EF4-FFF2-40B4-BE49-F238E27FC236}">
                <a16:creationId xmlns:a16="http://schemas.microsoft.com/office/drawing/2014/main" id="{19311ACF-BA6B-4A15-8541-FD9CE732D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第15课  |  09</a:t>
            </a:r>
          </a:p>
        </p:txBody>
      </p:sp>
    </p:spTree>
    <p:extLst>
      <p:ext uri="{BB962C8B-B14F-4D97-AF65-F5344CB8AC3E}">
        <p14:creationId xmlns:p14="http://schemas.microsoft.com/office/powerpoint/2010/main" val="174287064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itle">
            <a:extLst xmlns:a="http://schemas.openxmlformats.org/drawingml/2006/main">
              <a:ext uri="{FF2B5EF4-FFF2-40B4-BE49-F238E27FC236}">
                <a16:creationId xmlns:a16="http://schemas.microsoft.com/office/drawing/2014/main" id="{A38B8BF7-3780-4326-B840-A46E22809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0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教材学习小结  Cumulative Review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90A4B330-2D51-4F59-AB1F-518A0DA1F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D162B288-9B6A-43FF-9900-E5EDAECC3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完成三组小结任务，再标记“会／需复习”。</a:t>
            </a:r>
          </a:p>
        </p:txBody>
      </p:sp>
      <p:sp>
        <p:nvSpPr>
          <p:cNvPr id="5" name="final-exit-time">
            <a:extLst xmlns:a="http://schemas.openxmlformats.org/drawingml/2006/main">
              <a:ext uri="{FF2B5EF4-FFF2-40B4-BE49-F238E27FC236}">
                <a16:creationId xmlns:a16="http://schemas.microsoft.com/office/drawing/2014/main" id="{16E8C66E-86FD-4468-81BB-149FDCF69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69545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97423B"/>
                </a:solidFill>
              </a:defRPr>
            </a:pPr>
            <a:r>
              <a:rPr sz="19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独立完成</a:t>
            </a:r>
          </a:p>
        </p:txBody>
      </p:sp>
      <p:sp>
        <p:nvSpPr>
          <p:cNvPr id="6" name="final-q-0">
            <a:extLst xmlns:a="http://schemas.openxmlformats.org/drawingml/2006/main">
              <a:ext uri="{FF2B5EF4-FFF2-40B4-BE49-F238E27FC236}">
                <a16:creationId xmlns:a16="http://schemas.microsoft.com/office/drawing/2014/main" id="{918330CF-D3A7-417A-B6C2-D61F06A56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43150"/>
            <a:ext cx="5715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1. 用能愿动词“可以”提出请求。</a:t>
            </a:r>
          </a:p>
        </p:txBody>
      </p:sp>
      <p:sp>
        <p:nvSpPr>
          <p:cNvPr id="7" name="final-a-0">
            <a:extLst xmlns:a="http://schemas.openxmlformats.org/drawingml/2006/main">
              <a:ext uri="{FF2B5EF4-FFF2-40B4-BE49-F238E27FC236}">
                <a16:creationId xmlns:a16="http://schemas.microsoft.com/office/drawing/2014/main" id="{016D969E-BACD-43CA-B1ED-5165C1CC8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343150"/>
            <a:ext cx="3524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8605A"/>
                </a:solidFill>
              </a:defRPr>
            </a:pPr>
            <a:r>
              <a:rPr sz="19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________________________</a:t>
            </a:r>
          </a:p>
        </p:txBody>
      </p:sp>
      <p:sp>
        <p:nvSpPr>
          <p:cNvPr id="8" name="final-q-1">
            <a:extLst xmlns:a="http://schemas.openxmlformats.org/drawingml/2006/main">
              <a:ext uri="{FF2B5EF4-FFF2-40B4-BE49-F238E27FC236}">
                <a16:creationId xmlns:a16="http://schemas.microsoft.com/office/drawing/2014/main" id="{C5FEE39D-1715-40B8-A907-5A4BA7901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48050"/>
            <a:ext cx="5715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2. 用“动词＋一下”结构说一句。</a:t>
            </a:r>
          </a:p>
        </p:txBody>
      </p:sp>
      <p:sp>
        <p:nvSpPr>
          <p:cNvPr id="9" name="final-a-1">
            <a:extLst xmlns:a="http://schemas.openxmlformats.org/drawingml/2006/main">
              <a:ext uri="{FF2B5EF4-FFF2-40B4-BE49-F238E27FC236}">
                <a16:creationId xmlns:a16="http://schemas.microsoft.com/office/drawing/2014/main" id="{9CD67902-A6DF-405B-A742-9E2023754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448050"/>
            <a:ext cx="3524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8605A"/>
                </a:solidFill>
              </a:defRPr>
            </a:pPr>
            <a:r>
              <a:rPr sz="19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________________________</a:t>
            </a:r>
          </a:p>
        </p:txBody>
      </p:sp>
      <p:sp>
        <p:nvSpPr>
          <p:cNvPr id="10" name="final-q-2">
            <a:extLst xmlns:a="http://schemas.openxmlformats.org/drawingml/2006/main">
              <a:ext uri="{FF2B5EF4-FFF2-40B4-BE49-F238E27FC236}">
                <a16:creationId xmlns:a16="http://schemas.microsoft.com/office/drawing/2014/main" id="{C8EF8420-2435-42E5-82B5-E21B53570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52950"/>
            <a:ext cx="5715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3. 用双宾语句说一句。</a:t>
            </a:r>
          </a:p>
        </p:txBody>
      </p:sp>
      <p:sp>
        <p:nvSpPr>
          <p:cNvPr id="11" name="final-a-2">
            <a:extLst xmlns:a="http://schemas.openxmlformats.org/drawingml/2006/main">
              <a:ext uri="{FF2B5EF4-FFF2-40B4-BE49-F238E27FC236}">
                <a16:creationId xmlns:a16="http://schemas.microsoft.com/office/drawing/2014/main" id="{B0C1F9B1-2600-4251-AF62-CCBEE0CAC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552950"/>
            <a:ext cx="3524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8605A"/>
                </a:solidFill>
              </a:defRPr>
            </a:pPr>
            <a:r>
              <a:rPr sz="19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________________________</a:t>
            </a:r>
          </a:p>
        </p:txBody>
      </p:sp>
      <p:sp>
        <p:nvSpPr>
          <p:cNvPr id="12" name="final-check">
            <a:extLst xmlns:a="http://schemas.openxmlformats.org/drawingml/2006/main">
              <a:ext uri="{FF2B5EF4-FFF2-40B4-BE49-F238E27FC236}">
                <a16:creationId xmlns:a16="http://schemas.microsoft.com/office/drawing/2014/main" id="{EE93D74A-52F7-41F2-BA92-7DF0A0715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667375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97423B"/>
                </a:solidFill>
              </a:defRPr>
            </a:pPr>
            <a:r>
              <a:rPr sz="21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累计复习｜完成自评并圈出仍需复习的一项</a:t>
            </a:r>
          </a:p>
        </p:txBody>
      </p:sp>
      <p:sp>
        <p:nvSpPr>
          <p:cNvPr id="13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C39C518-7844-4ED5-947B-62F89BB9C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age-mark">
            <a:extLst xmlns:a="http://schemas.openxmlformats.org/drawingml/2006/main">
              <a:ext uri="{FF2B5EF4-FFF2-40B4-BE49-F238E27FC236}">
                <a16:creationId xmlns:a16="http://schemas.microsoft.com/office/drawing/2014/main" id="{E54D1DDF-4E6D-464D-A3B3-1F3C35F5F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第15课  |  10</a:t>
            </a:r>
          </a:p>
        </p:txBody>
      </p:sp>
    </p:spTree>
    <p:extLst>
      <p:ext uri="{BB962C8B-B14F-4D97-AF65-F5344CB8AC3E}">
        <p14:creationId xmlns:p14="http://schemas.microsoft.com/office/powerpoint/2010/main" val="100920420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">
            <a:extLst xmlns:a="http://schemas.openxmlformats.org/drawingml/2006/main">
              <a:ext uri="{FF2B5EF4-FFF2-40B4-BE49-F238E27FC236}">
                <a16:creationId xmlns:a16="http://schemas.microsoft.com/office/drawing/2014/main" id="{6B4FD011-E97B-4744-A0BA-080F316C0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3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课文1｜理解检查  Comprehension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0A3A7110-FDA4-4F7A-888E-BA23A6B29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F9E5AECF-AE06-4688-A9CA-6B8D31021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根据课文，回答两个问题。</a:t>
            </a:r>
          </a:p>
        </p:txBody>
      </p:sp>
      <p:sp>
        <p:nvSpPr>
          <p:cNvPr id="5" name="timer">
            <a:extLst xmlns:a="http://schemas.openxmlformats.org/drawingml/2006/main">
              <a:ext uri="{FF2B5EF4-FFF2-40B4-BE49-F238E27FC236}">
                <a16:creationId xmlns:a16="http://schemas.microsoft.com/office/drawing/2014/main" id="{5A43DAD7-E6F4-4C46-BDE9-171146ACF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62250"/>
            <a:ext cx="2000250" cy="200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345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课文1</a:t>
            </a:r>
          </a:p>
        </p:txBody>
      </p:sp>
      <p:sp>
        <p:nvSpPr>
          <p:cNvPr id="6" name="retrieval-date">
            <a:extLst xmlns:a="http://schemas.openxmlformats.org/drawingml/2006/main">
              <a:ext uri="{FF2B5EF4-FFF2-40B4-BE49-F238E27FC236}">
                <a16:creationId xmlns:a16="http://schemas.microsoft.com/office/drawing/2014/main" id="{A32AFDD7-D53C-4FBB-A2E1-93953B039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857500"/>
            <a:ext cx="5238750" cy="1905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307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1. 白家月爱吃哪个菜？</a:t>
            </a:r>
          </a:p>
          <a:p xmlns:a="http://schemas.openxmlformats.org/drawingml/2006/main">
            <a:pPr algn="ctr">
              <a:buNone/>
              <a:defRPr sz="307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2. 李文做饭好吃不好吃？</a:t>
            </a:r>
          </a:p>
        </p:txBody>
      </p:sp>
      <p:sp>
        <p:nvSpPr>
          <p:cNvPr id="7" name="arrow-790-250">
            <a:extLst xmlns:a="http://schemas.openxmlformats.org/drawingml/2006/main">
              <a:ext uri="{FF2B5EF4-FFF2-40B4-BE49-F238E27FC236}">
                <a16:creationId xmlns:a16="http://schemas.microsoft.com/office/drawing/2014/main" id="{36FE6F53-43B1-428F-9E14-D2EE5619A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50520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BF5449"/>
                </a:solidFill>
              </a:defRPr>
            </a:pPr>
            <a:r>
              <a:rPr sz="2550" b="1">
                <a:solidFill>
                  <a:srgbClr val="BF544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" name="today-goal">
            <a:extLst xmlns:a="http://schemas.openxmlformats.org/drawingml/2006/main">
              <a:ext uri="{FF2B5EF4-FFF2-40B4-BE49-F238E27FC236}">
                <a16:creationId xmlns:a16="http://schemas.microsoft.com/office/drawing/2014/main" id="{716551AD-DB1B-424D-BAA0-87EDCEC55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762250"/>
            <a:ext cx="3143250" cy="20002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FE7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完整回答</a:t>
            </a:r>
          </a:p>
          <a:p xmlns:a="http://schemas.openxmlformats.org/drawingml/2006/main">
            <a:pPr algn="ctr">
              <a:buNone/>
              <a:defRPr sz="22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说出依据</a:t>
            </a:r>
          </a:p>
        </p:txBody>
      </p:sp>
      <p:sp>
        <p:nvSpPr>
          <p:cNvPr id="10" name="footer-rule">
            <a:extLst xmlns:a="http://schemas.openxmlformats.org/drawingml/2006/main">
              <a:ext uri="{FF2B5EF4-FFF2-40B4-BE49-F238E27FC236}">
                <a16:creationId xmlns:a16="http://schemas.microsoft.com/office/drawing/2014/main" id="{16EB9D10-A36A-4CE9-B842-7C3C96092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age-mark">
            <a:extLst xmlns:a="http://schemas.openxmlformats.org/drawingml/2006/main">
              <a:ext uri="{FF2B5EF4-FFF2-40B4-BE49-F238E27FC236}">
                <a16:creationId xmlns:a16="http://schemas.microsoft.com/office/drawing/2014/main" id="{986FA3B9-03AC-42CF-A505-F667ECCD7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第15课  |  11</a:t>
            </a:r>
          </a:p>
        </p:txBody>
      </p:sp>
    </p:spTree>
    <p:extLst>
      <p:ext uri="{BB962C8B-B14F-4D97-AF65-F5344CB8AC3E}">
        <p14:creationId xmlns:p14="http://schemas.microsoft.com/office/powerpoint/2010/main" val="82410808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itle">
            <a:extLst xmlns:a="http://schemas.openxmlformats.org/drawingml/2006/main">
              <a:ext uri="{FF2B5EF4-FFF2-40B4-BE49-F238E27FC236}">
                <a16:creationId xmlns:a16="http://schemas.microsoft.com/office/drawing/2014/main" id="{7A795537-AE29-481F-8760-93BD9D5FA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课文2｜核心词语  Key Words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EA3F4A97-FD06-4E73-A6C2-669065251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E6B86891-E894-47B6-9A55-3F88FB362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跟读本组词语，再任选一个说短句。</a:t>
            </a:r>
          </a:p>
        </p:txBody>
      </p:sp>
      <p:sp>
        <p:nvSpPr>
          <p:cNvPr id="6" name="py-今天">
            <a:extLst xmlns:a="http://schemas.openxmlformats.org/drawingml/2006/main">
              <a:ext uri="{FF2B5EF4-FFF2-40B4-BE49-F238E27FC236}">
                <a16:creationId xmlns:a16="http://schemas.microsoft.com/office/drawing/2014/main" id="{C99657F5-9085-424C-A45D-9F348998B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7621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qùnián</a:t>
            </a:r>
          </a:p>
        </p:txBody>
      </p:sp>
      <p:sp>
        <p:nvSpPr>
          <p:cNvPr id="7" name="zh-今天">
            <a:extLst xmlns:a="http://schemas.openxmlformats.org/drawingml/2006/main">
              <a:ext uri="{FF2B5EF4-FFF2-40B4-BE49-F238E27FC236}">
                <a16:creationId xmlns:a16="http://schemas.microsoft.com/office/drawing/2014/main" id="{B0CF442B-1889-4858-B01A-3421F61AE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00977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去年</a:t>
            </a:r>
          </a:p>
        </p:txBody>
      </p:sp>
      <p:sp>
        <p:nvSpPr>
          <p:cNvPr id="8" name="en-今天">
            <a:extLst xmlns:a="http://schemas.openxmlformats.org/drawingml/2006/main">
              <a:ext uri="{FF2B5EF4-FFF2-40B4-BE49-F238E27FC236}">
                <a16:creationId xmlns:a16="http://schemas.microsoft.com/office/drawing/2014/main" id="{7B374E70-B304-407A-9D91-9A2FA13B2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48602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6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last year</a:t>
            </a:r>
          </a:p>
        </p:txBody>
      </p:sp>
      <p:sp>
        <p:nvSpPr>
          <p:cNvPr id="9" name="py-号">
            <a:extLst xmlns:a="http://schemas.openxmlformats.org/drawingml/2006/main">
              <a:ext uri="{FF2B5EF4-FFF2-40B4-BE49-F238E27FC236}">
                <a16:creationId xmlns:a16="http://schemas.microsoft.com/office/drawing/2014/main" id="{EC464888-3573-4A8D-A094-118CDB4F0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621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nánpéngyou</a:t>
            </a:r>
          </a:p>
        </p:txBody>
      </p:sp>
      <p:sp>
        <p:nvSpPr>
          <p:cNvPr id="10" name="zh-号">
            <a:extLst xmlns:a="http://schemas.openxmlformats.org/drawingml/2006/main">
              <a:ext uri="{FF2B5EF4-FFF2-40B4-BE49-F238E27FC236}">
                <a16:creationId xmlns:a16="http://schemas.microsoft.com/office/drawing/2014/main" id="{DD5EA41A-D289-40AF-B978-EE8334C82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0977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男朋友</a:t>
            </a:r>
          </a:p>
        </p:txBody>
      </p:sp>
      <p:sp>
        <p:nvSpPr>
          <p:cNvPr id="11" name="en-号">
            <a:extLst xmlns:a="http://schemas.openxmlformats.org/drawingml/2006/main">
              <a:ext uri="{FF2B5EF4-FFF2-40B4-BE49-F238E27FC236}">
                <a16:creationId xmlns:a16="http://schemas.microsoft.com/office/drawing/2014/main" id="{E44E14A3-FC5F-4A3B-BDBF-A6EAAAC12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8602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6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boyfriend</a:t>
            </a:r>
          </a:p>
        </p:txBody>
      </p:sp>
      <p:sp>
        <p:nvSpPr>
          <p:cNvPr id="12" name="py-月">
            <a:extLst xmlns:a="http://schemas.openxmlformats.org/drawingml/2006/main">
              <a:ext uri="{FF2B5EF4-FFF2-40B4-BE49-F238E27FC236}">
                <a16:creationId xmlns:a16="http://schemas.microsoft.com/office/drawing/2014/main" id="{397558D9-A41F-4449-B758-0409B1DD0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3813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jǐ</a:t>
            </a:r>
          </a:p>
        </p:txBody>
      </p:sp>
      <p:sp>
        <p:nvSpPr>
          <p:cNvPr id="13" name="zh-月">
            <a:extLst xmlns:a="http://schemas.openxmlformats.org/drawingml/2006/main">
              <a:ext uri="{FF2B5EF4-FFF2-40B4-BE49-F238E27FC236}">
                <a16:creationId xmlns:a16="http://schemas.microsoft.com/office/drawing/2014/main" id="{FA9EB7FF-784A-4B94-ACBA-069EC7F99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62902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几</a:t>
            </a:r>
          </a:p>
        </p:txBody>
      </p:sp>
      <p:sp>
        <p:nvSpPr>
          <p:cNvPr id="14" name="en-月">
            <a:extLst xmlns:a="http://schemas.openxmlformats.org/drawingml/2006/main">
              <a:ext uri="{FF2B5EF4-FFF2-40B4-BE49-F238E27FC236}">
                <a16:creationId xmlns:a16="http://schemas.microsoft.com/office/drawing/2014/main" id="{1BB42A22-921E-46B1-80AD-0019AC7AB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10527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6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a few</a:t>
            </a:r>
          </a:p>
        </p:txBody>
      </p:sp>
      <p:sp>
        <p:nvSpPr>
          <p:cNvPr id="15" name="py-日">
            <a:extLst xmlns:a="http://schemas.openxmlformats.org/drawingml/2006/main">
              <a:ext uri="{FF2B5EF4-FFF2-40B4-BE49-F238E27FC236}">
                <a16:creationId xmlns:a16="http://schemas.microsoft.com/office/drawing/2014/main" id="{C469F6C4-ED87-40E3-8677-3F353592E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813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nián</a:t>
            </a:r>
          </a:p>
        </p:txBody>
      </p:sp>
      <p:sp>
        <p:nvSpPr>
          <p:cNvPr id="16" name="zh-日">
            <a:extLst xmlns:a="http://schemas.openxmlformats.org/drawingml/2006/main">
              <a:ext uri="{FF2B5EF4-FFF2-40B4-BE49-F238E27FC236}">
                <a16:creationId xmlns:a16="http://schemas.microsoft.com/office/drawing/2014/main" id="{47D4E6CE-EDB9-4E67-BC50-2DA44461C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62902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年</a:t>
            </a:r>
          </a:p>
        </p:txBody>
      </p:sp>
      <p:sp>
        <p:nvSpPr>
          <p:cNvPr id="17" name="en-日">
            <a:extLst xmlns:a="http://schemas.openxmlformats.org/drawingml/2006/main">
              <a:ext uri="{FF2B5EF4-FFF2-40B4-BE49-F238E27FC236}">
                <a16:creationId xmlns:a16="http://schemas.microsoft.com/office/drawing/2014/main" id="{C3CF2601-AB5F-4685-B6B9-4AFFAA7B6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10527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6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year</a:t>
            </a:r>
          </a:p>
        </p:txBody>
      </p:sp>
      <p:sp>
        <p:nvSpPr>
          <p:cNvPr id="18" name="date-example">
            <a:extLst xmlns:a="http://schemas.openxmlformats.org/drawingml/2006/main">
              <a:ext uri="{FF2B5EF4-FFF2-40B4-BE49-F238E27FC236}">
                <a16:creationId xmlns:a16="http://schemas.microsoft.com/office/drawing/2014/main" id="{4127BDF8-D416-4162-A168-73AF64468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5000625"/>
            <a:ext cx="6191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97423B"/>
                </a:solidFill>
              </a:defRPr>
            </a:pPr>
            <a:r>
              <a:rPr sz="2100" b="1">
                <a:solidFill>
                  <a:srgbClr val="97423B"/>
                </a:solidFill>
                <a:latin typeface="Microsoft YaHei"/>
                <a:ea typeface="Microsoft YaHei"/>
                <a:cs typeface="Microsoft YaHei"/>
              </a:rPr>
              <a:t>读一读：去年｜男朋友｜几｜年</a:t>
            </a:r>
          </a:p>
        </p:txBody>
      </p:sp>
      <p:sp>
        <p:nvSpPr>
          <p:cNvPr id="1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742E9D7-9EC6-43AD-9F3B-9D1CC01C8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age-mark">
            <a:extLst xmlns:a="http://schemas.openxmlformats.org/drawingml/2006/main">
              <a:ext uri="{FF2B5EF4-FFF2-40B4-BE49-F238E27FC236}">
                <a16:creationId xmlns:a16="http://schemas.microsoft.com/office/drawing/2014/main" id="{5771932F-3DD5-4033-938A-F3111D77A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第15课  |  12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016913dc0e43ed"/>
          <a:srcRect xmlns:a="http://schemas.openxmlformats.org/drawingml/2006/main" l="0" t="10" r="0" b="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2999" y="1762125"/>
            <a:ext cx="4063253" cy="3524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60562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itle">
            <a:extLst xmlns:a="http://schemas.openxmlformats.org/drawingml/2006/main">
              <a:ext uri="{FF2B5EF4-FFF2-40B4-BE49-F238E27FC236}">
                <a16:creationId xmlns:a16="http://schemas.microsoft.com/office/drawing/2014/main" id="{A8B6F7BD-4BF9-4E54-9C76-8D2FBCFE9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课文2｜听力  Listening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D3B1C867-E2BC-4286-93C4-C7D689BBB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73130D08-AA09-4768-813F-CBB96506B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听两遍，记录三项关键信息。</a:t>
            </a:r>
          </a:p>
        </p:txBody>
      </p:sp>
      <p:sp>
        <p:nvSpPr>
          <p:cNvPr id="6" name="q-1">
            <a:extLst xmlns:a="http://schemas.openxmlformats.org/drawingml/2006/main">
              <a:ext uri="{FF2B5EF4-FFF2-40B4-BE49-F238E27FC236}">
                <a16:creationId xmlns:a16="http://schemas.microsoft.com/office/drawing/2014/main" id="{99972B66-DE69-437D-AA3B-13CAD8C32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145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1</a:t>
            </a:r>
          </a:p>
        </p:txBody>
      </p:sp>
      <p:sp>
        <p:nvSpPr>
          <p:cNvPr id="7" name="listen-lab-0">
            <a:extLst xmlns:a="http://schemas.openxmlformats.org/drawingml/2006/main">
              <a:ext uri="{FF2B5EF4-FFF2-40B4-BE49-F238E27FC236}">
                <a16:creationId xmlns:a16="http://schemas.microsoft.com/office/drawing/2014/main" id="{EEB8A135-05E0-4931-95B8-8311CBC86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838325"/>
            <a:ext cx="1047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97423B"/>
                </a:solidFill>
              </a:defRPr>
            </a:pPr>
            <a:r>
              <a:rPr sz="16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选择题</a:t>
            </a:r>
          </a:p>
        </p:txBody>
      </p:sp>
      <p:sp>
        <p:nvSpPr>
          <p:cNvPr id="8" name="listen-blank-0">
            <a:extLst xmlns:a="http://schemas.openxmlformats.org/drawingml/2006/main">
              <a:ext uri="{FF2B5EF4-FFF2-40B4-BE49-F238E27FC236}">
                <a16:creationId xmlns:a16="http://schemas.microsoft.com/office/drawing/2014/main" id="{83B64007-34DD-4F6A-A947-C1660DAFE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762125"/>
            <a:ext cx="8096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325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安妮和她男朋友去年去了（　）。</a:t>
            </a:r>
          </a:p>
          <a:p xmlns:a="http://schemas.openxmlformats.org/drawingml/2006/main">
            <a:pPr algn="ctr">
              <a:buNone/>
              <a:defRPr sz="2325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A 西安　B 北京　C 学校</a:t>
            </a:r>
          </a:p>
        </p:txBody>
      </p:sp>
      <p:sp>
        <p:nvSpPr>
          <p:cNvPr id="9" name="q-2">
            <a:extLst xmlns:a="http://schemas.openxmlformats.org/drawingml/2006/main">
              <a:ext uri="{FF2B5EF4-FFF2-40B4-BE49-F238E27FC236}">
                <a16:creationId xmlns:a16="http://schemas.microsoft.com/office/drawing/2014/main" id="{5DD99B0D-8B11-4DA3-B063-33AA51250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718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2</a:t>
            </a:r>
          </a:p>
        </p:txBody>
      </p:sp>
      <p:sp>
        <p:nvSpPr>
          <p:cNvPr id="10" name="listen-lab-1">
            <a:extLst xmlns:a="http://schemas.openxmlformats.org/drawingml/2006/main">
              <a:ext uri="{FF2B5EF4-FFF2-40B4-BE49-F238E27FC236}">
                <a16:creationId xmlns:a16="http://schemas.microsoft.com/office/drawing/2014/main" id="{04C8AEF8-B148-460C-A5B8-DEF3E9B7B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95625"/>
            <a:ext cx="1047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97423B"/>
                </a:solidFill>
              </a:defRPr>
            </a:pPr>
            <a:r>
              <a:rPr sz="16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选择题</a:t>
            </a:r>
          </a:p>
        </p:txBody>
      </p:sp>
      <p:sp>
        <p:nvSpPr>
          <p:cNvPr id="11" name="listen-blank-1">
            <a:extLst xmlns:a="http://schemas.openxmlformats.org/drawingml/2006/main">
              <a:ext uri="{FF2B5EF4-FFF2-40B4-BE49-F238E27FC236}">
                <a16:creationId xmlns:a16="http://schemas.microsoft.com/office/drawing/2014/main" id="{000BB091-3D65-46B5-86A1-60EE2ECF0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019425"/>
            <a:ext cx="8096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325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王老‌师和李文都是（　）。</a:t>
            </a:r>
          </a:p>
          <a:p xmlns:a="http://schemas.openxmlformats.org/drawingml/2006/main">
            <a:pPr algn="ctr">
              <a:buNone/>
              <a:defRPr sz="2325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A 西安人　B 北京人　C 哪里人</a:t>
            </a:r>
          </a:p>
        </p:txBody>
      </p:sp>
      <p:sp>
        <p:nvSpPr>
          <p:cNvPr id="12" name="q-3">
            <a:extLst xmlns:a="http://schemas.openxmlformats.org/drawingml/2006/main">
              <a:ext uri="{FF2B5EF4-FFF2-40B4-BE49-F238E27FC236}">
                <a16:creationId xmlns:a16="http://schemas.microsoft.com/office/drawing/2014/main" id="{CD8D9591-C2D3-429C-B06D-818ED4AFB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291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3</a:t>
            </a:r>
          </a:p>
        </p:txBody>
      </p:sp>
      <p:sp>
        <p:nvSpPr>
          <p:cNvPr id="13" name="listen-lab-2">
            <a:extLst xmlns:a="http://schemas.openxmlformats.org/drawingml/2006/main">
              <a:ext uri="{FF2B5EF4-FFF2-40B4-BE49-F238E27FC236}">
                <a16:creationId xmlns:a16="http://schemas.microsoft.com/office/drawing/2014/main" id="{B755454D-3A39-41DA-B54B-A170293E1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52925"/>
            <a:ext cx="1047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97423B"/>
                </a:solidFill>
              </a:defRPr>
            </a:pPr>
            <a:r>
              <a:rPr sz="16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证据题</a:t>
            </a:r>
          </a:p>
        </p:txBody>
      </p:sp>
      <p:sp>
        <p:nvSpPr>
          <p:cNvPr id="14" name="listen-blank-2">
            <a:extLst xmlns:a="http://schemas.openxmlformats.org/drawingml/2006/main">
              <a:ext uri="{FF2B5EF4-FFF2-40B4-BE49-F238E27FC236}">
                <a16:creationId xmlns:a16="http://schemas.microsoft.com/office/drawing/2014/main" id="{97687084-6DE6-41A9-BCDF-68B794BD4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276725"/>
            <a:ext cx="8096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325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谁是北京人：________________</a:t>
            </a:r>
          </a:p>
        </p:txBody>
      </p:sp>
      <p:sp>
        <p:nvSpPr>
          <p:cNvPr id="1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4A0B8F72-8165-49D0-8C58-12AA26C2F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age-mark">
            <a:extLst xmlns:a="http://schemas.openxmlformats.org/drawingml/2006/main">
              <a:ext uri="{FF2B5EF4-FFF2-40B4-BE49-F238E27FC236}">
                <a16:creationId xmlns:a16="http://schemas.microsoft.com/office/drawing/2014/main" id="{F7FC889B-15B6-4D76-A4A4-3A27659C8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第15课  |  13</a:t>
            </a:r>
          </a:p>
        </p:txBody>
      </p:sp>
    </p:spTree>
    <p:extLst>
      <p:ext uri="{BB962C8B-B14F-4D97-AF65-F5344CB8AC3E}">
        <p14:creationId xmlns:p14="http://schemas.microsoft.com/office/powerpoint/2010/main" val="141846888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title">
            <a:extLst xmlns:a="http://schemas.openxmlformats.org/drawingml/2006/main">
              <a:ext uri="{FF2B5EF4-FFF2-40B4-BE49-F238E27FC236}">
                <a16:creationId xmlns:a16="http://schemas.microsoft.com/office/drawing/2014/main" id="{2E9BF3EF-1D0E-4F5F-BEB9-56993BF90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11125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课文2｜跟读  Read Aloud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35BFF9A1-6272-458D-BA5E-0DFEB448B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F9F1A427-54BC-44A9-8F50-AF988E18E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核对人物和顺序，再交换角色朗读。</a:t>
            </a:r>
          </a:p>
        </p:txBody>
      </p:sp>
      <p:sp>
        <p:nvSpPr>
          <p:cNvPr id="5" name="bubble-speaker-174">
            <a:extLst xmlns:a="http://schemas.openxmlformats.org/drawingml/2006/main">
              <a:ext uri="{FF2B5EF4-FFF2-40B4-BE49-F238E27FC236}">
                <a16:creationId xmlns:a16="http://schemas.microsoft.com/office/drawing/2014/main" id="{02CF3C09-A00F-4342-A7C7-F243ED850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638300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97423B"/>
                </a:solidFill>
              </a:defRPr>
            </a:pPr>
            <a:r>
              <a:rPr sz="18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李文</a:t>
            </a:r>
          </a:p>
        </p:txBody>
      </p:sp>
      <p:sp>
        <p:nvSpPr>
          <p:cNvPr id="6" name="bubble-174">
            <a:extLst xmlns:a="http://schemas.openxmlformats.org/drawingml/2006/main">
              <a:ext uri="{FF2B5EF4-FFF2-40B4-BE49-F238E27FC236}">
                <a16:creationId xmlns:a16="http://schemas.microsoft.com/office/drawing/2014/main" id="{D37C5BF0-8D57-49BA-A72B-04CC1A7B0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62100"/>
            <a:ext cx="11049000" cy="1076325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F5449"/>
            </a:solidFill>
            <a:prstDash val="solid"/>
          </a:ln>
        </p:spPr>
      </p:sp>
      <p:sp>
        <p:nvSpPr>
          <p:cNvPr id="7" name="bubble-pinyin-174">
            <a:extLst xmlns:a="http://schemas.openxmlformats.org/drawingml/2006/main">
              <a:ext uri="{FF2B5EF4-FFF2-40B4-BE49-F238E27FC236}">
                <a16:creationId xmlns:a16="http://schemas.microsoft.com/office/drawing/2014/main" id="{5BE1EAA0-6FF9-4E7E-8E4B-BBAC51E5D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63830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Nǐmen dōu xiǎng qù nǎr?</a:t>
            </a:r>
          </a:p>
        </p:txBody>
      </p:sp>
      <p:sp>
        <p:nvSpPr>
          <p:cNvPr id="8" name="bubble-hanzi-174">
            <a:extLst xmlns:a="http://schemas.openxmlformats.org/drawingml/2006/main">
              <a:ext uri="{FF2B5EF4-FFF2-40B4-BE49-F238E27FC236}">
                <a16:creationId xmlns:a16="http://schemas.microsoft.com/office/drawing/2014/main" id="{FFA49D70-EBD5-46E1-9454-4CD1E9659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295525"/>
            <a:ext cx="923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你们都想去哪儿？</a:t>
            </a:r>
          </a:p>
        </p:txBody>
      </p:sp>
      <p:sp>
        <p:nvSpPr>
          <p:cNvPr id="9" name="bubble-speaker-174">
            <a:extLst xmlns:a="http://schemas.openxmlformats.org/drawingml/2006/main">
              <a:ext uri="{FF2B5EF4-FFF2-40B4-BE49-F238E27FC236}">
                <a16:creationId xmlns:a16="http://schemas.microsoft.com/office/drawing/2014/main" id="{CDA22127-7BE4-4519-B8E0-B526B74FF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52725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97423B"/>
                </a:solidFill>
              </a:defRPr>
            </a:pPr>
            <a:r>
              <a:rPr sz="18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安妮</a:t>
            </a:r>
          </a:p>
        </p:txBody>
      </p:sp>
      <p:sp>
        <p:nvSpPr>
          <p:cNvPr id="10" name="bubble-174">
            <a:extLst xmlns:a="http://schemas.openxmlformats.org/drawingml/2006/main">
              <a:ext uri="{FF2B5EF4-FFF2-40B4-BE49-F238E27FC236}">
                <a16:creationId xmlns:a16="http://schemas.microsoft.com/office/drawing/2014/main" id="{8FA1A1D3-E42B-4E93-9360-F15E9CDCB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76525"/>
            <a:ext cx="11049000" cy="1171575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7AFA5"/>
            </a:solidFill>
            <a:prstDash val="solid"/>
          </a:ln>
        </p:spPr>
      </p:sp>
      <p:sp>
        <p:nvSpPr>
          <p:cNvPr id="11" name="bubble-pinyin-174">
            <a:extLst xmlns:a="http://schemas.openxmlformats.org/drawingml/2006/main">
              <a:ext uri="{FF2B5EF4-FFF2-40B4-BE49-F238E27FC236}">
                <a16:creationId xmlns:a16="http://schemas.microsoft.com/office/drawing/2014/main" id="{6B0189EE-EF03-4812-A7BB-28A99E280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752725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Qùnián wǒ hé nánpéngyou qùle Xī’ān, jīnnián wǒ xiǎng qù Běijīng.</a:t>
            </a:r>
          </a:p>
        </p:txBody>
      </p:sp>
      <p:sp>
        <p:nvSpPr>
          <p:cNvPr id="12" name="bubble-hanzi-174">
            <a:extLst xmlns:a="http://schemas.openxmlformats.org/drawingml/2006/main">
              <a:ext uri="{FF2B5EF4-FFF2-40B4-BE49-F238E27FC236}">
                <a16:creationId xmlns:a16="http://schemas.microsoft.com/office/drawing/2014/main" id="{692D751B-D5F5-467C-A45B-727FA5C75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505200"/>
            <a:ext cx="923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去年我和男朋友去了西安，今年我想去北京。</a:t>
            </a:r>
          </a:p>
        </p:txBody>
      </p:sp>
      <p:sp>
        <p:nvSpPr>
          <p:cNvPr id="13" name="bubble-speaker-319">
            <a:extLst xmlns:a="http://schemas.openxmlformats.org/drawingml/2006/main">
              <a:ext uri="{FF2B5EF4-FFF2-40B4-BE49-F238E27FC236}">
                <a16:creationId xmlns:a16="http://schemas.microsoft.com/office/drawing/2014/main" id="{DD4F27E1-89F8-4A24-B422-473B7A72F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962400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97423B"/>
                </a:solidFill>
              </a:defRPr>
            </a:pPr>
            <a:r>
              <a:rPr sz="18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白家月</a:t>
            </a:r>
          </a:p>
        </p:txBody>
      </p:sp>
      <p:sp>
        <p:nvSpPr>
          <p:cNvPr id="14" name="bubble-319">
            <a:extLst xmlns:a="http://schemas.openxmlformats.org/drawingml/2006/main">
              <a:ext uri="{FF2B5EF4-FFF2-40B4-BE49-F238E27FC236}">
                <a16:creationId xmlns:a16="http://schemas.microsoft.com/office/drawing/2014/main" id="{368924A9-9822-42CF-B585-0AA022C2A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886200"/>
            <a:ext cx="11049000" cy="1171575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F5449"/>
            </a:solidFill>
            <a:prstDash val="solid"/>
          </a:ln>
        </p:spPr>
      </p:sp>
      <p:sp>
        <p:nvSpPr>
          <p:cNvPr id="15" name="bubble-pinyin-319">
            <a:extLst xmlns:a="http://schemas.openxmlformats.org/drawingml/2006/main">
              <a:ext uri="{FF2B5EF4-FFF2-40B4-BE49-F238E27FC236}">
                <a16:creationId xmlns:a16="http://schemas.microsoft.com/office/drawing/2014/main" id="{535EA61A-944B-4B6E-8EBB-60E915A56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96240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Qián jǐ nián wǒ qùle Xī’ān, fēicháng hǎowánr. Jīnnián wǒ yě xiǎng qù Běijīng.</a:t>
            </a:r>
          </a:p>
        </p:txBody>
      </p:sp>
      <p:sp>
        <p:nvSpPr>
          <p:cNvPr id="16" name="bubble-hanzi-319">
            <a:extLst xmlns:a="http://schemas.openxmlformats.org/drawingml/2006/main">
              <a:ext uri="{FF2B5EF4-FFF2-40B4-BE49-F238E27FC236}">
                <a16:creationId xmlns:a16="http://schemas.microsoft.com/office/drawing/2014/main" id="{4B907DA1-21D9-479A-8EAC-CDEB59C02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714875"/>
            <a:ext cx="923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前几年我去了西安，非常好玩儿。今年我也想去北京。</a:t>
            </a:r>
          </a:p>
        </p:txBody>
      </p:sp>
      <p:sp>
        <p:nvSpPr>
          <p:cNvPr id="17" name="bubble-speaker-319">
            <a:extLst xmlns:a="http://schemas.openxmlformats.org/drawingml/2006/main">
              <a:ext uri="{FF2B5EF4-FFF2-40B4-BE49-F238E27FC236}">
                <a16:creationId xmlns:a16="http://schemas.microsoft.com/office/drawing/2014/main" id="{1132648B-B790-48C7-A85A-DCAA06CF1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172075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97423B"/>
                </a:solidFill>
              </a:defRPr>
            </a:pPr>
            <a:r>
              <a:rPr sz="18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李文</a:t>
            </a:r>
          </a:p>
        </p:txBody>
      </p:sp>
      <p:sp>
        <p:nvSpPr>
          <p:cNvPr id="18" name="bubble-319">
            <a:extLst xmlns:a="http://schemas.openxmlformats.org/drawingml/2006/main">
              <a:ext uri="{FF2B5EF4-FFF2-40B4-BE49-F238E27FC236}">
                <a16:creationId xmlns:a16="http://schemas.microsoft.com/office/drawing/2014/main" id="{256E3685-1A49-41E6-9277-70CD0FA2A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095875"/>
            <a:ext cx="11049000" cy="1190625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7AFA5"/>
            </a:solidFill>
            <a:prstDash val="solid"/>
          </a:ln>
        </p:spPr>
      </p:sp>
      <p:sp>
        <p:nvSpPr>
          <p:cNvPr id="19" name="bubble-pinyin-319">
            <a:extLst xmlns:a="http://schemas.openxmlformats.org/drawingml/2006/main">
              <a:ext uri="{FF2B5EF4-FFF2-40B4-BE49-F238E27FC236}">
                <a16:creationId xmlns:a16="http://schemas.microsoft.com/office/drawing/2014/main" id="{590ED512-C999-4EE8-960F-2DA3AF097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172075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Wǒ hé Wáng lǎoshī dōu shì Běijīng rén, Běijīng fēicháng piàoliang.</a:t>
            </a:r>
          </a:p>
        </p:txBody>
      </p:sp>
      <p:sp>
        <p:nvSpPr>
          <p:cNvPr id="20" name="bubble-hanzi-319">
            <a:extLst xmlns:a="http://schemas.openxmlformats.org/drawingml/2006/main">
              <a:ext uri="{FF2B5EF4-FFF2-40B4-BE49-F238E27FC236}">
                <a16:creationId xmlns:a16="http://schemas.microsoft.com/office/drawing/2014/main" id="{4850A026-8D17-4C50-A024-5172FE37C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943600"/>
            <a:ext cx="923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我和王老‌师都是北京人，北京非常漂亮。</a:t>
            </a:r>
          </a:p>
        </p:txBody>
      </p:sp>
      <p:sp>
        <p:nvSpPr>
          <p:cNvPr id="21" name="bubble-speaker-464">
            <a:extLst xmlns:a="http://schemas.openxmlformats.org/drawingml/2006/main">
              <a:ext uri="{FF2B5EF4-FFF2-40B4-BE49-F238E27FC236}">
                <a16:creationId xmlns:a16="http://schemas.microsoft.com/office/drawing/2014/main" id="{F2AC4838-7782-4163-A2C3-E22FCF987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97423B"/>
                </a:solidFill>
              </a:defRPr>
            </a:pPr>
            <a:r>
              <a:rPr sz="1275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/>
            </a:r>
          </a:p>
        </p:txBody>
      </p:sp>
      <p:sp>
        <p:nvSpPr>
          <p:cNvPr id="22" name="bubble-464">
            <a:extLst xmlns:a="http://schemas.openxmlformats.org/drawingml/2006/main">
              <a:ext uri="{FF2B5EF4-FFF2-40B4-BE49-F238E27FC236}">
                <a16:creationId xmlns:a16="http://schemas.microsoft.com/office/drawing/2014/main" id="{8E33E5C9-7696-4227-A90A-E5EB10E67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F5449"/>
            </a:solidFill>
            <a:prstDash val="solid"/>
          </a:ln>
        </p:spPr>
      </p:sp>
      <p:sp>
        <p:nvSpPr>
          <p:cNvPr id="23" name="bubble-pinyin-464">
            <a:extLst xmlns:a="http://schemas.openxmlformats.org/drawingml/2006/main">
              <a:ext uri="{FF2B5EF4-FFF2-40B4-BE49-F238E27FC236}">
                <a16:creationId xmlns:a16="http://schemas.microsoft.com/office/drawing/2014/main" id="{7A959E44-4DC9-4BCA-8FFC-DFC6B5BC7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7423B"/>
                </a:solidFill>
              </a:defRPr>
            </a:pPr>
            <a:r>
              <a:rPr sz="105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4" name="bubble-hanzi-464">
            <a:extLst xmlns:a="http://schemas.openxmlformats.org/drawingml/2006/main">
              <a:ext uri="{FF2B5EF4-FFF2-40B4-BE49-F238E27FC236}">
                <a16:creationId xmlns:a16="http://schemas.microsoft.com/office/drawing/2014/main" id="{51A44AA1-1E76-4CDA-BF72-6508290FF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1717"/>
                </a:solidFill>
              </a:defRPr>
            </a:pPr>
            <a:r>
              <a:rPr sz="18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/>
            </a:r>
          </a:p>
        </p:txBody>
      </p:sp>
      <p:sp>
        <p:nvSpPr>
          <p:cNvPr id="25" name="bubble-speaker-464">
            <a:extLst xmlns:a="http://schemas.openxmlformats.org/drawingml/2006/main">
              <a:ext uri="{FF2B5EF4-FFF2-40B4-BE49-F238E27FC236}">
                <a16:creationId xmlns:a16="http://schemas.microsoft.com/office/drawing/2014/main" id="{EAF8A8DB-CAB6-4347-AB44-8C9400DC4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97423B"/>
                </a:solidFill>
              </a:defRPr>
            </a:pPr>
            <a:r>
              <a:rPr sz="1275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/>
            </a:r>
          </a:p>
        </p:txBody>
      </p:sp>
      <p:sp>
        <p:nvSpPr>
          <p:cNvPr id="26" name="bubble-464">
            <a:extLst xmlns:a="http://schemas.openxmlformats.org/drawingml/2006/main">
              <a:ext uri="{FF2B5EF4-FFF2-40B4-BE49-F238E27FC236}">
                <a16:creationId xmlns:a16="http://schemas.microsoft.com/office/drawing/2014/main" id="{D7BB8F59-37F3-4FAB-8681-DACC2EE38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7AFA5"/>
            </a:solidFill>
            <a:prstDash val="solid"/>
          </a:ln>
        </p:spPr>
      </p:sp>
      <p:sp>
        <p:nvSpPr>
          <p:cNvPr id="27" name="bubble-pinyin-464">
            <a:extLst xmlns:a="http://schemas.openxmlformats.org/drawingml/2006/main">
              <a:ext uri="{FF2B5EF4-FFF2-40B4-BE49-F238E27FC236}">
                <a16:creationId xmlns:a16="http://schemas.microsoft.com/office/drawing/2014/main" id="{2615A6BA-EBBA-4821-B09D-4E0BF06FF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7423B"/>
                </a:solidFill>
              </a:defRPr>
            </a:pPr>
            <a:r>
              <a:rPr sz="105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8" name="bubble-hanzi-464">
            <a:extLst xmlns:a="http://schemas.openxmlformats.org/drawingml/2006/main">
              <a:ext uri="{FF2B5EF4-FFF2-40B4-BE49-F238E27FC236}">
                <a16:creationId xmlns:a16="http://schemas.microsoft.com/office/drawing/2014/main" id="{F3CAE303-0786-4F40-9421-A4C09BB12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1717"/>
                </a:solidFill>
              </a:defRPr>
            </a:pPr>
            <a:r>
              <a:rPr sz="18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/>
            </a:r>
          </a:p>
        </p:txBody>
      </p:sp>
      <p:sp>
        <p:nvSpPr>
          <p:cNvPr id="2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C7359A61-4C3A-4CDB-BAA6-219DB8B26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page-mark">
            <a:extLst xmlns:a="http://schemas.openxmlformats.org/drawingml/2006/main">
              <a:ext uri="{FF2B5EF4-FFF2-40B4-BE49-F238E27FC236}">
                <a16:creationId xmlns:a16="http://schemas.microsoft.com/office/drawing/2014/main" id="{79E9FA72-9396-4CEE-8F5D-83BFABC9A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第15课  |  14</a:t>
            </a:r>
          </a:p>
        </p:txBody>
      </p:sp>
      <p:pic>
        <p:nvPicPr>
          <p:cNvPr id="62" name="dialogue-semantic-imag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a77104ec8f4b61"/>
          <a:srcRect xmlns:a="http://schemas.openxmlformats.org/drawingml/2006/main" l="0" t="189" r="0" b="18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01250" y="171450"/>
            <a:ext cx="1428750" cy="838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56768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itle">
            <a:extLst xmlns:a="http://schemas.openxmlformats.org/drawingml/2006/main">
              <a:ext uri="{FF2B5EF4-FFF2-40B4-BE49-F238E27FC236}">
                <a16:creationId xmlns:a16="http://schemas.microsoft.com/office/drawing/2014/main" id="{7A795537-AE29-481F-8760-93BD9D5FA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课文2｜核心词语  Key Words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EA3F4A97-FD06-4E73-A6C2-669065251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E6B86891-E894-47B6-9A55-3F88FB362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跟读本组词语，再任选一个说短句。</a:t>
            </a:r>
          </a:p>
        </p:txBody>
      </p:sp>
      <p:sp>
        <p:nvSpPr>
          <p:cNvPr id="6" name="py-今天">
            <a:extLst xmlns:a="http://schemas.openxmlformats.org/drawingml/2006/main">
              <a:ext uri="{FF2B5EF4-FFF2-40B4-BE49-F238E27FC236}">
                <a16:creationId xmlns:a16="http://schemas.microsoft.com/office/drawing/2014/main" id="{C99657F5-9085-424C-A45D-9F348998B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7621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hǎowánr</a:t>
            </a:r>
          </a:p>
        </p:txBody>
      </p:sp>
      <p:sp>
        <p:nvSpPr>
          <p:cNvPr id="7" name="zh-今天">
            <a:extLst xmlns:a="http://schemas.openxmlformats.org/drawingml/2006/main">
              <a:ext uri="{FF2B5EF4-FFF2-40B4-BE49-F238E27FC236}">
                <a16:creationId xmlns:a16="http://schemas.microsoft.com/office/drawing/2014/main" id="{B0CF442B-1889-4858-B01A-3421F61AE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00977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好玩儿</a:t>
            </a:r>
          </a:p>
        </p:txBody>
      </p:sp>
      <p:sp>
        <p:nvSpPr>
          <p:cNvPr id="8" name="en-今天">
            <a:extLst xmlns:a="http://schemas.openxmlformats.org/drawingml/2006/main">
              <a:ext uri="{FF2B5EF4-FFF2-40B4-BE49-F238E27FC236}">
                <a16:creationId xmlns:a16="http://schemas.microsoft.com/office/drawing/2014/main" id="{7B374E70-B304-407A-9D91-9A2FA13B2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48602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6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fun</a:t>
            </a:r>
          </a:p>
        </p:txBody>
      </p:sp>
      <p:sp>
        <p:nvSpPr>
          <p:cNvPr id="9" name="py-号">
            <a:extLst xmlns:a="http://schemas.openxmlformats.org/drawingml/2006/main">
              <a:ext uri="{FF2B5EF4-FFF2-40B4-BE49-F238E27FC236}">
                <a16:creationId xmlns:a16="http://schemas.microsoft.com/office/drawing/2014/main" id="{EC464888-3573-4A8D-A094-118CDB4F0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621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Xī’ān</a:t>
            </a:r>
          </a:p>
        </p:txBody>
      </p:sp>
      <p:sp>
        <p:nvSpPr>
          <p:cNvPr id="10" name="zh-号">
            <a:extLst xmlns:a="http://schemas.openxmlformats.org/drawingml/2006/main">
              <a:ext uri="{FF2B5EF4-FFF2-40B4-BE49-F238E27FC236}">
                <a16:creationId xmlns:a16="http://schemas.microsoft.com/office/drawing/2014/main" id="{DD5EA41A-D289-40AF-B978-EE8334C82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0977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西安</a:t>
            </a:r>
          </a:p>
        </p:txBody>
      </p:sp>
      <p:sp>
        <p:nvSpPr>
          <p:cNvPr id="11" name="en-号">
            <a:extLst xmlns:a="http://schemas.openxmlformats.org/drawingml/2006/main">
              <a:ext uri="{FF2B5EF4-FFF2-40B4-BE49-F238E27FC236}">
                <a16:creationId xmlns:a16="http://schemas.microsoft.com/office/drawing/2014/main" id="{E44E14A3-FC5F-4A3B-BDBF-A6EAAAC12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8602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6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Xi’an</a:t>
            </a:r>
          </a:p>
        </p:txBody>
      </p:sp>
      <p:sp>
        <p:nvSpPr>
          <p:cNvPr id="12" name="py-月">
            <a:extLst xmlns:a="http://schemas.openxmlformats.org/drawingml/2006/main">
              <a:ext uri="{FF2B5EF4-FFF2-40B4-BE49-F238E27FC236}">
                <a16:creationId xmlns:a16="http://schemas.microsoft.com/office/drawing/2014/main" id="{397558D9-A41F-4449-B758-0409B1DD0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3813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Běijīng</a:t>
            </a:r>
          </a:p>
        </p:txBody>
      </p:sp>
      <p:sp>
        <p:nvSpPr>
          <p:cNvPr id="13" name="zh-月">
            <a:extLst xmlns:a="http://schemas.openxmlformats.org/drawingml/2006/main">
              <a:ext uri="{FF2B5EF4-FFF2-40B4-BE49-F238E27FC236}">
                <a16:creationId xmlns:a16="http://schemas.microsoft.com/office/drawing/2014/main" id="{FA9EB7FF-784A-4B94-ACBA-069EC7F99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62902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北京</a:t>
            </a:r>
          </a:p>
        </p:txBody>
      </p:sp>
      <p:sp>
        <p:nvSpPr>
          <p:cNvPr id="14" name="en-月">
            <a:extLst xmlns:a="http://schemas.openxmlformats.org/drawingml/2006/main">
              <a:ext uri="{FF2B5EF4-FFF2-40B4-BE49-F238E27FC236}">
                <a16:creationId xmlns:a16="http://schemas.microsoft.com/office/drawing/2014/main" id="{1BB42A22-921E-46B1-80AD-0019AC7AB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10527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6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Beijing</a:t>
            </a:r>
          </a:p>
        </p:txBody>
      </p:sp>
      <p:sp>
        <p:nvSpPr>
          <p:cNvPr id="15" name="py-日">
            <a:extLst xmlns:a="http://schemas.openxmlformats.org/drawingml/2006/main">
              <a:ext uri="{FF2B5EF4-FFF2-40B4-BE49-F238E27FC236}">
                <a16:creationId xmlns:a16="http://schemas.microsoft.com/office/drawing/2014/main" id="{C469F6C4-ED87-40E3-8677-3F353592E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813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5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6" name="zh-日">
            <a:extLst xmlns:a="http://schemas.openxmlformats.org/drawingml/2006/main">
              <a:ext uri="{FF2B5EF4-FFF2-40B4-BE49-F238E27FC236}">
                <a16:creationId xmlns:a16="http://schemas.microsoft.com/office/drawing/2014/main" id="{47D4E6CE-EDB9-4E67-BC50-2DA44461C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62902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8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/>
            </a:r>
          </a:p>
        </p:txBody>
      </p:sp>
      <p:sp>
        <p:nvSpPr>
          <p:cNvPr id="17" name="en-日">
            <a:extLst xmlns:a="http://schemas.openxmlformats.org/drawingml/2006/main">
              <a:ext uri="{FF2B5EF4-FFF2-40B4-BE49-F238E27FC236}">
                <a16:creationId xmlns:a16="http://schemas.microsoft.com/office/drawing/2014/main" id="{C3CF2601-AB5F-4685-B6B9-4AFFAA7B6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10527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8" name="date-example">
            <a:extLst xmlns:a="http://schemas.openxmlformats.org/drawingml/2006/main">
              <a:ext uri="{FF2B5EF4-FFF2-40B4-BE49-F238E27FC236}">
                <a16:creationId xmlns:a16="http://schemas.microsoft.com/office/drawing/2014/main" id="{4127BDF8-D416-4162-A168-73AF64468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5000625"/>
            <a:ext cx="6191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97423B"/>
                </a:solidFill>
              </a:defRPr>
            </a:pPr>
            <a:r>
              <a:rPr sz="2100" b="1">
                <a:solidFill>
                  <a:srgbClr val="97423B"/>
                </a:solidFill>
                <a:latin typeface="Microsoft YaHei"/>
                <a:ea typeface="Microsoft YaHei"/>
                <a:cs typeface="Microsoft YaHei"/>
              </a:rPr>
              <a:t>读一读：好玩儿｜西安｜北京</a:t>
            </a:r>
          </a:p>
        </p:txBody>
      </p:sp>
      <p:sp>
        <p:nvSpPr>
          <p:cNvPr id="1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742E9D7-9EC6-43AD-9F3B-9D1CC01C8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age-mark">
            <a:extLst xmlns:a="http://schemas.openxmlformats.org/drawingml/2006/main">
              <a:ext uri="{FF2B5EF4-FFF2-40B4-BE49-F238E27FC236}">
                <a16:creationId xmlns:a16="http://schemas.microsoft.com/office/drawing/2014/main" id="{5771932F-3DD5-4033-938A-F3111D77A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第15课  |  15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8e4f8e99964595"/>
          <a:srcRect xmlns:a="http://schemas.openxmlformats.org/drawingml/2006/main" l="0" t="10" r="0" b="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2999" y="1762125"/>
            <a:ext cx="4063253" cy="3524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60562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itle">
            <a:extLst xmlns:a="http://schemas.openxmlformats.org/drawingml/2006/main">
              <a:ext uri="{FF2B5EF4-FFF2-40B4-BE49-F238E27FC236}">
                <a16:creationId xmlns:a16="http://schemas.microsoft.com/office/drawing/2014/main" id="{31AAE187-8E55-4FCC-ACA9-90C3E5B93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旅行意向与计划  Grammar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C3C1A23A-D25A-48F1-9709-4FFECF5B5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D3D76F12-A375-4069-8B8A-3EE538DCE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读三组句型，再替换关键信息。</a:t>
            </a:r>
          </a:p>
        </p:txBody>
      </p:sp>
      <p:sp>
        <p:nvSpPr>
          <p:cNvPr id="5" name="pattern-0">
            <a:extLst xmlns:a="http://schemas.openxmlformats.org/drawingml/2006/main">
              <a:ext uri="{FF2B5EF4-FFF2-40B4-BE49-F238E27FC236}">
                <a16:creationId xmlns:a16="http://schemas.microsoft.com/office/drawing/2014/main" id="{15FADA5C-A901-46EA-9F53-38819A8D3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62125"/>
            <a:ext cx="3714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97423B"/>
                </a:solidFill>
              </a:defRPr>
            </a:pPr>
            <a:r>
              <a:rPr sz="24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想去 + 地点</a:t>
            </a:r>
          </a:p>
        </p:txBody>
      </p:sp>
      <p:sp>
        <p:nvSpPr>
          <p:cNvPr id="6" name="arrow-520-197">
            <a:extLst xmlns:a="http://schemas.openxmlformats.org/drawingml/2006/main">
              <a:ext uri="{FF2B5EF4-FFF2-40B4-BE49-F238E27FC236}">
                <a16:creationId xmlns:a16="http://schemas.microsoft.com/office/drawing/2014/main" id="{A5DEB5AA-036B-4F62-BC36-9DBAF104A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876425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BF5449"/>
                </a:solidFill>
              </a:defRPr>
            </a:pPr>
            <a:r>
              <a:rPr sz="2550" b="1">
                <a:solidFill>
                  <a:srgbClr val="BF544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7" name="pattern-ex-0">
            <a:extLst xmlns:a="http://schemas.openxmlformats.org/drawingml/2006/main">
              <a:ext uri="{FF2B5EF4-FFF2-40B4-BE49-F238E27FC236}">
                <a16:creationId xmlns:a16="http://schemas.microsoft.com/office/drawing/2014/main" id="{CF82E89B-864F-4C45-B8B2-BC965C2F6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762125"/>
            <a:ext cx="495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77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今年我想去北京。</a:t>
            </a:r>
          </a:p>
        </p:txBody>
      </p:sp>
      <p:sp>
        <p:nvSpPr>
          <p:cNvPr id="8" name="pattern-1">
            <a:extLst xmlns:a="http://schemas.openxmlformats.org/drawingml/2006/main">
              <a:ext uri="{FF2B5EF4-FFF2-40B4-BE49-F238E27FC236}">
                <a16:creationId xmlns:a16="http://schemas.microsoft.com/office/drawing/2014/main" id="{562B393E-A512-400A-A330-117FCCC81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52750"/>
            <a:ext cx="3714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97423B"/>
                </a:solidFill>
              </a:defRPr>
            </a:pPr>
            <a:r>
              <a:rPr sz="24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去了 + 地点</a:t>
            </a:r>
          </a:p>
        </p:txBody>
      </p:sp>
      <p:sp>
        <p:nvSpPr>
          <p:cNvPr id="9" name="arrow-520-322">
            <a:extLst xmlns:a="http://schemas.openxmlformats.org/drawingml/2006/main">
              <a:ext uri="{FF2B5EF4-FFF2-40B4-BE49-F238E27FC236}">
                <a16:creationId xmlns:a16="http://schemas.microsoft.com/office/drawing/2014/main" id="{3351E608-FDA9-4692-AB85-61EE28D0A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067050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BF5449"/>
                </a:solidFill>
              </a:defRPr>
            </a:pPr>
            <a:r>
              <a:rPr sz="2550" b="1">
                <a:solidFill>
                  <a:srgbClr val="BF544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0" name="pattern-ex-1">
            <a:extLst xmlns:a="http://schemas.openxmlformats.org/drawingml/2006/main">
              <a:ext uri="{FF2B5EF4-FFF2-40B4-BE49-F238E27FC236}">
                <a16:creationId xmlns:a16="http://schemas.microsoft.com/office/drawing/2014/main" id="{46B819DA-FBE8-45D3-8930-B457A129B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952750"/>
            <a:ext cx="495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77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去年我去了西安。</a:t>
            </a:r>
          </a:p>
        </p:txBody>
      </p:sp>
      <p:sp>
        <p:nvSpPr>
          <p:cNvPr id="11" name="pattern-2">
            <a:extLst xmlns:a="http://schemas.openxmlformats.org/drawingml/2006/main">
              <a:ext uri="{FF2B5EF4-FFF2-40B4-BE49-F238E27FC236}">
                <a16:creationId xmlns:a16="http://schemas.microsoft.com/office/drawing/2014/main" id="{D143B208-2BC3-45B0-A52B-16C567973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43375"/>
            <a:ext cx="3714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97423B"/>
                </a:solidFill>
              </a:defRPr>
            </a:pPr>
            <a:r>
              <a:rPr sz="24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时间 + 到 + 地点</a:t>
            </a:r>
          </a:p>
        </p:txBody>
      </p:sp>
      <p:sp>
        <p:nvSpPr>
          <p:cNvPr id="12" name="arrow-520-447">
            <a:extLst xmlns:a="http://schemas.openxmlformats.org/drawingml/2006/main">
              <a:ext uri="{FF2B5EF4-FFF2-40B4-BE49-F238E27FC236}">
                <a16:creationId xmlns:a16="http://schemas.microsoft.com/office/drawing/2014/main" id="{2E9D11AA-E6D6-4906-BA01-77800CC00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257675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BF5449"/>
                </a:solidFill>
              </a:defRPr>
            </a:pPr>
            <a:r>
              <a:rPr sz="2550" b="1">
                <a:solidFill>
                  <a:srgbClr val="BF544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3" name="pattern-ex-2">
            <a:extLst xmlns:a="http://schemas.openxmlformats.org/drawingml/2006/main">
              <a:ext uri="{FF2B5EF4-FFF2-40B4-BE49-F238E27FC236}">
                <a16:creationId xmlns:a16="http://schemas.microsoft.com/office/drawing/2014/main" id="{973AC6C7-1223-4A7A-B88F-5D583C321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143375"/>
            <a:ext cx="495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77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星期日八点到大兴机场。</a:t>
            </a:r>
          </a:p>
        </p:txBody>
      </p:sp>
      <p:sp>
        <p:nvSpPr>
          <p:cNvPr id="14" name="hui-meaning">
            <a:extLst xmlns:a="http://schemas.openxmlformats.org/drawingml/2006/main">
              <a:ext uri="{FF2B5EF4-FFF2-40B4-BE49-F238E27FC236}">
                <a16:creationId xmlns:a16="http://schemas.microsoft.com/office/drawing/2014/main" id="{B118C3D6-234D-4EC7-A4D9-F27CDC925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353050"/>
            <a:ext cx="609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51735B"/>
                </a:solidFill>
              </a:defRPr>
            </a:pPr>
            <a:r>
              <a:rPr sz="1950" b="1">
                <a:solidFill>
                  <a:srgbClr val="51735B"/>
                </a:solidFill>
                <a:latin typeface="KaiTi"/>
                <a:ea typeface="KaiTi"/>
                <a:cs typeface="KaiTi"/>
              </a:rPr>
              <a:t>“想去＋地点”表达意向；已发生的旅行用“去了”；行程用时间＋到＋地点。</a:t>
            </a:r>
          </a:p>
        </p:txBody>
      </p:sp>
      <p:sp>
        <p:nvSpPr>
          <p:cNvPr id="1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460292CD-7E06-4E28-B65A-F24E8335F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age-mark">
            <a:extLst xmlns:a="http://schemas.openxmlformats.org/drawingml/2006/main">
              <a:ext uri="{FF2B5EF4-FFF2-40B4-BE49-F238E27FC236}">
                <a16:creationId xmlns:a16="http://schemas.microsoft.com/office/drawing/2014/main" id="{E24B7BD3-5A6E-475B-AA8C-97215BDD2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第15课  |  16</a:t>
            </a:r>
          </a:p>
        </p:txBody>
      </p:sp>
    </p:spTree>
    <p:extLst>
      <p:ext uri="{BB962C8B-B14F-4D97-AF65-F5344CB8AC3E}">
        <p14:creationId xmlns:p14="http://schemas.microsoft.com/office/powerpoint/2010/main" val="191579419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itle">
            <a:extLst xmlns:a="http://schemas.openxmlformats.org/drawingml/2006/main">
              <a:ext uri="{FF2B5EF4-FFF2-40B4-BE49-F238E27FC236}">
                <a16:creationId xmlns:a16="http://schemas.microsoft.com/office/drawing/2014/main" id="{160CE384-D9B0-4FD2-B316-61C3E1C85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0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控制练习  Controlled Practice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1899B3DD-A4F0-4764-94D7-087E4DE1F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D892A9DD-8FA6-4228-9DB4-C548707D3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读问题，用完整句回答。</a:t>
            </a:r>
          </a:p>
        </p:txBody>
      </p:sp>
      <p:sp>
        <p:nvSpPr>
          <p:cNvPr id="6" name="ability-q-0">
            <a:extLst xmlns:a="http://schemas.openxmlformats.org/drawingml/2006/main">
              <a:ext uri="{FF2B5EF4-FFF2-40B4-BE49-F238E27FC236}">
                <a16:creationId xmlns:a16="http://schemas.microsoft.com/office/drawing/2014/main" id="{A9515AA8-A41A-4800-B506-7050FBF9C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7195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71717"/>
                </a:solidFill>
              </a:defRPr>
            </a:pPr>
            <a:r>
              <a:rPr sz="22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今年想去哪儿？</a:t>
            </a:r>
          </a:p>
        </p:txBody>
      </p:sp>
      <p:sp>
        <p:nvSpPr>
          <p:cNvPr id="7" name="ability-a-0">
            <a:extLst xmlns:a="http://schemas.openxmlformats.org/drawingml/2006/main">
              <a:ext uri="{FF2B5EF4-FFF2-40B4-BE49-F238E27FC236}">
                <a16:creationId xmlns:a16="http://schemas.microsoft.com/office/drawing/2014/main" id="{4D222D1B-9BC7-45B7-8EE3-1D420519A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76250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97423B"/>
                </a:solidFill>
              </a:defRPr>
            </a:pPr>
            <a:r>
              <a:rPr sz="195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答：________________</a:t>
            </a:r>
          </a:p>
        </p:txBody>
      </p:sp>
      <p:sp>
        <p:nvSpPr>
          <p:cNvPr id="9" name="ability-q-1">
            <a:extLst xmlns:a="http://schemas.openxmlformats.org/drawingml/2006/main">
              <a:ext uri="{FF2B5EF4-FFF2-40B4-BE49-F238E27FC236}">
                <a16:creationId xmlns:a16="http://schemas.microsoft.com/office/drawing/2014/main" id="{202B5D59-1C45-4F3F-93FA-3878EC43F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17195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71717"/>
                </a:solidFill>
              </a:defRPr>
            </a:pPr>
            <a:r>
              <a:rPr sz="22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去年去哪儿了？</a:t>
            </a:r>
          </a:p>
        </p:txBody>
      </p:sp>
      <p:sp>
        <p:nvSpPr>
          <p:cNvPr id="10" name="ability-a-1">
            <a:extLst xmlns:a="http://schemas.openxmlformats.org/drawingml/2006/main">
              <a:ext uri="{FF2B5EF4-FFF2-40B4-BE49-F238E27FC236}">
                <a16:creationId xmlns:a16="http://schemas.microsoft.com/office/drawing/2014/main" id="{77D7D421-A402-478B-864F-27D5ED856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76250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97423B"/>
                </a:solidFill>
              </a:defRPr>
            </a:pPr>
            <a:r>
              <a:rPr sz="195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答：________________</a:t>
            </a:r>
          </a:p>
        </p:txBody>
      </p:sp>
      <p:sp>
        <p:nvSpPr>
          <p:cNvPr id="12" name="ability-q-2">
            <a:extLst xmlns:a="http://schemas.openxmlformats.org/drawingml/2006/main">
              <a:ext uri="{FF2B5EF4-FFF2-40B4-BE49-F238E27FC236}">
                <a16:creationId xmlns:a16="http://schemas.microsoft.com/office/drawing/2014/main" id="{EB9A93F5-AF64-4DF5-B6FE-0504EB48E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17195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71717"/>
                </a:solidFill>
              </a:defRPr>
            </a:pPr>
            <a:r>
              <a:rPr sz="22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几点到机场？</a:t>
            </a:r>
          </a:p>
        </p:txBody>
      </p:sp>
      <p:sp>
        <p:nvSpPr>
          <p:cNvPr id="13" name="ability-a-2">
            <a:extLst xmlns:a="http://schemas.openxmlformats.org/drawingml/2006/main">
              <a:ext uri="{FF2B5EF4-FFF2-40B4-BE49-F238E27FC236}">
                <a16:creationId xmlns:a16="http://schemas.microsoft.com/office/drawing/2014/main" id="{4D8375E0-19F7-48CD-85F0-EA6465E39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76250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97423B"/>
                </a:solidFill>
              </a:defRPr>
            </a:pPr>
            <a:r>
              <a:rPr sz="195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答：________________</a:t>
            </a:r>
          </a:p>
        </p:txBody>
      </p:sp>
      <p:sp>
        <p:nvSpPr>
          <p:cNvPr id="1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9C793F8D-0709-4C2F-AD3D-FF381CCB3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age-mark">
            <a:extLst xmlns:a="http://schemas.openxmlformats.org/drawingml/2006/main">
              <a:ext uri="{FF2B5EF4-FFF2-40B4-BE49-F238E27FC236}">
                <a16:creationId xmlns:a16="http://schemas.microsoft.com/office/drawing/2014/main" id="{11044A02-8DC1-4ECC-ACC8-BEEA23A24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第15课  |  17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301f48fe6f4654"/>
          <a:srcRect xmlns:a="http://schemas.openxmlformats.org/drawingml/2006/main" l="355" t="0" r="35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1714500"/>
            <a:ext cx="3333750" cy="2238375"/>
          </a:xfrm>
          <a:prstGeom xmlns:a="http://schemas.openxmlformats.org/drawingml/2006/main" prst="rect">
            <a:avLst/>
          </a:prstGeom>
        </p:spPr>
      </p:pic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ceca2ae22440ea"/>
          <a:srcRect xmlns:a="http://schemas.openxmlformats.org/drawingml/2006/main" l="355" t="0" r="35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29125" y="1714500"/>
            <a:ext cx="3333750" cy="2238375"/>
          </a:xfrm>
          <a:prstGeom xmlns:a="http://schemas.openxmlformats.org/drawingml/2006/main" prst="rect">
            <a:avLst/>
          </a:prstGeom>
        </p:spPr>
      </p:pic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da3019ea664ae7"/>
          <a:srcRect xmlns:a="http://schemas.openxmlformats.org/drawingml/2006/main" l="355" t="0" r="35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39125" y="1714500"/>
            <a:ext cx="3333750" cy="22383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1456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itle">
            <a:extLst xmlns:a="http://schemas.openxmlformats.org/drawingml/2006/main">
              <a:ext uri="{FF2B5EF4-FFF2-40B4-BE49-F238E27FC236}">
                <a16:creationId xmlns:a16="http://schemas.microsoft.com/office/drawing/2014/main" id="{813FF84F-644F-4EE9-854B-AA9116E43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真实问答  Pair Task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450EA2E3-21F3-42AC-BAC3-D194E67D3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D134B2C6-7F2E-4857-9170-2F13D034A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两人问答并记录两项真实信息。</a:t>
            </a:r>
          </a:p>
        </p:txBody>
      </p:sp>
      <p:sp>
        <p:nvSpPr>
          <p:cNvPr id="5" name="pair-a">
            <a:extLst xmlns:a="http://schemas.openxmlformats.org/drawingml/2006/main">
              <a:ext uri="{FF2B5EF4-FFF2-40B4-BE49-F238E27FC236}">
                <a16:creationId xmlns:a16="http://schemas.microsoft.com/office/drawing/2014/main" id="{F79E9E27-2AA9-4C46-8305-4297DDF65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762125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97423B"/>
                </a:solidFill>
              </a:defRPr>
            </a:pPr>
            <a:r>
              <a:rPr sz="21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A问</a:t>
            </a:r>
          </a:p>
        </p:txBody>
      </p:sp>
      <p:sp>
        <p:nvSpPr>
          <p:cNvPr id="6" name="pair-ask">
            <a:extLst xmlns:a="http://schemas.openxmlformats.org/drawingml/2006/main">
              <a:ext uri="{FF2B5EF4-FFF2-40B4-BE49-F238E27FC236}">
                <a16:creationId xmlns:a16="http://schemas.microsoft.com/office/drawing/2014/main" id="{30102FD0-963B-4831-A419-B6BA696E5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28875"/>
            <a:ext cx="44767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700" b="1">
                <a:solidFill>
                  <a:srgbClr val="171717"/>
                </a:solidFill>
              </a:defRPr>
            </a:pPr>
            <a:r>
              <a:rPr sz="21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你去年去了哪儿？今年想去哪儿？</a:t>
            </a:r>
          </a:p>
        </p:txBody>
      </p:sp>
      <p:sp>
        <p:nvSpPr>
          <p:cNvPr id="7" name="arrow-590-310">
            <a:extLst xmlns:a="http://schemas.openxmlformats.org/drawingml/2006/main">
              <a:ext uri="{FF2B5EF4-FFF2-40B4-BE49-F238E27FC236}">
                <a16:creationId xmlns:a16="http://schemas.microsoft.com/office/drawing/2014/main" id="{6518A0DA-2AF3-4B32-82AA-EEC562E89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952750"/>
            <a:ext cx="76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BF5449"/>
                </a:solidFill>
              </a:defRPr>
            </a:pPr>
            <a:r>
              <a:rPr sz="2550" b="1">
                <a:solidFill>
                  <a:srgbClr val="BF544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" name="pair-b">
            <a:extLst xmlns:a="http://schemas.openxmlformats.org/drawingml/2006/main">
              <a:ext uri="{FF2B5EF4-FFF2-40B4-BE49-F238E27FC236}">
                <a16:creationId xmlns:a16="http://schemas.microsoft.com/office/drawing/2014/main" id="{3DEE1F8F-2B81-4D33-AFEF-E942656EC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762125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97423B"/>
                </a:solidFill>
              </a:defRPr>
            </a:pPr>
            <a:r>
              <a:rPr sz="21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B答</a:t>
            </a:r>
          </a:p>
        </p:txBody>
      </p:sp>
      <p:sp>
        <p:nvSpPr>
          <p:cNvPr id="9" name="pair-answer">
            <a:extLst xmlns:a="http://schemas.openxmlformats.org/drawingml/2006/main">
              <a:ext uri="{FF2B5EF4-FFF2-40B4-BE49-F238E27FC236}">
                <a16:creationId xmlns:a16="http://schemas.microsoft.com/office/drawing/2014/main" id="{E4E70A4C-AB5C-40F9-8A36-73038D58F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28875"/>
            <a:ext cx="4762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FE7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700" b="1">
                <a:solidFill>
                  <a:srgbClr val="171717"/>
                </a:solidFill>
              </a:defRPr>
            </a:pPr>
            <a:r>
              <a:rPr sz="18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去年我去了________，</a:t>
            </a:r>
          </a:p>
          <a:p xmlns:a="http://schemas.openxmlformats.org/drawingml/2006/main">
            <a:pPr algn="ctr">
              <a:buNone/>
              <a:defRPr sz="2700" b="1">
                <a:solidFill>
                  <a:srgbClr val="171717"/>
                </a:solidFill>
              </a:defRPr>
            </a:pPr>
            <a:r>
              <a:rPr sz="18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今年想去________。</a:t>
            </a:r>
          </a:p>
        </p:txBody>
      </p:sp>
      <p:sp>
        <p:nvSpPr>
          <p:cNvPr id="10" name="pair-record">
            <a:extLst xmlns:a="http://schemas.openxmlformats.org/drawingml/2006/main">
              <a:ext uri="{FF2B5EF4-FFF2-40B4-BE49-F238E27FC236}">
                <a16:creationId xmlns:a16="http://schemas.microsoft.com/office/drawing/2014/main" id="{CD52926A-8BB9-4C10-96DE-7016F52FC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810125"/>
            <a:ext cx="942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100" b="0">
                <a:solidFill>
                  <a:srgbClr val="171717"/>
                </a:solidFill>
              </a:defRPr>
            </a:pPr>
            <a:r>
              <a:rPr sz="225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记录：记录过去旅行和未来计划。</a:t>
            </a:r>
          </a:p>
        </p:txBody>
      </p:sp>
      <p:sp>
        <p:nvSpPr>
          <p:cNvPr id="11" name="footer-rule">
            <a:extLst xmlns:a="http://schemas.openxmlformats.org/drawingml/2006/main">
              <a:ext uri="{FF2B5EF4-FFF2-40B4-BE49-F238E27FC236}">
                <a16:creationId xmlns:a16="http://schemas.microsoft.com/office/drawing/2014/main" id="{CD956BD5-37F4-4F40-8BC3-43A68B9DA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age-mark">
            <a:extLst xmlns:a="http://schemas.openxmlformats.org/drawingml/2006/main">
              <a:ext uri="{FF2B5EF4-FFF2-40B4-BE49-F238E27FC236}">
                <a16:creationId xmlns:a16="http://schemas.microsoft.com/office/drawing/2014/main" id="{19311ACF-BA6B-4A15-8541-FD9CE732D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第15课  |  18</a:t>
            </a:r>
          </a:p>
        </p:txBody>
      </p:sp>
    </p:spTree>
    <p:extLst>
      <p:ext uri="{BB962C8B-B14F-4D97-AF65-F5344CB8AC3E}">
        <p14:creationId xmlns:p14="http://schemas.microsoft.com/office/powerpoint/2010/main" val="174287064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itle">
            <a:extLst xmlns:a="http://schemas.openxmlformats.org/drawingml/2006/main">
              <a:ext uri="{FF2B5EF4-FFF2-40B4-BE49-F238E27FC236}">
                <a16:creationId xmlns:a16="http://schemas.microsoft.com/office/drawing/2014/main" id="{1763F6FB-5BC2-44A9-AD98-58FCAC2FE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信息调查  Class Survey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D2872834-2EE2-4D0B-9618-E67593CBB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40CCBB17-4DFC-4C4E-8F4E-CEB9A575C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采访3人，记录答案，再汇报一人。</a:t>
            </a:r>
          </a:p>
        </p:txBody>
      </p:sp>
      <p:sp>
        <p:nvSpPr>
          <p:cNvPr id="5" name="survey-head-0">
            <a:extLst xmlns:a="http://schemas.openxmlformats.org/drawingml/2006/main">
              <a:ext uri="{FF2B5EF4-FFF2-40B4-BE49-F238E27FC236}">
                <a16:creationId xmlns:a16="http://schemas.microsoft.com/office/drawing/2014/main" id="{5145B36E-FBFA-4D7F-86C8-2B4C04D63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771650"/>
            <a:ext cx="2571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71717"/>
                </a:solidFill>
              </a:defRPr>
            </a:pPr>
            <a:r>
              <a:rPr sz="21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名字</a:t>
            </a:r>
          </a:p>
        </p:txBody>
      </p:sp>
      <p:sp>
        <p:nvSpPr>
          <p:cNvPr id="6" name="survey-head-1">
            <a:extLst xmlns:a="http://schemas.openxmlformats.org/drawingml/2006/main">
              <a:ext uri="{FF2B5EF4-FFF2-40B4-BE49-F238E27FC236}">
                <a16:creationId xmlns:a16="http://schemas.microsoft.com/office/drawing/2014/main" id="{183EC083-68CE-47E7-A015-D8A128E1E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771650"/>
            <a:ext cx="2381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97423B"/>
                </a:solidFill>
              </a:defRPr>
            </a:pPr>
            <a:r>
              <a:rPr sz="21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去年去哪儿</a:t>
            </a:r>
          </a:p>
        </p:txBody>
      </p:sp>
      <p:sp>
        <p:nvSpPr>
          <p:cNvPr id="7" name="survey-head-2">
            <a:extLst xmlns:a="http://schemas.openxmlformats.org/drawingml/2006/main">
              <a:ext uri="{FF2B5EF4-FFF2-40B4-BE49-F238E27FC236}">
                <a16:creationId xmlns:a16="http://schemas.microsoft.com/office/drawing/2014/main" id="{0184456F-AE56-49F9-8AAF-3F7966917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771650"/>
            <a:ext cx="2381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97423B"/>
                </a:solidFill>
              </a:defRPr>
            </a:pPr>
            <a:r>
              <a:rPr sz="21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今年想去哪儿</a:t>
            </a:r>
          </a:p>
        </p:txBody>
      </p:sp>
      <p:sp>
        <p:nvSpPr>
          <p:cNvPr id="8" name="survey-head-3">
            <a:extLst xmlns:a="http://schemas.openxmlformats.org/drawingml/2006/main">
              <a:ext uri="{FF2B5EF4-FFF2-40B4-BE49-F238E27FC236}">
                <a16:creationId xmlns:a16="http://schemas.microsoft.com/office/drawing/2014/main" id="{81BC3158-CA45-47B6-9391-A7D4D9626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771650"/>
            <a:ext cx="2381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97423B"/>
                </a:solidFill>
              </a:defRPr>
            </a:pPr>
            <a:r>
              <a:rPr sz="21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怎么去</a:t>
            </a:r>
          </a:p>
        </p:txBody>
      </p:sp>
      <p:sp>
        <p:nvSpPr>
          <p:cNvPr id="9" name="survey-0-0">
            <a:extLst xmlns:a="http://schemas.openxmlformats.org/drawingml/2006/main">
              <a:ext uri="{FF2B5EF4-FFF2-40B4-BE49-F238E27FC236}">
                <a16:creationId xmlns:a16="http://schemas.microsoft.com/office/drawing/2014/main" id="{B9E62284-3905-4789-B011-7C14E5979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362200"/>
            <a:ext cx="2571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DBFB5"/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171717"/>
                </a:solidFill>
              </a:defRPr>
            </a:pPr>
            <a:r>
              <a:rPr sz="195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1. __________</a:t>
            </a:r>
          </a:p>
        </p:txBody>
      </p:sp>
      <p:sp>
        <p:nvSpPr>
          <p:cNvPr id="10" name="survey-0-1">
            <a:extLst xmlns:a="http://schemas.openxmlformats.org/drawingml/2006/main">
              <a:ext uri="{FF2B5EF4-FFF2-40B4-BE49-F238E27FC236}">
                <a16:creationId xmlns:a16="http://schemas.microsoft.com/office/drawing/2014/main" id="{E14E63F0-DF19-444A-9295-858C77E2D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362200"/>
            <a:ext cx="238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DBFB5"/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71717"/>
                </a:solidFill>
              </a:defRPr>
            </a:pPr>
            <a:r>
              <a:rPr sz="195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________________</a:t>
            </a:r>
          </a:p>
        </p:txBody>
      </p:sp>
      <p:sp>
        <p:nvSpPr>
          <p:cNvPr id="11" name="survey-0-2">
            <a:extLst xmlns:a="http://schemas.openxmlformats.org/drawingml/2006/main">
              <a:ext uri="{FF2B5EF4-FFF2-40B4-BE49-F238E27FC236}">
                <a16:creationId xmlns:a16="http://schemas.microsoft.com/office/drawing/2014/main" id="{1787C582-1DF6-4506-8FB4-5664EBD3C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362200"/>
            <a:ext cx="238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DBFB5"/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71717"/>
                </a:solidFill>
              </a:defRPr>
            </a:pPr>
            <a:r>
              <a:rPr sz="195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________________</a:t>
            </a:r>
          </a:p>
        </p:txBody>
      </p:sp>
      <p:sp>
        <p:nvSpPr>
          <p:cNvPr id="12" name="survey-0-3">
            <a:extLst xmlns:a="http://schemas.openxmlformats.org/drawingml/2006/main">
              <a:ext uri="{FF2B5EF4-FFF2-40B4-BE49-F238E27FC236}">
                <a16:creationId xmlns:a16="http://schemas.microsoft.com/office/drawing/2014/main" id="{4951FEC6-A9A6-49EB-9C38-C779818F4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362200"/>
            <a:ext cx="238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DBFB5"/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71717"/>
                </a:solidFill>
              </a:defRPr>
            </a:pPr>
            <a:r>
              <a:rPr sz="195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________________</a:t>
            </a:r>
          </a:p>
        </p:txBody>
      </p:sp>
      <p:sp>
        <p:nvSpPr>
          <p:cNvPr id="13" name="survey-1-0">
            <a:extLst xmlns:a="http://schemas.openxmlformats.org/drawingml/2006/main">
              <a:ext uri="{FF2B5EF4-FFF2-40B4-BE49-F238E27FC236}">
                <a16:creationId xmlns:a16="http://schemas.microsoft.com/office/drawing/2014/main" id="{89D8F88F-0E00-4D5F-A10F-6F266762C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171825"/>
            <a:ext cx="2571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DBFB5"/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171717"/>
                </a:solidFill>
              </a:defRPr>
            </a:pPr>
            <a:r>
              <a:rPr sz="195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2. __________</a:t>
            </a:r>
          </a:p>
        </p:txBody>
      </p:sp>
      <p:sp>
        <p:nvSpPr>
          <p:cNvPr id="14" name="survey-1-1">
            <a:extLst xmlns:a="http://schemas.openxmlformats.org/drawingml/2006/main">
              <a:ext uri="{FF2B5EF4-FFF2-40B4-BE49-F238E27FC236}">
                <a16:creationId xmlns:a16="http://schemas.microsoft.com/office/drawing/2014/main" id="{25F73E1F-76E3-4D79-B03D-29603258F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171825"/>
            <a:ext cx="238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DBFB5"/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71717"/>
                </a:solidFill>
              </a:defRPr>
            </a:pPr>
            <a:r>
              <a:rPr sz="195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________________</a:t>
            </a:r>
          </a:p>
        </p:txBody>
      </p:sp>
      <p:sp>
        <p:nvSpPr>
          <p:cNvPr id="15" name="survey-1-2">
            <a:extLst xmlns:a="http://schemas.openxmlformats.org/drawingml/2006/main">
              <a:ext uri="{FF2B5EF4-FFF2-40B4-BE49-F238E27FC236}">
                <a16:creationId xmlns:a16="http://schemas.microsoft.com/office/drawing/2014/main" id="{B317FAED-677C-4EDC-8593-AA5407B72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171825"/>
            <a:ext cx="238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DBFB5"/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71717"/>
                </a:solidFill>
              </a:defRPr>
            </a:pPr>
            <a:r>
              <a:rPr sz="195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________________</a:t>
            </a:r>
          </a:p>
        </p:txBody>
      </p:sp>
      <p:sp>
        <p:nvSpPr>
          <p:cNvPr id="16" name="survey-1-3">
            <a:extLst xmlns:a="http://schemas.openxmlformats.org/drawingml/2006/main">
              <a:ext uri="{FF2B5EF4-FFF2-40B4-BE49-F238E27FC236}">
                <a16:creationId xmlns:a16="http://schemas.microsoft.com/office/drawing/2014/main" id="{2B2E2061-4DAC-4E99-8BDA-D7CD9D83B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171825"/>
            <a:ext cx="238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DBFB5"/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71717"/>
                </a:solidFill>
              </a:defRPr>
            </a:pPr>
            <a:r>
              <a:rPr sz="195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________________</a:t>
            </a:r>
          </a:p>
        </p:txBody>
      </p:sp>
      <p:sp>
        <p:nvSpPr>
          <p:cNvPr id="17" name="survey-2-0">
            <a:extLst xmlns:a="http://schemas.openxmlformats.org/drawingml/2006/main">
              <a:ext uri="{FF2B5EF4-FFF2-40B4-BE49-F238E27FC236}">
                <a16:creationId xmlns:a16="http://schemas.microsoft.com/office/drawing/2014/main" id="{FBAE2215-F0A1-459E-A7C0-EC3CC6BAC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981450"/>
            <a:ext cx="2571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DBFB5"/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171717"/>
                </a:solidFill>
              </a:defRPr>
            </a:pPr>
            <a:r>
              <a:rPr sz="195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3. __________</a:t>
            </a:r>
          </a:p>
        </p:txBody>
      </p:sp>
      <p:sp>
        <p:nvSpPr>
          <p:cNvPr id="18" name="survey-2-1">
            <a:extLst xmlns:a="http://schemas.openxmlformats.org/drawingml/2006/main">
              <a:ext uri="{FF2B5EF4-FFF2-40B4-BE49-F238E27FC236}">
                <a16:creationId xmlns:a16="http://schemas.microsoft.com/office/drawing/2014/main" id="{888E5D51-1F6E-42F4-A923-F4D1C47BB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981450"/>
            <a:ext cx="238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DBFB5"/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71717"/>
                </a:solidFill>
              </a:defRPr>
            </a:pPr>
            <a:r>
              <a:rPr sz="195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________________</a:t>
            </a:r>
          </a:p>
        </p:txBody>
      </p:sp>
      <p:sp>
        <p:nvSpPr>
          <p:cNvPr id="19" name="survey-2-2">
            <a:extLst xmlns:a="http://schemas.openxmlformats.org/drawingml/2006/main">
              <a:ext uri="{FF2B5EF4-FFF2-40B4-BE49-F238E27FC236}">
                <a16:creationId xmlns:a16="http://schemas.microsoft.com/office/drawing/2014/main" id="{FC02A57B-D22B-4553-BBB8-5CF9BE4F6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981450"/>
            <a:ext cx="238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DBFB5"/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71717"/>
                </a:solidFill>
              </a:defRPr>
            </a:pPr>
            <a:r>
              <a:rPr sz="195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________________</a:t>
            </a:r>
          </a:p>
        </p:txBody>
      </p:sp>
      <p:sp>
        <p:nvSpPr>
          <p:cNvPr id="20" name="survey-2-3">
            <a:extLst xmlns:a="http://schemas.openxmlformats.org/drawingml/2006/main">
              <a:ext uri="{FF2B5EF4-FFF2-40B4-BE49-F238E27FC236}">
                <a16:creationId xmlns:a16="http://schemas.microsoft.com/office/drawing/2014/main" id="{8E47A208-6D9E-4987-AF6C-F17F5DD02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981450"/>
            <a:ext cx="238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DBFB5"/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71717"/>
                </a:solidFill>
              </a:defRPr>
            </a:pPr>
            <a:r>
              <a:rPr sz="195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________________</a:t>
            </a:r>
          </a:p>
        </p:txBody>
      </p:sp>
      <p:sp>
        <p:nvSpPr>
          <p:cNvPr id="21" name="survey-report">
            <a:extLst xmlns:a="http://schemas.openxmlformats.org/drawingml/2006/main">
              <a:ext uri="{FF2B5EF4-FFF2-40B4-BE49-F238E27FC236}">
                <a16:creationId xmlns:a16="http://schemas.microsoft.com/office/drawing/2014/main" id="{FB8E3E5D-4E49-418F-9FB5-AAB7F0180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105400"/>
            <a:ext cx="8572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97423B"/>
                </a:solidFill>
              </a:defRPr>
            </a:pPr>
            <a:r>
              <a:rPr sz="22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汇报：________去年去了________，</a:t>
            </a:r>
          </a:p>
          <a:p xmlns:a="http://schemas.openxmlformats.org/drawingml/2006/main">
            <a:pPr algn="ctr">
              <a:buNone/>
              <a:defRPr sz="2250" b="1">
                <a:solidFill>
                  <a:srgbClr val="97423B"/>
                </a:solidFill>
              </a:defRPr>
            </a:pPr>
            <a:r>
              <a:rPr sz="22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今年想去________，坐________去。</a:t>
            </a:r>
          </a:p>
        </p:txBody>
      </p:sp>
      <p:sp>
        <p:nvSpPr>
          <p:cNvPr id="22" name="footer-rule">
            <a:extLst xmlns:a="http://schemas.openxmlformats.org/drawingml/2006/main">
              <a:ext uri="{FF2B5EF4-FFF2-40B4-BE49-F238E27FC236}">
                <a16:creationId xmlns:a16="http://schemas.microsoft.com/office/drawing/2014/main" id="{377B2B5A-D4A4-4557-A63D-AF3DF4F9F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age-mark">
            <a:extLst xmlns:a="http://schemas.openxmlformats.org/drawingml/2006/main">
              <a:ext uri="{FF2B5EF4-FFF2-40B4-BE49-F238E27FC236}">
                <a16:creationId xmlns:a16="http://schemas.microsoft.com/office/drawing/2014/main" id="{535440BC-FF8D-48C0-B098-79C955614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第15课  |  19</a:t>
            </a:r>
          </a:p>
        </p:txBody>
      </p:sp>
    </p:spTree>
    <p:extLst>
      <p:ext uri="{BB962C8B-B14F-4D97-AF65-F5344CB8AC3E}">
        <p14:creationId xmlns:p14="http://schemas.microsoft.com/office/powerpoint/2010/main" val="205770039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itle">
            <a:extLst xmlns:a="http://schemas.openxmlformats.org/drawingml/2006/main">
              <a:ext uri="{FF2B5EF4-FFF2-40B4-BE49-F238E27FC236}">
                <a16:creationId xmlns:a16="http://schemas.microsoft.com/office/drawing/2014/main" id="{A38B8BF7-3780-4326-B840-A46E22809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0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教材学习小结  Cumulative Review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90A4B330-2D51-4F59-AB1F-518A0DA1F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D162B288-9B6A-43FF-9900-E5EDAECC3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完成三组小结任务，再标记“会／需复习”。</a:t>
            </a:r>
          </a:p>
        </p:txBody>
      </p:sp>
      <p:sp>
        <p:nvSpPr>
          <p:cNvPr id="5" name="final-exit-time">
            <a:extLst xmlns:a="http://schemas.openxmlformats.org/drawingml/2006/main">
              <a:ext uri="{FF2B5EF4-FFF2-40B4-BE49-F238E27FC236}">
                <a16:creationId xmlns:a16="http://schemas.microsoft.com/office/drawing/2014/main" id="{16E8C66E-86FD-4468-81BB-149FDCF69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69545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97423B"/>
                </a:solidFill>
              </a:defRPr>
            </a:pPr>
            <a:r>
              <a:rPr sz="19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独立完成</a:t>
            </a:r>
          </a:p>
        </p:txBody>
      </p:sp>
      <p:sp>
        <p:nvSpPr>
          <p:cNvPr id="6" name="final-q-0">
            <a:extLst xmlns:a="http://schemas.openxmlformats.org/drawingml/2006/main">
              <a:ext uri="{FF2B5EF4-FFF2-40B4-BE49-F238E27FC236}">
                <a16:creationId xmlns:a16="http://schemas.microsoft.com/office/drawing/2014/main" id="{918330CF-D3A7-417A-B6C2-D61F06A56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43150"/>
            <a:ext cx="5715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1. 用动态助词“了”说过去的事。</a:t>
            </a:r>
          </a:p>
        </p:txBody>
      </p:sp>
      <p:sp>
        <p:nvSpPr>
          <p:cNvPr id="7" name="final-a-0">
            <a:extLst xmlns:a="http://schemas.openxmlformats.org/drawingml/2006/main">
              <a:ext uri="{FF2B5EF4-FFF2-40B4-BE49-F238E27FC236}">
                <a16:creationId xmlns:a16="http://schemas.microsoft.com/office/drawing/2014/main" id="{016D969E-BACD-43CA-B1ED-5165C1CC8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343150"/>
            <a:ext cx="3524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8605A"/>
                </a:solidFill>
              </a:defRPr>
            </a:pPr>
            <a:r>
              <a:rPr sz="19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________________________</a:t>
            </a:r>
          </a:p>
        </p:txBody>
      </p:sp>
      <p:sp>
        <p:nvSpPr>
          <p:cNvPr id="8" name="final-q-1">
            <a:extLst xmlns:a="http://schemas.openxmlformats.org/drawingml/2006/main">
              <a:ext uri="{FF2B5EF4-FFF2-40B4-BE49-F238E27FC236}">
                <a16:creationId xmlns:a16="http://schemas.microsoft.com/office/drawing/2014/main" id="{C5FEE39D-1715-40B8-A907-5A4BA7901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48050"/>
            <a:ext cx="5715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2. 用“睡了觉”说一个完整句子。</a:t>
            </a:r>
          </a:p>
        </p:txBody>
      </p:sp>
      <p:sp>
        <p:nvSpPr>
          <p:cNvPr id="9" name="final-a-1">
            <a:extLst xmlns:a="http://schemas.openxmlformats.org/drawingml/2006/main">
              <a:ext uri="{FF2B5EF4-FFF2-40B4-BE49-F238E27FC236}">
                <a16:creationId xmlns:a16="http://schemas.microsoft.com/office/drawing/2014/main" id="{9CD67902-A6DF-405B-A742-9E2023754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448050"/>
            <a:ext cx="3524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8605A"/>
                </a:solidFill>
              </a:defRPr>
            </a:pPr>
            <a:r>
              <a:rPr sz="19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________________________</a:t>
            </a:r>
          </a:p>
        </p:txBody>
      </p:sp>
      <p:sp>
        <p:nvSpPr>
          <p:cNvPr id="10" name="final-q-2">
            <a:extLst xmlns:a="http://schemas.openxmlformats.org/drawingml/2006/main">
              <a:ext uri="{FF2B5EF4-FFF2-40B4-BE49-F238E27FC236}">
                <a16:creationId xmlns:a16="http://schemas.microsoft.com/office/drawing/2014/main" id="{C8EF8420-2435-42E5-82B5-E21B53570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52950"/>
            <a:ext cx="5715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3. 用范围副词“都”说一句。</a:t>
            </a:r>
          </a:p>
        </p:txBody>
      </p:sp>
      <p:sp>
        <p:nvSpPr>
          <p:cNvPr id="11" name="final-a-2">
            <a:extLst xmlns:a="http://schemas.openxmlformats.org/drawingml/2006/main">
              <a:ext uri="{FF2B5EF4-FFF2-40B4-BE49-F238E27FC236}">
                <a16:creationId xmlns:a16="http://schemas.microsoft.com/office/drawing/2014/main" id="{B0C1F9B1-2600-4251-AF62-CCBEE0CAC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552950"/>
            <a:ext cx="3524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8605A"/>
                </a:solidFill>
              </a:defRPr>
            </a:pPr>
            <a:r>
              <a:rPr sz="19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________________________</a:t>
            </a:r>
          </a:p>
        </p:txBody>
      </p:sp>
      <p:sp>
        <p:nvSpPr>
          <p:cNvPr id="12" name="final-check">
            <a:extLst xmlns:a="http://schemas.openxmlformats.org/drawingml/2006/main">
              <a:ext uri="{FF2B5EF4-FFF2-40B4-BE49-F238E27FC236}">
                <a16:creationId xmlns:a16="http://schemas.microsoft.com/office/drawing/2014/main" id="{EE93D74A-52F7-41F2-BA92-7DF0A0715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667375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97423B"/>
                </a:solidFill>
              </a:defRPr>
            </a:pPr>
            <a:r>
              <a:rPr sz="21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累计复习｜完成自评并圈出仍需复习的一项</a:t>
            </a:r>
          </a:p>
        </p:txBody>
      </p:sp>
      <p:sp>
        <p:nvSpPr>
          <p:cNvPr id="13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C39C518-7844-4ED5-947B-62F89BB9C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age-mark">
            <a:extLst xmlns:a="http://schemas.openxmlformats.org/drawingml/2006/main">
              <a:ext uri="{FF2B5EF4-FFF2-40B4-BE49-F238E27FC236}">
                <a16:creationId xmlns:a16="http://schemas.microsoft.com/office/drawing/2014/main" id="{E54D1DDF-4E6D-464D-A3B3-1F3C35F5F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第15课  |  20</a:t>
            </a:r>
          </a:p>
        </p:txBody>
      </p:sp>
    </p:spTree>
    <p:extLst>
      <p:ext uri="{BB962C8B-B14F-4D97-AF65-F5344CB8AC3E}">
        <p14:creationId xmlns:p14="http://schemas.microsoft.com/office/powerpoint/2010/main" val="100920420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">
            <a:extLst xmlns:a="http://schemas.openxmlformats.org/drawingml/2006/main">
              <a:ext uri="{FF2B5EF4-FFF2-40B4-BE49-F238E27FC236}">
                <a16:creationId xmlns:a16="http://schemas.microsoft.com/office/drawing/2014/main" id="{6B4FD011-E97B-4744-A0BA-080F316C0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3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课文2｜理解检查  Comprehension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0A3A7110-FDA4-4F7A-888E-BA23A6B29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F9E5AECF-AE06-4688-A9CA-6B8D31021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根据课文，回答两个问题。</a:t>
            </a:r>
          </a:p>
        </p:txBody>
      </p:sp>
      <p:sp>
        <p:nvSpPr>
          <p:cNvPr id="5" name="timer">
            <a:extLst xmlns:a="http://schemas.openxmlformats.org/drawingml/2006/main">
              <a:ext uri="{FF2B5EF4-FFF2-40B4-BE49-F238E27FC236}">
                <a16:creationId xmlns:a16="http://schemas.microsoft.com/office/drawing/2014/main" id="{5A43DAD7-E6F4-4C46-BDE9-171146ACF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62250"/>
            <a:ext cx="2000250" cy="200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345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课文2</a:t>
            </a:r>
          </a:p>
        </p:txBody>
      </p:sp>
      <p:sp>
        <p:nvSpPr>
          <p:cNvPr id="6" name="retrieval-date">
            <a:extLst xmlns:a="http://schemas.openxmlformats.org/drawingml/2006/main">
              <a:ext uri="{FF2B5EF4-FFF2-40B4-BE49-F238E27FC236}">
                <a16:creationId xmlns:a16="http://schemas.microsoft.com/office/drawing/2014/main" id="{A32AFDD7-D53C-4FBB-A2E1-93953B039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857500"/>
            <a:ext cx="5238750" cy="1905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307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1. 安妮今年想去哪儿？</a:t>
            </a:r>
          </a:p>
          <a:p xmlns:a="http://schemas.openxmlformats.org/drawingml/2006/main">
            <a:pPr algn="ctr">
              <a:buNone/>
              <a:defRPr sz="307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2. 前几年白家月去了哪儿？</a:t>
            </a:r>
          </a:p>
        </p:txBody>
      </p:sp>
      <p:sp>
        <p:nvSpPr>
          <p:cNvPr id="7" name="arrow-790-250">
            <a:extLst xmlns:a="http://schemas.openxmlformats.org/drawingml/2006/main">
              <a:ext uri="{FF2B5EF4-FFF2-40B4-BE49-F238E27FC236}">
                <a16:creationId xmlns:a16="http://schemas.microsoft.com/office/drawing/2014/main" id="{36FE6F53-43B1-428F-9E14-D2EE5619A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50520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BF5449"/>
                </a:solidFill>
              </a:defRPr>
            </a:pPr>
            <a:r>
              <a:rPr sz="2550" b="1">
                <a:solidFill>
                  <a:srgbClr val="BF544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" name="today-goal">
            <a:extLst xmlns:a="http://schemas.openxmlformats.org/drawingml/2006/main">
              <a:ext uri="{FF2B5EF4-FFF2-40B4-BE49-F238E27FC236}">
                <a16:creationId xmlns:a16="http://schemas.microsoft.com/office/drawing/2014/main" id="{716551AD-DB1B-424D-BAA0-87EDCEC55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762250"/>
            <a:ext cx="3143250" cy="20002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FE7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完整回答</a:t>
            </a:r>
          </a:p>
          <a:p xmlns:a="http://schemas.openxmlformats.org/drawingml/2006/main">
            <a:pPr algn="ctr">
              <a:buNone/>
              <a:defRPr sz="22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说出依据</a:t>
            </a:r>
          </a:p>
        </p:txBody>
      </p:sp>
      <p:sp>
        <p:nvSpPr>
          <p:cNvPr id="10" name="footer-rule">
            <a:extLst xmlns:a="http://schemas.openxmlformats.org/drawingml/2006/main">
              <a:ext uri="{FF2B5EF4-FFF2-40B4-BE49-F238E27FC236}">
                <a16:creationId xmlns:a16="http://schemas.microsoft.com/office/drawing/2014/main" id="{16EB9D10-A36A-4CE9-B842-7C3C96092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age-mark">
            <a:extLst xmlns:a="http://schemas.openxmlformats.org/drawingml/2006/main">
              <a:ext uri="{FF2B5EF4-FFF2-40B4-BE49-F238E27FC236}">
                <a16:creationId xmlns:a16="http://schemas.microsoft.com/office/drawing/2014/main" id="{986FA3B9-03AC-42CF-A505-F667ECCD7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第15课  |  21</a:t>
            </a:r>
          </a:p>
        </p:txBody>
      </p:sp>
    </p:spTree>
    <p:extLst>
      <p:ext uri="{BB962C8B-B14F-4D97-AF65-F5344CB8AC3E}">
        <p14:creationId xmlns:p14="http://schemas.microsoft.com/office/powerpoint/2010/main" val="82410808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itle">
            <a:extLst xmlns:a="http://schemas.openxmlformats.org/drawingml/2006/main">
              <a:ext uri="{FF2B5EF4-FFF2-40B4-BE49-F238E27FC236}">
                <a16:creationId xmlns:a16="http://schemas.microsoft.com/office/drawing/2014/main" id="{7A795537-AE29-481F-8760-93BD9D5FA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课文3｜核心词语  Key Words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EA3F4A97-FD06-4E73-A6C2-669065251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E6B86891-E894-47B6-9A55-3F88FB362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跟读本组词语，再任选一个说短句。</a:t>
            </a:r>
          </a:p>
        </p:txBody>
      </p:sp>
      <p:sp>
        <p:nvSpPr>
          <p:cNvPr id="6" name="py-今天">
            <a:extLst xmlns:a="http://schemas.openxmlformats.org/drawingml/2006/main">
              <a:ext uri="{FF2B5EF4-FFF2-40B4-BE49-F238E27FC236}">
                <a16:creationId xmlns:a16="http://schemas.microsoft.com/office/drawing/2014/main" id="{C99657F5-9085-424C-A45D-9F348998B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7621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fēijī</a:t>
            </a:r>
          </a:p>
        </p:txBody>
      </p:sp>
      <p:sp>
        <p:nvSpPr>
          <p:cNvPr id="7" name="zh-今天">
            <a:extLst xmlns:a="http://schemas.openxmlformats.org/drawingml/2006/main">
              <a:ext uri="{FF2B5EF4-FFF2-40B4-BE49-F238E27FC236}">
                <a16:creationId xmlns:a16="http://schemas.microsoft.com/office/drawing/2014/main" id="{B0CF442B-1889-4858-B01A-3421F61AE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00977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飞机</a:t>
            </a:r>
          </a:p>
        </p:txBody>
      </p:sp>
      <p:sp>
        <p:nvSpPr>
          <p:cNvPr id="8" name="en-今天">
            <a:extLst xmlns:a="http://schemas.openxmlformats.org/drawingml/2006/main">
              <a:ext uri="{FF2B5EF4-FFF2-40B4-BE49-F238E27FC236}">
                <a16:creationId xmlns:a16="http://schemas.microsoft.com/office/drawing/2014/main" id="{7B374E70-B304-407A-9D91-9A2FA13B2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48602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6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plane</a:t>
            </a:r>
          </a:p>
        </p:txBody>
      </p:sp>
      <p:sp>
        <p:nvSpPr>
          <p:cNvPr id="9" name="py-号">
            <a:extLst xmlns:a="http://schemas.openxmlformats.org/drawingml/2006/main">
              <a:ext uri="{FF2B5EF4-FFF2-40B4-BE49-F238E27FC236}">
                <a16:creationId xmlns:a16="http://schemas.microsoft.com/office/drawing/2014/main" id="{EC464888-3573-4A8D-A094-118CDB4F0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621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yào</a:t>
            </a:r>
          </a:p>
        </p:txBody>
      </p:sp>
      <p:sp>
        <p:nvSpPr>
          <p:cNvPr id="10" name="zh-号">
            <a:extLst xmlns:a="http://schemas.openxmlformats.org/drawingml/2006/main">
              <a:ext uri="{FF2B5EF4-FFF2-40B4-BE49-F238E27FC236}">
                <a16:creationId xmlns:a16="http://schemas.microsoft.com/office/drawing/2014/main" id="{DD5EA41A-D289-40AF-B978-EE8334C82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0977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要</a:t>
            </a:r>
          </a:p>
        </p:txBody>
      </p:sp>
      <p:sp>
        <p:nvSpPr>
          <p:cNvPr id="11" name="en-号">
            <a:extLst xmlns:a="http://schemas.openxmlformats.org/drawingml/2006/main">
              <a:ext uri="{FF2B5EF4-FFF2-40B4-BE49-F238E27FC236}">
                <a16:creationId xmlns:a16="http://schemas.microsoft.com/office/drawing/2014/main" id="{E44E14A3-FC5F-4A3B-BDBF-A6EAAAC12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8602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6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take; need</a:t>
            </a:r>
          </a:p>
        </p:txBody>
      </p:sp>
      <p:sp>
        <p:nvSpPr>
          <p:cNvPr id="12" name="py-月">
            <a:extLst xmlns:a="http://schemas.openxmlformats.org/drawingml/2006/main">
              <a:ext uri="{FF2B5EF4-FFF2-40B4-BE49-F238E27FC236}">
                <a16:creationId xmlns:a16="http://schemas.microsoft.com/office/drawing/2014/main" id="{397558D9-A41F-4449-B758-0409B1DD0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3813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xiǎoshí</a:t>
            </a:r>
          </a:p>
        </p:txBody>
      </p:sp>
      <p:sp>
        <p:nvSpPr>
          <p:cNvPr id="13" name="zh-月">
            <a:extLst xmlns:a="http://schemas.openxmlformats.org/drawingml/2006/main">
              <a:ext uri="{FF2B5EF4-FFF2-40B4-BE49-F238E27FC236}">
                <a16:creationId xmlns:a16="http://schemas.microsoft.com/office/drawing/2014/main" id="{FA9EB7FF-784A-4B94-ACBA-069EC7F99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62902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小时</a:t>
            </a:r>
          </a:p>
        </p:txBody>
      </p:sp>
      <p:sp>
        <p:nvSpPr>
          <p:cNvPr id="14" name="en-月">
            <a:extLst xmlns:a="http://schemas.openxmlformats.org/drawingml/2006/main">
              <a:ext uri="{FF2B5EF4-FFF2-40B4-BE49-F238E27FC236}">
                <a16:creationId xmlns:a16="http://schemas.microsoft.com/office/drawing/2014/main" id="{1BB42A22-921E-46B1-80AD-0019AC7AB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10527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6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hour</a:t>
            </a:r>
          </a:p>
        </p:txBody>
      </p:sp>
      <p:sp>
        <p:nvSpPr>
          <p:cNvPr id="15" name="py-日">
            <a:extLst xmlns:a="http://schemas.openxmlformats.org/drawingml/2006/main">
              <a:ext uri="{FF2B5EF4-FFF2-40B4-BE49-F238E27FC236}">
                <a16:creationId xmlns:a16="http://schemas.microsoft.com/office/drawing/2014/main" id="{C469F6C4-ED87-40E3-8677-3F353592E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813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jiārén</a:t>
            </a:r>
          </a:p>
        </p:txBody>
      </p:sp>
      <p:sp>
        <p:nvSpPr>
          <p:cNvPr id="16" name="zh-日">
            <a:extLst xmlns:a="http://schemas.openxmlformats.org/drawingml/2006/main">
              <a:ext uri="{FF2B5EF4-FFF2-40B4-BE49-F238E27FC236}">
                <a16:creationId xmlns:a16="http://schemas.microsoft.com/office/drawing/2014/main" id="{47D4E6CE-EDB9-4E67-BC50-2DA44461C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62902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家人</a:t>
            </a:r>
          </a:p>
        </p:txBody>
      </p:sp>
      <p:sp>
        <p:nvSpPr>
          <p:cNvPr id="17" name="en-日">
            <a:extLst xmlns:a="http://schemas.openxmlformats.org/drawingml/2006/main">
              <a:ext uri="{FF2B5EF4-FFF2-40B4-BE49-F238E27FC236}">
                <a16:creationId xmlns:a16="http://schemas.microsoft.com/office/drawing/2014/main" id="{C3CF2601-AB5F-4685-B6B9-4AFFAA7B6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10527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6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family</a:t>
            </a:r>
          </a:p>
        </p:txBody>
      </p:sp>
      <p:sp>
        <p:nvSpPr>
          <p:cNvPr id="18" name="date-example">
            <a:extLst xmlns:a="http://schemas.openxmlformats.org/drawingml/2006/main">
              <a:ext uri="{FF2B5EF4-FFF2-40B4-BE49-F238E27FC236}">
                <a16:creationId xmlns:a16="http://schemas.microsoft.com/office/drawing/2014/main" id="{4127BDF8-D416-4162-A168-73AF64468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857750"/>
            <a:ext cx="5905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97423B"/>
                </a:solidFill>
              </a:defRPr>
            </a:pPr>
            <a:r>
              <a:rPr sz="2250" b="1">
                <a:solidFill>
                  <a:srgbClr val="97423B"/>
                </a:solidFill>
                <a:latin typeface="Microsoft YaHei"/>
                <a:ea typeface="Microsoft YaHei"/>
                <a:cs typeface="Microsoft YaHei"/>
              </a:rPr>
              <a:t>补充词：时间 shíjiān｜机场 jīchǎng</a:t>
            </a:r>
          </a:p>
        </p:txBody>
      </p:sp>
      <p:sp>
        <p:nvSpPr>
          <p:cNvPr id="1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742E9D7-9EC6-43AD-9F3B-9D1CC01C8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age-mark">
            <a:extLst xmlns:a="http://schemas.openxmlformats.org/drawingml/2006/main">
              <a:ext uri="{FF2B5EF4-FFF2-40B4-BE49-F238E27FC236}">
                <a16:creationId xmlns:a16="http://schemas.microsoft.com/office/drawing/2014/main" id="{5771932F-3DD5-4033-938A-F3111D77A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第15课  |  22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4db0a1bd834214"/>
          <a:srcRect xmlns:a="http://schemas.openxmlformats.org/drawingml/2006/main" l="0" t="10" r="0" b="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2999" y="1762125"/>
            <a:ext cx="4063253" cy="3524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60562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itle">
            <a:extLst xmlns:a="http://schemas.openxmlformats.org/drawingml/2006/main">
              <a:ext uri="{FF2B5EF4-FFF2-40B4-BE49-F238E27FC236}">
                <a16:creationId xmlns:a16="http://schemas.microsoft.com/office/drawing/2014/main" id="{A8B6F7BD-4BF9-4E54-9C76-8D2FBCFE9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课文3｜听力  Listening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D3B1C867-E2BC-4286-93C4-C7D689BBB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73130D08-AA09-4768-813F-CBB96506B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听两遍，记录三项关键信息。</a:t>
            </a:r>
          </a:p>
        </p:txBody>
      </p:sp>
      <p:sp>
        <p:nvSpPr>
          <p:cNvPr id="6" name="q-1">
            <a:extLst xmlns:a="http://schemas.openxmlformats.org/drawingml/2006/main">
              <a:ext uri="{FF2B5EF4-FFF2-40B4-BE49-F238E27FC236}">
                <a16:creationId xmlns:a16="http://schemas.microsoft.com/office/drawing/2014/main" id="{99972B66-DE69-437D-AA3B-13CAD8C32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145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1</a:t>
            </a:r>
          </a:p>
        </p:txBody>
      </p:sp>
      <p:sp>
        <p:nvSpPr>
          <p:cNvPr id="7" name="listen-lab-0">
            <a:extLst xmlns:a="http://schemas.openxmlformats.org/drawingml/2006/main">
              <a:ext uri="{FF2B5EF4-FFF2-40B4-BE49-F238E27FC236}">
                <a16:creationId xmlns:a16="http://schemas.microsoft.com/office/drawing/2014/main" id="{EEB8A135-05E0-4931-95B8-8311CBC86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838325"/>
            <a:ext cx="1047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97423B"/>
                </a:solidFill>
              </a:defRPr>
            </a:pPr>
            <a:r>
              <a:rPr sz="16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选择题</a:t>
            </a:r>
          </a:p>
        </p:txBody>
      </p:sp>
      <p:sp>
        <p:nvSpPr>
          <p:cNvPr id="8" name="listen-blank-0">
            <a:extLst xmlns:a="http://schemas.openxmlformats.org/drawingml/2006/main">
              <a:ext uri="{FF2B5EF4-FFF2-40B4-BE49-F238E27FC236}">
                <a16:creationId xmlns:a16="http://schemas.microsoft.com/office/drawing/2014/main" id="{83B64007-34DD-4F6A-A947-C1660DAFE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762125"/>
            <a:ext cx="8096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325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白家月和安妮坐（　）去北京。</a:t>
            </a:r>
          </a:p>
          <a:p xmlns:a="http://schemas.openxmlformats.org/drawingml/2006/main">
            <a:pPr algn="ctr">
              <a:buNone/>
              <a:defRPr sz="2325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A 火车　B 飞机　C 出租车</a:t>
            </a:r>
          </a:p>
        </p:txBody>
      </p:sp>
      <p:sp>
        <p:nvSpPr>
          <p:cNvPr id="9" name="q-2">
            <a:extLst xmlns:a="http://schemas.openxmlformats.org/drawingml/2006/main">
              <a:ext uri="{FF2B5EF4-FFF2-40B4-BE49-F238E27FC236}">
                <a16:creationId xmlns:a16="http://schemas.microsoft.com/office/drawing/2014/main" id="{5DD99B0D-8B11-4DA3-B063-33AA51250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718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2</a:t>
            </a:r>
          </a:p>
        </p:txBody>
      </p:sp>
      <p:sp>
        <p:nvSpPr>
          <p:cNvPr id="10" name="listen-lab-1">
            <a:extLst xmlns:a="http://schemas.openxmlformats.org/drawingml/2006/main">
              <a:ext uri="{FF2B5EF4-FFF2-40B4-BE49-F238E27FC236}">
                <a16:creationId xmlns:a16="http://schemas.microsoft.com/office/drawing/2014/main" id="{04C8AEF8-B148-460C-A5B8-DEF3E9B7B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95625"/>
            <a:ext cx="1047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97423B"/>
                </a:solidFill>
              </a:defRPr>
            </a:pPr>
            <a:r>
              <a:rPr sz="16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选择题</a:t>
            </a:r>
          </a:p>
        </p:txBody>
      </p:sp>
      <p:sp>
        <p:nvSpPr>
          <p:cNvPr id="11" name="listen-blank-1">
            <a:extLst xmlns:a="http://schemas.openxmlformats.org/drawingml/2006/main">
              <a:ext uri="{FF2B5EF4-FFF2-40B4-BE49-F238E27FC236}">
                <a16:creationId xmlns:a16="http://schemas.microsoft.com/office/drawing/2014/main" id="{000BB091-3D65-46B5-86A1-60EE2ECF0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019425"/>
            <a:ext cx="8096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325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王老‌师的（　）都在北京。</a:t>
            </a:r>
          </a:p>
          <a:p xmlns:a="http://schemas.openxmlformats.org/drawingml/2006/main">
            <a:pPr algn="ctr">
              <a:buNone/>
              <a:defRPr sz="2325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A 家人　B 朋友　C 学生</a:t>
            </a:r>
          </a:p>
        </p:txBody>
      </p:sp>
      <p:sp>
        <p:nvSpPr>
          <p:cNvPr id="12" name="q-3">
            <a:extLst xmlns:a="http://schemas.openxmlformats.org/drawingml/2006/main">
              <a:ext uri="{FF2B5EF4-FFF2-40B4-BE49-F238E27FC236}">
                <a16:creationId xmlns:a16="http://schemas.microsoft.com/office/drawing/2014/main" id="{CD8D9591-C2D3-429C-B06D-818ED4AFB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291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3</a:t>
            </a:r>
          </a:p>
        </p:txBody>
      </p:sp>
      <p:sp>
        <p:nvSpPr>
          <p:cNvPr id="13" name="listen-lab-2">
            <a:extLst xmlns:a="http://schemas.openxmlformats.org/drawingml/2006/main">
              <a:ext uri="{FF2B5EF4-FFF2-40B4-BE49-F238E27FC236}">
                <a16:creationId xmlns:a16="http://schemas.microsoft.com/office/drawing/2014/main" id="{B755454D-3A39-41DA-B54B-A170293E1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52925"/>
            <a:ext cx="1047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97423B"/>
                </a:solidFill>
              </a:defRPr>
            </a:pPr>
            <a:r>
              <a:rPr sz="16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证据题</a:t>
            </a:r>
          </a:p>
        </p:txBody>
      </p:sp>
      <p:sp>
        <p:nvSpPr>
          <p:cNvPr id="14" name="listen-blank-2">
            <a:extLst xmlns:a="http://schemas.openxmlformats.org/drawingml/2006/main">
              <a:ext uri="{FF2B5EF4-FFF2-40B4-BE49-F238E27FC236}">
                <a16:creationId xmlns:a16="http://schemas.microsoft.com/office/drawing/2014/main" id="{97687084-6DE6-41A9-BCDF-68B794BD4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276725"/>
            <a:ext cx="8096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325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她们几点到大兴机场：________________</a:t>
            </a:r>
          </a:p>
        </p:txBody>
      </p:sp>
      <p:sp>
        <p:nvSpPr>
          <p:cNvPr id="1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4A0B8F72-8165-49D0-8C58-12AA26C2F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age-mark">
            <a:extLst xmlns:a="http://schemas.openxmlformats.org/drawingml/2006/main">
              <a:ext uri="{FF2B5EF4-FFF2-40B4-BE49-F238E27FC236}">
                <a16:creationId xmlns:a16="http://schemas.microsoft.com/office/drawing/2014/main" id="{F7FC889B-15B6-4D76-A4A4-3A27659C8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第15课  |  23</a:t>
            </a:r>
          </a:p>
        </p:txBody>
      </p:sp>
    </p:spTree>
    <p:extLst>
      <p:ext uri="{BB962C8B-B14F-4D97-AF65-F5344CB8AC3E}">
        <p14:creationId xmlns:p14="http://schemas.microsoft.com/office/powerpoint/2010/main" val="141846888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title">
            <a:extLst xmlns:a="http://schemas.openxmlformats.org/drawingml/2006/main">
              <a:ext uri="{FF2B5EF4-FFF2-40B4-BE49-F238E27FC236}">
                <a16:creationId xmlns:a16="http://schemas.microsoft.com/office/drawing/2014/main" id="{2E9BF3EF-1D0E-4F5F-BEB9-56993BF90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11125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课文3｜跟读  Read Aloud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35BFF9A1-6272-458D-BA5E-0DFEB448B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F9F1A427-54BC-44A9-8F50-AF988E18E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核对人物和顺序，再分角色朗读。</a:t>
            </a:r>
          </a:p>
        </p:txBody>
      </p:sp>
      <p:sp>
        <p:nvSpPr>
          <p:cNvPr id="5" name="bubble-speaker-174">
            <a:extLst xmlns:a="http://schemas.openxmlformats.org/drawingml/2006/main">
              <a:ext uri="{FF2B5EF4-FFF2-40B4-BE49-F238E27FC236}">
                <a16:creationId xmlns:a16="http://schemas.microsoft.com/office/drawing/2014/main" id="{02CF3C09-A00F-4342-A7C7-F243ED850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638300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97423B"/>
                </a:solidFill>
              </a:defRPr>
            </a:pPr>
            <a:r>
              <a:rPr sz="18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王一飞</a:t>
            </a:r>
          </a:p>
        </p:txBody>
      </p:sp>
      <p:sp>
        <p:nvSpPr>
          <p:cNvPr id="6" name="bubble-174">
            <a:extLst xmlns:a="http://schemas.openxmlformats.org/drawingml/2006/main">
              <a:ext uri="{FF2B5EF4-FFF2-40B4-BE49-F238E27FC236}">
                <a16:creationId xmlns:a16="http://schemas.microsoft.com/office/drawing/2014/main" id="{D37C5BF0-8D57-49BA-A72B-04CC1A7B0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62100"/>
            <a:ext cx="11049000" cy="619125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F5449"/>
            </a:solidFill>
            <a:prstDash val="solid"/>
          </a:ln>
        </p:spPr>
      </p:sp>
      <p:sp>
        <p:nvSpPr>
          <p:cNvPr id="7" name="bubble-pinyin-174">
            <a:extLst xmlns:a="http://schemas.openxmlformats.org/drawingml/2006/main">
              <a:ext uri="{FF2B5EF4-FFF2-40B4-BE49-F238E27FC236}">
                <a16:creationId xmlns:a16="http://schemas.microsoft.com/office/drawing/2014/main" id="{5BE1EAA0-6FF9-4E7E-8E4B-BBAC51E5D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63830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Nǐmen de fēijī dào Běijīng yào jǐ ge xiǎoshí?</a:t>
            </a:r>
          </a:p>
        </p:txBody>
      </p:sp>
      <p:sp>
        <p:nvSpPr>
          <p:cNvPr id="8" name="bubble-hanzi-174">
            <a:extLst xmlns:a="http://schemas.openxmlformats.org/drawingml/2006/main">
              <a:ext uri="{FF2B5EF4-FFF2-40B4-BE49-F238E27FC236}">
                <a16:creationId xmlns:a16="http://schemas.microsoft.com/office/drawing/2014/main" id="{FFA49D70-EBD5-46E1-9454-4CD1E9659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838325"/>
            <a:ext cx="923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你们的飞机到北京要几个小时？</a:t>
            </a:r>
          </a:p>
        </p:txBody>
      </p:sp>
      <p:sp>
        <p:nvSpPr>
          <p:cNvPr id="9" name="bubble-speaker-174">
            <a:extLst xmlns:a="http://schemas.openxmlformats.org/drawingml/2006/main">
              <a:ext uri="{FF2B5EF4-FFF2-40B4-BE49-F238E27FC236}">
                <a16:creationId xmlns:a16="http://schemas.microsoft.com/office/drawing/2014/main" id="{CDA22127-7BE4-4519-B8E0-B526B74FF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295525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97423B"/>
                </a:solidFill>
              </a:defRPr>
            </a:pPr>
            <a:r>
              <a:rPr sz="18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白家月</a:t>
            </a:r>
          </a:p>
        </p:txBody>
      </p:sp>
      <p:sp>
        <p:nvSpPr>
          <p:cNvPr id="10" name="bubble-174">
            <a:extLst xmlns:a="http://schemas.openxmlformats.org/drawingml/2006/main">
              <a:ext uri="{FF2B5EF4-FFF2-40B4-BE49-F238E27FC236}">
                <a16:creationId xmlns:a16="http://schemas.microsoft.com/office/drawing/2014/main" id="{8FA1A1D3-E42B-4E93-9360-F15E9CDCB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19325"/>
            <a:ext cx="11049000" cy="619125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7AFA5"/>
            </a:solidFill>
            <a:prstDash val="solid"/>
          </a:ln>
        </p:spPr>
      </p:sp>
      <p:sp>
        <p:nvSpPr>
          <p:cNvPr id="11" name="bubble-pinyin-174">
            <a:extLst xmlns:a="http://schemas.openxmlformats.org/drawingml/2006/main">
              <a:ext uri="{FF2B5EF4-FFF2-40B4-BE49-F238E27FC236}">
                <a16:creationId xmlns:a16="http://schemas.microsoft.com/office/drawing/2014/main" id="{6B0189EE-EF03-4812-A7BB-28A99E280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295525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Jiǔ ge xiǎoshí.</a:t>
            </a:r>
          </a:p>
        </p:txBody>
      </p:sp>
      <p:sp>
        <p:nvSpPr>
          <p:cNvPr id="12" name="bubble-hanzi-174">
            <a:extLst xmlns:a="http://schemas.openxmlformats.org/drawingml/2006/main">
              <a:ext uri="{FF2B5EF4-FFF2-40B4-BE49-F238E27FC236}">
                <a16:creationId xmlns:a16="http://schemas.microsoft.com/office/drawing/2014/main" id="{692D751B-D5F5-467C-A45B-727FA5C75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495550"/>
            <a:ext cx="923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九个小时。</a:t>
            </a:r>
          </a:p>
        </p:txBody>
      </p:sp>
      <p:sp>
        <p:nvSpPr>
          <p:cNvPr id="13" name="bubble-speaker-319">
            <a:extLst xmlns:a="http://schemas.openxmlformats.org/drawingml/2006/main">
              <a:ext uri="{FF2B5EF4-FFF2-40B4-BE49-F238E27FC236}">
                <a16:creationId xmlns:a16="http://schemas.microsoft.com/office/drawing/2014/main" id="{DD4F27E1-89F8-4A24-B422-473B7A72F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952750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97423B"/>
                </a:solidFill>
              </a:defRPr>
            </a:pPr>
            <a:r>
              <a:rPr sz="18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王一飞</a:t>
            </a:r>
          </a:p>
        </p:txBody>
      </p:sp>
      <p:sp>
        <p:nvSpPr>
          <p:cNvPr id="14" name="bubble-319">
            <a:extLst xmlns:a="http://schemas.openxmlformats.org/drawingml/2006/main">
              <a:ext uri="{FF2B5EF4-FFF2-40B4-BE49-F238E27FC236}">
                <a16:creationId xmlns:a16="http://schemas.microsoft.com/office/drawing/2014/main" id="{368924A9-9822-42CF-B585-0AA022C2A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876550"/>
            <a:ext cx="11049000" cy="1209675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F5449"/>
            </a:solidFill>
            <a:prstDash val="solid"/>
          </a:ln>
        </p:spPr>
      </p:sp>
      <p:sp>
        <p:nvSpPr>
          <p:cNvPr id="15" name="bubble-pinyin-319">
            <a:extLst xmlns:a="http://schemas.openxmlformats.org/drawingml/2006/main">
              <a:ext uri="{FF2B5EF4-FFF2-40B4-BE49-F238E27FC236}">
                <a16:creationId xmlns:a16="http://schemas.microsoft.com/office/drawing/2014/main" id="{535EA61A-944B-4B6E-8EBB-60E915A56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952750"/>
            <a:ext cx="923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Wǒ jiārén dōu zài Běijīng, Xīngqītiān wǒ jiějie yě yǒu shíjiān, tā kěyǐ qù jīchǎng jiē nǐmen, nǐmen yě kěyǐ zhù wǒ jiā.</a:t>
            </a:r>
          </a:p>
        </p:txBody>
      </p:sp>
      <p:sp>
        <p:nvSpPr>
          <p:cNvPr id="16" name="bubble-hanzi-319">
            <a:extLst xmlns:a="http://schemas.openxmlformats.org/drawingml/2006/main">
              <a:ext uri="{FF2B5EF4-FFF2-40B4-BE49-F238E27FC236}">
                <a16:creationId xmlns:a16="http://schemas.microsoft.com/office/drawing/2014/main" id="{4B907DA1-21D9-479A-8EAC-CDEB59C02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524250"/>
            <a:ext cx="9239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我家人都在北京，星期天我姐姐也有时间，她可以去机场接你们，你们也可以住我家。</a:t>
            </a:r>
          </a:p>
        </p:txBody>
      </p:sp>
      <p:sp>
        <p:nvSpPr>
          <p:cNvPr id="17" name="bubble-speaker-319">
            <a:extLst xmlns:a="http://schemas.openxmlformats.org/drawingml/2006/main">
              <a:ext uri="{FF2B5EF4-FFF2-40B4-BE49-F238E27FC236}">
                <a16:creationId xmlns:a16="http://schemas.microsoft.com/office/drawing/2014/main" id="{1132648B-B790-48C7-A85A-DCAA06CF1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200525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97423B"/>
                </a:solidFill>
              </a:defRPr>
            </a:pPr>
            <a:r>
              <a:rPr sz="18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安妮</a:t>
            </a:r>
          </a:p>
        </p:txBody>
      </p:sp>
      <p:sp>
        <p:nvSpPr>
          <p:cNvPr id="18" name="bubble-319">
            <a:extLst xmlns:a="http://schemas.openxmlformats.org/drawingml/2006/main">
              <a:ext uri="{FF2B5EF4-FFF2-40B4-BE49-F238E27FC236}">
                <a16:creationId xmlns:a16="http://schemas.microsoft.com/office/drawing/2014/main" id="{256E3685-1A49-41E6-9277-70CD0FA2A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124325"/>
            <a:ext cx="11049000" cy="714375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7AFA5"/>
            </a:solidFill>
            <a:prstDash val="solid"/>
          </a:ln>
        </p:spPr>
      </p:sp>
      <p:sp>
        <p:nvSpPr>
          <p:cNvPr id="19" name="bubble-pinyin-319">
            <a:extLst xmlns:a="http://schemas.openxmlformats.org/drawingml/2006/main">
              <a:ext uri="{FF2B5EF4-FFF2-40B4-BE49-F238E27FC236}">
                <a16:creationId xmlns:a16="http://schemas.microsoft.com/office/drawing/2014/main" id="{590ED512-C999-4EE8-960F-2DA3AF097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200525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Wǒmen Xīngqīrì zǎoshang bā diǎn dào Dàxīng Jīchǎng, zǎo bu zǎo?</a:t>
            </a:r>
          </a:p>
        </p:txBody>
      </p:sp>
      <p:sp>
        <p:nvSpPr>
          <p:cNvPr id="20" name="bubble-hanzi-319">
            <a:extLst xmlns:a="http://schemas.openxmlformats.org/drawingml/2006/main">
              <a:ext uri="{FF2B5EF4-FFF2-40B4-BE49-F238E27FC236}">
                <a16:creationId xmlns:a16="http://schemas.microsoft.com/office/drawing/2014/main" id="{4850A026-8D17-4C50-A024-5172FE37C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495800"/>
            <a:ext cx="923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我们星期日早上八点到大兴机场，早不早？</a:t>
            </a:r>
          </a:p>
        </p:txBody>
      </p:sp>
      <p:sp>
        <p:nvSpPr>
          <p:cNvPr id="21" name="bubble-speaker-464">
            <a:extLst xmlns:a="http://schemas.openxmlformats.org/drawingml/2006/main">
              <a:ext uri="{FF2B5EF4-FFF2-40B4-BE49-F238E27FC236}">
                <a16:creationId xmlns:a16="http://schemas.microsoft.com/office/drawing/2014/main" id="{F2AC4838-7782-4163-A2C3-E22FCF987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953000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97423B"/>
                </a:solidFill>
              </a:defRPr>
            </a:pPr>
            <a:r>
              <a:rPr sz="18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王一飞</a:t>
            </a:r>
          </a:p>
        </p:txBody>
      </p:sp>
      <p:sp>
        <p:nvSpPr>
          <p:cNvPr id="22" name="bubble-464">
            <a:extLst xmlns:a="http://schemas.openxmlformats.org/drawingml/2006/main">
              <a:ext uri="{FF2B5EF4-FFF2-40B4-BE49-F238E27FC236}">
                <a16:creationId xmlns:a16="http://schemas.microsoft.com/office/drawing/2014/main" id="{8E33E5C9-7696-4227-A90A-E5EB10E67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876800"/>
            <a:ext cx="11049000" cy="619125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F5449"/>
            </a:solidFill>
            <a:prstDash val="solid"/>
          </a:ln>
        </p:spPr>
      </p:sp>
      <p:sp>
        <p:nvSpPr>
          <p:cNvPr id="23" name="bubble-pinyin-464">
            <a:extLst xmlns:a="http://schemas.openxmlformats.org/drawingml/2006/main">
              <a:ext uri="{FF2B5EF4-FFF2-40B4-BE49-F238E27FC236}">
                <a16:creationId xmlns:a16="http://schemas.microsoft.com/office/drawing/2014/main" id="{7A959E44-4DC9-4BCA-8FFC-DFC6B5BC7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95300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Bù zǎo.</a:t>
            </a:r>
          </a:p>
        </p:txBody>
      </p:sp>
      <p:sp>
        <p:nvSpPr>
          <p:cNvPr id="24" name="bubble-hanzi-464">
            <a:extLst xmlns:a="http://schemas.openxmlformats.org/drawingml/2006/main">
              <a:ext uri="{FF2B5EF4-FFF2-40B4-BE49-F238E27FC236}">
                <a16:creationId xmlns:a16="http://schemas.microsoft.com/office/drawing/2014/main" id="{51A44AA1-1E76-4CDA-BF72-6508290FF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153025"/>
            <a:ext cx="923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不早。</a:t>
            </a:r>
          </a:p>
        </p:txBody>
      </p:sp>
      <p:sp>
        <p:nvSpPr>
          <p:cNvPr id="25" name="bubble-speaker-464">
            <a:extLst xmlns:a="http://schemas.openxmlformats.org/drawingml/2006/main">
              <a:ext uri="{FF2B5EF4-FFF2-40B4-BE49-F238E27FC236}">
                <a16:creationId xmlns:a16="http://schemas.microsoft.com/office/drawing/2014/main" id="{EAF8A8DB-CAB6-4347-AB44-8C9400DC4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610225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97423B"/>
                </a:solidFill>
              </a:defRPr>
            </a:pPr>
            <a:r>
              <a:rPr sz="18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白家月</a:t>
            </a:r>
          </a:p>
        </p:txBody>
      </p:sp>
      <p:sp>
        <p:nvSpPr>
          <p:cNvPr id="26" name="bubble-464">
            <a:extLst xmlns:a="http://schemas.openxmlformats.org/drawingml/2006/main">
              <a:ext uri="{FF2B5EF4-FFF2-40B4-BE49-F238E27FC236}">
                <a16:creationId xmlns:a16="http://schemas.microsoft.com/office/drawing/2014/main" id="{D7BB8F59-37F3-4FAB-8681-DACC2EE38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534025"/>
            <a:ext cx="11049000" cy="752475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7AFA5"/>
            </a:solidFill>
            <a:prstDash val="solid"/>
          </a:ln>
        </p:spPr>
      </p:sp>
      <p:sp>
        <p:nvSpPr>
          <p:cNvPr id="27" name="bubble-pinyin-464">
            <a:extLst xmlns:a="http://schemas.openxmlformats.org/drawingml/2006/main">
              <a:ext uri="{FF2B5EF4-FFF2-40B4-BE49-F238E27FC236}">
                <a16:creationId xmlns:a16="http://schemas.microsoft.com/office/drawing/2014/main" id="{2615A6BA-EBBA-4821-B09D-4E0BF06FF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610225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Xièxie lǎoshī! Nà wǒmen hé nín jiějie zài Dàxīng Jīchǎng jiàn!</a:t>
            </a:r>
          </a:p>
        </p:txBody>
      </p:sp>
      <p:sp>
        <p:nvSpPr>
          <p:cNvPr id="28" name="bubble-hanzi-464">
            <a:extLst xmlns:a="http://schemas.openxmlformats.org/drawingml/2006/main">
              <a:ext uri="{FF2B5EF4-FFF2-40B4-BE49-F238E27FC236}">
                <a16:creationId xmlns:a16="http://schemas.microsoft.com/office/drawing/2014/main" id="{F3CAE303-0786-4F40-9421-A4C09BB12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943600"/>
            <a:ext cx="923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谢谢老‌师！那我们和您姐姐在大兴机场见！</a:t>
            </a:r>
          </a:p>
        </p:txBody>
      </p:sp>
      <p:sp>
        <p:nvSpPr>
          <p:cNvPr id="2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C7359A61-4C3A-4CDB-BAA6-219DB8B26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page-mark">
            <a:extLst xmlns:a="http://schemas.openxmlformats.org/drawingml/2006/main">
              <a:ext uri="{FF2B5EF4-FFF2-40B4-BE49-F238E27FC236}">
                <a16:creationId xmlns:a16="http://schemas.microsoft.com/office/drawing/2014/main" id="{79E9FA72-9396-4CEE-8F5D-83BFABC9A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第15课  |  24</a:t>
            </a:r>
          </a:p>
        </p:txBody>
      </p:sp>
      <p:pic>
        <p:nvPicPr>
          <p:cNvPr id="62" name="dialogue-semantic-imag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35b5e4725d422d"/>
          <a:srcRect xmlns:a="http://schemas.openxmlformats.org/drawingml/2006/main" l="0" t="189" r="0" b="18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01250" y="171450"/>
            <a:ext cx="1428750" cy="838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567686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itle">
            <a:extLst xmlns:a="http://schemas.openxmlformats.org/drawingml/2006/main">
              <a:ext uri="{FF2B5EF4-FFF2-40B4-BE49-F238E27FC236}">
                <a16:creationId xmlns:a16="http://schemas.microsoft.com/office/drawing/2014/main" id="{7A795537-AE29-481F-8760-93BD9D5FA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课文3｜核心词语  Key Words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EA3F4A97-FD06-4E73-A6C2-669065251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E6B86891-E894-47B6-9A55-3F88FB362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跟读本组词语，再任选一个说短句。</a:t>
            </a:r>
          </a:p>
        </p:txBody>
      </p:sp>
      <p:sp>
        <p:nvSpPr>
          <p:cNvPr id="6" name="py-今天">
            <a:extLst xmlns:a="http://schemas.openxmlformats.org/drawingml/2006/main">
              <a:ext uri="{FF2B5EF4-FFF2-40B4-BE49-F238E27FC236}">
                <a16:creationId xmlns:a16="http://schemas.microsoft.com/office/drawing/2014/main" id="{C99657F5-9085-424C-A45D-9F348998B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7621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jiē</a:t>
            </a:r>
          </a:p>
        </p:txBody>
      </p:sp>
      <p:sp>
        <p:nvSpPr>
          <p:cNvPr id="7" name="zh-今天">
            <a:extLst xmlns:a="http://schemas.openxmlformats.org/drawingml/2006/main">
              <a:ext uri="{FF2B5EF4-FFF2-40B4-BE49-F238E27FC236}">
                <a16:creationId xmlns:a16="http://schemas.microsoft.com/office/drawing/2014/main" id="{B0CF442B-1889-4858-B01A-3421F61AE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00977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接</a:t>
            </a:r>
          </a:p>
        </p:txBody>
      </p:sp>
      <p:sp>
        <p:nvSpPr>
          <p:cNvPr id="8" name="en-今天">
            <a:extLst xmlns:a="http://schemas.openxmlformats.org/drawingml/2006/main">
              <a:ext uri="{FF2B5EF4-FFF2-40B4-BE49-F238E27FC236}">
                <a16:creationId xmlns:a16="http://schemas.microsoft.com/office/drawing/2014/main" id="{7B374E70-B304-407A-9D91-9A2FA13B2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48602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6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meet</a:t>
            </a:r>
          </a:p>
        </p:txBody>
      </p:sp>
      <p:sp>
        <p:nvSpPr>
          <p:cNvPr id="9" name="py-号">
            <a:extLst xmlns:a="http://schemas.openxmlformats.org/drawingml/2006/main">
              <a:ext uri="{FF2B5EF4-FFF2-40B4-BE49-F238E27FC236}">
                <a16:creationId xmlns:a16="http://schemas.microsoft.com/office/drawing/2014/main" id="{EC464888-3573-4A8D-A094-118CDB4F0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621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zhù</a:t>
            </a:r>
          </a:p>
        </p:txBody>
      </p:sp>
      <p:sp>
        <p:nvSpPr>
          <p:cNvPr id="10" name="zh-号">
            <a:extLst xmlns:a="http://schemas.openxmlformats.org/drawingml/2006/main">
              <a:ext uri="{FF2B5EF4-FFF2-40B4-BE49-F238E27FC236}">
                <a16:creationId xmlns:a16="http://schemas.microsoft.com/office/drawing/2014/main" id="{DD5EA41A-D289-40AF-B978-EE8334C82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0977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住</a:t>
            </a:r>
          </a:p>
        </p:txBody>
      </p:sp>
      <p:sp>
        <p:nvSpPr>
          <p:cNvPr id="11" name="en-号">
            <a:extLst xmlns:a="http://schemas.openxmlformats.org/drawingml/2006/main">
              <a:ext uri="{FF2B5EF4-FFF2-40B4-BE49-F238E27FC236}">
                <a16:creationId xmlns:a16="http://schemas.microsoft.com/office/drawing/2014/main" id="{E44E14A3-FC5F-4A3B-BDBF-A6EAAAC12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8602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6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stay</a:t>
            </a:r>
          </a:p>
        </p:txBody>
      </p:sp>
      <p:sp>
        <p:nvSpPr>
          <p:cNvPr id="12" name="py-月">
            <a:extLst xmlns:a="http://schemas.openxmlformats.org/drawingml/2006/main">
              <a:ext uri="{FF2B5EF4-FFF2-40B4-BE49-F238E27FC236}">
                <a16:creationId xmlns:a16="http://schemas.microsoft.com/office/drawing/2014/main" id="{397558D9-A41F-4449-B758-0409B1DD0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3813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zǎo</a:t>
            </a:r>
          </a:p>
        </p:txBody>
      </p:sp>
      <p:sp>
        <p:nvSpPr>
          <p:cNvPr id="13" name="zh-月">
            <a:extLst xmlns:a="http://schemas.openxmlformats.org/drawingml/2006/main">
              <a:ext uri="{FF2B5EF4-FFF2-40B4-BE49-F238E27FC236}">
                <a16:creationId xmlns:a16="http://schemas.microsoft.com/office/drawing/2014/main" id="{FA9EB7FF-784A-4B94-ACBA-069EC7F99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62902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早</a:t>
            </a:r>
          </a:p>
        </p:txBody>
      </p:sp>
      <p:sp>
        <p:nvSpPr>
          <p:cNvPr id="14" name="en-月">
            <a:extLst xmlns:a="http://schemas.openxmlformats.org/drawingml/2006/main">
              <a:ext uri="{FF2B5EF4-FFF2-40B4-BE49-F238E27FC236}">
                <a16:creationId xmlns:a16="http://schemas.microsoft.com/office/drawing/2014/main" id="{1BB42A22-921E-46B1-80AD-0019AC7AB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10527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6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early</a:t>
            </a:r>
          </a:p>
        </p:txBody>
      </p:sp>
      <p:sp>
        <p:nvSpPr>
          <p:cNvPr id="15" name="py-日">
            <a:extLst xmlns:a="http://schemas.openxmlformats.org/drawingml/2006/main">
              <a:ext uri="{FF2B5EF4-FFF2-40B4-BE49-F238E27FC236}">
                <a16:creationId xmlns:a16="http://schemas.microsoft.com/office/drawing/2014/main" id="{C469F6C4-ED87-40E3-8677-3F353592E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813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nà</a:t>
            </a:r>
          </a:p>
        </p:txBody>
      </p:sp>
      <p:sp>
        <p:nvSpPr>
          <p:cNvPr id="16" name="zh-日">
            <a:extLst xmlns:a="http://schemas.openxmlformats.org/drawingml/2006/main">
              <a:ext uri="{FF2B5EF4-FFF2-40B4-BE49-F238E27FC236}">
                <a16:creationId xmlns:a16="http://schemas.microsoft.com/office/drawing/2014/main" id="{47D4E6CE-EDB9-4E67-BC50-2DA44461C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62902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那</a:t>
            </a:r>
          </a:p>
        </p:txBody>
      </p:sp>
      <p:sp>
        <p:nvSpPr>
          <p:cNvPr id="17" name="en-日">
            <a:extLst xmlns:a="http://schemas.openxmlformats.org/drawingml/2006/main">
              <a:ext uri="{FF2B5EF4-FFF2-40B4-BE49-F238E27FC236}">
                <a16:creationId xmlns:a16="http://schemas.microsoft.com/office/drawing/2014/main" id="{C3CF2601-AB5F-4685-B6B9-4AFFAA7B6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10527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6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then</a:t>
            </a:r>
          </a:p>
        </p:txBody>
      </p:sp>
      <p:sp>
        <p:nvSpPr>
          <p:cNvPr id="18" name="date-example">
            <a:extLst xmlns:a="http://schemas.openxmlformats.org/drawingml/2006/main">
              <a:ext uri="{FF2B5EF4-FFF2-40B4-BE49-F238E27FC236}">
                <a16:creationId xmlns:a16="http://schemas.microsoft.com/office/drawing/2014/main" id="{4127BDF8-D416-4162-A168-73AF64468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857750"/>
            <a:ext cx="5905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97423B"/>
                </a:solidFill>
              </a:defRPr>
            </a:pPr>
            <a:r>
              <a:rPr sz="2250" b="1">
                <a:solidFill>
                  <a:srgbClr val="97423B"/>
                </a:solidFill>
                <a:latin typeface="Microsoft YaHei"/>
                <a:ea typeface="Microsoft YaHei"/>
                <a:cs typeface="Microsoft YaHei"/>
              </a:rPr>
              <a:t>补充词：大兴机场 Dàxīng Jīchǎng</a:t>
            </a:r>
          </a:p>
        </p:txBody>
      </p:sp>
      <p:sp>
        <p:nvSpPr>
          <p:cNvPr id="1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742E9D7-9EC6-43AD-9F3B-9D1CC01C8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age-mark">
            <a:extLst xmlns:a="http://schemas.openxmlformats.org/drawingml/2006/main">
              <a:ext uri="{FF2B5EF4-FFF2-40B4-BE49-F238E27FC236}">
                <a16:creationId xmlns:a16="http://schemas.microsoft.com/office/drawing/2014/main" id="{5771932F-3DD5-4033-938A-F3111D77A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第15课  |  25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82252de94640ed"/>
          <a:srcRect xmlns:a="http://schemas.openxmlformats.org/drawingml/2006/main" l="0" t="10" r="0" b="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2999" y="1762125"/>
            <a:ext cx="4063253" cy="3524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605622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itle">
            <a:extLst xmlns:a="http://schemas.openxmlformats.org/drawingml/2006/main">
              <a:ext uri="{FF2B5EF4-FFF2-40B4-BE49-F238E27FC236}">
                <a16:creationId xmlns:a16="http://schemas.microsoft.com/office/drawing/2014/main" id="{31AAE187-8E55-4FCC-ACA9-90C3E5B93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都、也与接待表达  Grammar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C3C1A23A-D25A-48F1-9709-4FFECF5B5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D3D76F12-A375-4069-8B8A-3EE538DCE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读三组句型，再替换关键信息。</a:t>
            </a:r>
          </a:p>
        </p:txBody>
      </p:sp>
      <p:sp>
        <p:nvSpPr>
          <p:cNvPr id="5" name="pattern-0">
            <a:extLst xmlns:a="http://schemas.openxmlformats.org/drawingml/2006/main">
              <a:ext uri="{FF2B5EF4-FFF2-40B4-BE49-F238E27FC236}">
                <a16:creationId xmlns:a16="http://schemas.microsoft.com/office/drawing/2014/main" id="{15FADA5C-A901-46EA-9F53-38819A8D3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62125"/>
            <a:ext cx="3714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97423B"/>
                </a:solidFill>
              </a:defRPr>
            </a:pPr>
            <a:r>
              <a:rPr sz="24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对象 + 都</a:t>
            </a:r>
          </a:p>
        </p:txBody>
      </p:sp>
      <p:sp>
        <p:nvSpPr>
          <p:cNvPr id="6" name="arrow-520-197">
            <a:extLst xmlns:a="http://schemas.openxmlformats.org/drawingml/2006/main">
              <a:ext uri="{FF2B5EF4-FFF2-40B4-BE49-F238E27FC236}">
                <a16:creationId xmlns:a16="http://schemas.microsoft.com/office/drawing/2014/main" id="{A5DEB5AA-036B-4F62-BC36-9DBAF104A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876425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BF5449"/>
                </a:solidFill>
              </a:defRPr>
            </a:pPr>
            <a:r>
              <a:rPr sz="2550" b="1">
                <a:solidFill>
                  <a:srgbClr val="BF544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7" name="pattern-ex-0">
            <a:extLst xmlns:a="http://schemas.openxmlformats.org/drawingml/2006/main">
              <a:ext uri="{FF2B5EF4-FFF2-40B4-BE49-F238E27FC236}">
                <a16:creationId xmlns:a16="http://schemas.microsoft.com/office/drawing/2014/main" id="{CF82E89B-864F-4C45-B8B2-BC965C2F6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762125"/>
            <a:ext cx="495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77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我家人都在北京。</a:t>
            </a:r>
          </a:p>
        </p:txBody>
      </p:sp>
      <p:sp>
        <p:nvSpPr>
          <p:cNvPr id="8" name="pattern-1">
            <a:extLst xmlns:a="http://schemas.openxmlformats.org/drawingml/2006/main">
              <a:ext uri="{FF2B5EF4-FFF2-40B4-BE49-F238E27FC236}">
                <a16:creationId xmlns:a16="http://schemas.microsoft.com/office/drawing/2014/main" id="{562B393E-A512-400A-A330-117FCCC81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52750"/>
            <a:ext cx="3714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97423B"/>
                </a:solidFill>
              </a:defRPr>
            </a:pPr>
            <a:r>
              <a:rPr sz="24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也 + 有时间</a:t>
            </a:r>
          </a:p>
        </p:txBody>
      </p:sp>
      <p:sp>
        <p:nvSpPr>
          <p:cNvPr id="9" name="arrow-520-322">
            <a:extLst xmlns:a="http://schemas.openxmlformats.org/drawingml/2006/main">
              <a:ext uri="{FF2B5EF4-FFF2-40B4-BE49-F238E27FC236}">
                <a16:creationId xmlns:a16="http://schemas.microsoft.com/office/drawing/2014/main" id="{3351E608-FDA9-4692-AB85-61EE28D0A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067050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BF5449"/>
                </a:solidFill>
              </a:defRPr>
            </a:pPr>
            <a:r>
              <a:rPr sz="2550" b="1">
                <a:solidFill>
                  <a:srgbClr val="BF544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0" name="pattern-ex-1">
            <a:extLst xmlns:a="http://schemas.openxmlformats.org/drawingml/2006/main">
              <a:ext uri="{FF2B5EF4-FFF2-40B4-BE49-F238E27FC236}">
                <a16:creationId xmlns:a16="http://schemas.microsoft.com/office/drawing/2014/main" id="{46B819DA-FBE8-45D3-8930-B457A129B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952750"/>
            <a:ext cx="495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77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姐姐也有时间。</a:t>
            </a:r>
          </a:p>
        </p:txBody>
      </p:sp>
      <p:sp>
        <p:nvSpPr>
          <p:cNvPr id="11" name="pattern-2">
            <a:extLst xmlns:a="http://schemas.openxmlformats.org/drawingml/2006/main">
              <a:ext uri="{FF2B5EF4-FFF2-40B4-BE49-F238E27FC236}">
                <a16:creationId xmlns:a16="http://schemas.microsoft.com/office/drawing/2014/main" id="{D143B208-2BC3-45B0-A52B-16C567973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43375"/>
            <a:ext cx="3714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97423B"/>
                </a:solidFill>
              </a:defRPr>
            </a:pPr>
            <a:r>
              <a:rPr sz="24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可以 + 动词</a:t>
            </a:r>
          </a:p>
        </p:txBody>
      </p:sp>
      <p:sp>
        <p:nvSpPr>
          <p:cNvPr id="12" name="arrow-520-447">
            <a:extLst xmlns:a="http://schemas.openxmlformats.org/drawingml/2006/main">
              <a:ext uri="{FF2B5EF4-FFF2-40B4-BE49-F238E27FC236}">
                <a16:creationId xmlns:a16="http://schemas.microsoft.com/office/drawing/2014/main" id="{2E9D11AA-E6D6-4906-BA01-77800CC00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257675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BF5449"/>
                </a:solidFill>
              </a:defRPr>
            </a:pPr>
            <a:r>
              <a:rPr sz="2550" b="1">
                <a:solidFill>
                  <a:srgbClr val="BF544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3" name="pattern-ex-2">
            <a:extLst xmlns:a="http://schemas.openxmlformats.org/drawingml/2006/main">
              <a:ext uri="{FF2B5EF4-FFF2-40B4-BE49-F238E27FC236}">
                <a16:creationId xmlns:a16="http://schemas.microsoft.com/office/drawing/2014/main" id="{973AC6C7-1223-4A7A-B88F-5D583C321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143375"/>
            <a:ext cx="495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77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她可以去机场接你们。</a:t>
            </a:r>
          </a:p>
        </p:txBody>
      </p:sp>
      <p:sp>
        <p:nvSpPr>
          <p:cNvPr id="14" name="hui-meaning">
            <a:extLst xmlns:a="http://schemas.openxmlformats.org/drawingml/2006/main">
              <a:ext uri="{FF2B5EF4-FFF2-40B4-BE49-F238E27FC236}">
                <a16:creationId xmlns:a16="http://schemas.microsoft.com/office/drawing/2014/main" id="{B118C3D6-234D-4EC7-A4D9-F27CDC925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353050"/>
            <a:ext cx="609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51735B"/>
                </a:solidFill>
              </a:defRPr>
            </a:pPr>
            <a:r>
              <a:rPr sz="1950" b="1">
                <a:solidFill>
                  <a:srgbClr val="51735B"/>
                </a:solidFill>
                <a:latin typeface="KaiTi"/>
                <a:ea typeface="KaiTi"/>
                <a:cs typeface="KaiTi"/>
              </a:rPr>
              <a:t>“都”总括前面的复数对象；“也”补充同类信息；“可以”表示接待安排。</a:t>
            </a:r>
          </a:p>
        </p:txBody>
      </p:sp>
      <p:sp>
        <p:nvSpPr>
          <p:cNvPr id="1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460292CD-7E06-4E28-B65A-F24E8335F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age-mark">
            <a:extLst xmlns:a="http://schemas.openxmlformats.org/drawingml/2006/main">
              <a:ext uri="{FF2B5EF4-FFF2-40B4-BE49-F238E27FC236}">
                <a16:creationId xmlns:a16="http://schemas.microsoft.com/office/drawing/2014/main" id="{E24B7BD3-5A6E-475B-AA8C-97215BDD2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第15课  |  26</a:t>
            </a:r>
          </a:p>
        </p:txBody>
      </p:sp>
    </p:spTree>
    <p:extLst>
      <p:ext uri="{BB962C8B-B14F-4D97-AF65-F5344CB8AC3E}">
        <p14:creationId xmlns:p14="http://schemas.microsoft.com/office/powerpoint/2010/main" val="1915794192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itle">
            <a:extLst xmlns:a="http://schemas.openxmlformats.org/drawingml/2006/main">
              <a:ext uri="{FF2B5EF4-FFF2-40B4-BE49-F238E27FC236}">
                <a16:creationId xmlns:a16="http://schemas.microsoft.com/office/drawing/2014/main" id="{D9220FA6-EC41-4FAF-94B9-9BDCBCB7C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0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综合填空  Review · Fill in the Blanks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270ACD01-06B0-4C0E-B754-ACCACA391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30C38CBA-7012-4B28-83CD-53BCE4C3C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独立填空，再读出完整句。</a:t>
            </a:r>
          </a:p>
        </p:txBody>
      </p:sp>
      <p:sp>
        <p:nvSpPr>
          <p:cNvPr id="5" name="word-bank">
            <a:extLst xmlns:a="http://schemas.openxmlformats.org/drawingml/2006/main">
              <a:ext uri="{FF2B5EF4-FFF2-40B4-BE49-F238E27FC236}">
                <a16:creationId xmlns:a16="http://schemas.microsoft.com/office/drawing/2014/main" id="{F336A700-E291-4A85-9899-3D7DF1DAD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38300"/>
            <a:ext cx="10096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97423B"/>
                </a:solidFill>
              </a:defRPr>
            </a:pPr>
            <a:r>
              <a:rPr sz="19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词语（可重复使用）：A 爱　｜　B 时间　｜　C 早不早　｜　D 都　｜　E 飞机</a:t>
            </a:r>
          </a:p>
        </p:txBody>
      </p:sp>
      <p:sp>
        <p:nvSpPr>
          <p:cNvPr id="6" name="fill-1">
            <a:extLst xmlns:a="http://schemas.openxmlformats.org/drawingml/2006/main">
              <a:ext uri="{FF2B5EF4-FFF2-40B4-BE49-F238E27FC236}">
                <a16:creationId xmlns:a16="http://schemas.microsoft.com/office/drawing/2014/main" id="{91ABCF8C-F7AA-4360-B5FE-28661FD2B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33625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1. 这本书有15课，我们____学了。</a:t>
            </a:r>
          </a:p>
        </p:txBody>
      </p:sp>
      <p:sp>
        <p:nvSpPr>
          <p:cNvPr id="7" name="fill-2">
            <a:extLst xmlns:a="http://schemas.openxmlformats.org/drawingml/2006/main">
              <a:ext uri="{FF2B5EF4-FFF2-40B4-BE49-F238E27FC236}">
                <a16:creationId xmlns:a16="http://schemas.microsoft.com/office/drawing/2014/main" id="{E7692F26-BBF8-4D20-81E8-32451BB38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00375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2. 我的家人都____喝茶。</a:t>
            </a:r>
          </a:p>
        </p:txBody>
      </p:sp>
      <p:sp>
        <p:nvSpPr>
          <p:cNvPr id="8" name="fill-3a">
            <a:extLst xmlns:a="http://schemas.openxmlformats.org/drawingml/2006/main">
              <a:ext uri="{FF2B5EF4-FFF2-40B4-BE49-F238E27FC236}">
                <a16:creationId xmlns:a16="http://schemas.microsoft.com/office/drawing/2014/main" id="{7AE35D3B-F06E-4246-8B5D-7D4AF6745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67125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3. 陈天中：我们明天晚上六点到，你觉得____？李文：不早。</a:t>
            </a:r>
          </a:p>
        </p:txBody>
      </p:sp>
      <p:sp>
        <p:nvSpPr>
          <p:cNvPr id="9" name="fill-3b">
            <a:extLst xmlns:a="http://schemas.openxmlformats.org/drawingml/2006/main">
              <a:ext uri="{FF2B5EF4-FFF2-40B4-BE49-F238E27FC236}">
                <a16:creationId xmlns:a16="http://schemas.microsoft.com/office/drawing/2014/main" id="{CD4C1D5E-05FB-4A5B-A928-C5D65CCF7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191000"/>
            <a:ext cx="942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71717"/>
                </a:solidFill>
              </a:defRPr>
            </a:pPr>
            <a:r>
              <a:rPr sz="2025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/>
            </a:r>
          </a:p>
        </p:txBody>
      </p:sp>
      <p:sp>
        <p:nvSpPr>
          <p:cNvPr id="10" name="fill-4a">
            <a:extLst xmlns:a="http://schemas.openxmlformats.org/drawingml/2006/main">
              <a:ext uri="{FF2B5EF4-FFF2-40B4-BE49-F238E27FC236}">
                <a16:creationId xmlns:a16="http://schemas.microsoft.com/office/drawing/2014/main" id="{C80837A9-C530-4DA7-B934-F3D150ADC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625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4. 王一飞：她们想坐____去北京，你们呢？</a:t>
            </a:r>
          </a:p>
        </p:txBody>
      </p:sp>
      <p:sp>
        <p:nvSpPr>
          <p:cNvPr id="11" name="fill-4b">
            <a:extLst xmlns:a="http://schemas.openxmlformats.org/drawingml/2006/main">
              <a:ext uri="{FF2B5EF4-FFF2-40B4-BE49-F238E27FC236}">
                <a16:creationId xmlns:a16="http://schemas.microsoft.com/office/drawing/2014/main" id="{470A0BF9-7698-4EE1-9BA1-DC29221E8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286375"/>
            <a:ext cx="942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陈天中：我们没有____，不能出去玩。</a:t>
            </a:r>
          </a:p>
        </p:txBody>
      </p:sp>
      <p:sp>
        <p:nvSpPr>
          <p:cNvPr id="13" name="footer-rule">
            <a:extLst xmlns:a="http://schemas.openxmlformats.org/drawingml/2006/main">
              <a:ext uri="{FF2B5EF4-FFF2-40B4-BE49-F238E27FC236}">
                <a16:creationId xmlns:a16="http://schemas.microsoft.com/office/drawing/2014/main" id="{EF415A47-A02F-498B-8057-FB05B342E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age-mark">
            <a:extLst xmlns:a="http://schemas.openxmlformats.org/drawingml/2006/main">
              <a:ext uri="{FF2B5EF4-FFF2-40B4-BE49-F238E27FC236}">
                <a16:creationId xmlns:a16="http://schemas.microsoft.com/office/drawing/2014/main" id="{42E24C99-CA5A-4AE7-BF76-240A97E1C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第15课  |  27</a:t>
            </a:r>
          </a:p>
        </p:txBody>
      </p:sp>
    </p:spTree>
    <p:extLst>
      <p:ext uri="{BB962C8B-B14F-4D97-AF65-F5344CB8AC3E}">
        <p14:creationId xmlns:p14="http://schemas.microsoft.com/office/powerpoint/2010/main" val="1418468882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">
            <a:extLst xmlns:a="http://schemas.openxmlformats.org/drawingml/2006/main">
              <a:ext uri="{FF2B5EF4-FFF2-40B4-BE49-F238E27FC236}">
                <a16:creationId xmlns:a16="http://schemas.microsoft.com/office/drawing/2014/main" id="{DE0579EF-FB2F-420B-B858-778D35AFE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0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教材看图输出  Picture-based Output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BE1CC3D0-F3A9-41ED-825B-06D35C145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60F6BC29-5F59-4D59-B12C-4DABBECB7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看四幅教材图片，逐项补全并读出。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c1f62e39bf4dbe"/>
          <a:stretch xmlns:a="http://schemas.openxmlformats.org/drawingml/2006/main"/>
        </p:blipFill>
        <p:spPr>
          <a:xfrm xmlns:a="http://schemas.openxmlformats.org/drawingml/2006/main">
            <a:off x="857250" y="2386874"/>
            <a:ext cx="5191125" cy="1512751"/>
          </a:xfrm>
          <a:prstGeom xmlns:a="http://schemas.openxmlformats.org/drawingml/2006/main" prst="roundRect">
            <a:avLst>
              <a:gd name="adj" fmla="val 3200"/>
            </a:avLst>
          </a:prstGeom>
        </p:spPr>
      </p:pic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97ed9c6ba341c3"/>
          <a:stretch xmlns:a="http://schemas.openxmlformats.org/drawingml/2006/main"/>
        </p:blipFill>
        <p:spPr>
          <a:xfrm xmlns:a="http://schemas.openxmlformats.org/drawingml/2006/main">
            <a:off x="6238875" y="2180432"/>
            <a:ext cx="5286375" cy="1925635"/>
          </a:xfrm>
          <a:prstGeom xmlns:a="http://schemas.openxmlformats.org/drawingml/2006/main" prst="roundRect">
            <a:avLst>
              <a:gd name="adj" fmla="val 3200"/>
            </a:avLst>
          </a:prstGeom>
        </p:spPr>
      </p:pic>
      <p:sp>
        <p:nvSpPr>
          <p:cNvPr id="7" name="pic-output-1">
            <a:extLst xmlns:a="http://schemas.openxmlformats.org/drawingml/2006/main">
              <a:ext uri="{FF2B5EF4-FFF2-40B4-BE49-F238E27FC236}">
                <a16:creationId xmlns:a16="http://schemas.microsoft.com/office/drawing/2014/main" id="{57D6F79C-9113-401A-9FF1-B4D8D9B38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76750"/>
            <a:ext cx="5191125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71717"/>
                </a:solidFill>
              </a:defRPr>
            </a:pPr>
            <a:r>
              <a:rPr sz="22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1. 我爱吃面包，______。</a:t>
            </a:r>
          </a:p>
          <a:p xmlns:a="http://schemas.openxmlformats.org/drawingml/2006/main">
            <a:pPr algn="l">
              <a:buNone/>
              <a:defRPr sz="2100" b="1">
                <a:solidFill>
                  <a:srgbClr val="171717"/>
                </a:solidFill>
              </a:defRPr>
            </a:pPr>
            <a:r>
              <a:rPr sz="22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2. 去年我去______。</a:t>
            </a:r>
          </a:p>
        </p:txBody>
      </p:sp>
      <p:sp>
        <p:nvSpPr>
          <p:cNvPr id="8" name="pic-output-2">
            <a:extLst xmlns:a="http://schemas.openxmlformats.org/drawingml/2006/main">
              <a:ext uri="{FF2B5EF4-FFF2-40B4-BE49-F238E27FC236}">
                <a16:creationId xmlns:a16="http://schemas.microsoft.com/office/drawing/2014/main" id="{8183D4D9-5F13-4F74-B46A-68D1B11D0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476750"/>
            <a:ext cx="5286375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71717"/>
                </a:solidFill>
              </a:defRPr>
            </a:pPr>
            <a:r>
              <a:rPr sz="22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3. 王一飞的姐姐______。</a:t>
            </a:r>
          </a:p>
          <a:p xmlns:a="http://schemas.openxmlformats.org/drawingml/2006/main">
            <a:pPr algn="l">
              <a:buNone/>
              <a:defRPr sz="2100" b="1">
                <a:solidFill>
                  <a:srgbClr val="171717"/>
                </a:solidFill>
              </a:defRPr>
            </a:pPr>
            <a:r>
              <a:rPr sz="22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4. 王老‌师是______人，也住在北京。</a:t>
            </a:r>
          </a:p>
        </p:txBody>
      </p:sp>
      <p:sp>
        <p:nvSpPr>
          <p:cNvPr id="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F5D75215-00A3-4B66-8E4D-DC57CAA07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age-mark">
            <a:extLst xmlns:a="http://schemas.openxmlformats.org/drawingml/2006/main">
              <a:ext uri="{FF2B5EF4-FFF2-40B4-BE49-F238E27FC236}">
                <a16:creationId xmlns:a16="http://schemas.microsoft.com/office/drawing/2014/main" id="{53CFF65A-6532-4825-8CA0-1CF899C15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第15课  |  28</a:t>
            </a:r>
          </a:p>
        </p:txBody>
      </p:sp>
    </p:spTree>
    <p:extLst>
      <p:ext uri="{BB962C8B-B14F-4D97-AF65-F5344CB8AC3E}">
        <p14:creationId xmlns:p14="http://schemas.microsoft.com/office/powerpoint/2010/main" val="827087166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itle">
            <a:extLst xmlns:a="http://schemas.openxmlformats.org/drawingml/2006/main">
              <a:ext uri="{FF2B5EF4-FFF2-40B4-BE49-F238E27FC236}">
                <a16:creationId xmlns:a16="http://schemas.microsoft.com/office/drawing/2014/main" id="{30DAE86A-090F-479F-8C13-A2EE12A2E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0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课堂活动与拓展  Activity &amp; Extension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1EFCD709-3EA2-477B-B975-5B19E6A1C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B0E5A216-9052-488B-86F2-47B78E171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按三步完成活动，再说一条本课观察。</a:t>
            </a:r>
          </a:p>
        </p:txBody>
      </p:sp>
      <p:sp>
        <p:nvSpPr>
          <p:cNvPr id="5" name="game-step-0">
            <a:extLst xmlns:a="http://schemas.openxmlformats.org/drawingml/2006/main">
              <a:ext uri="{FF2B5EF4-FFF2-40B4-BE49-F238E27FC236}">
                <a16:creationId xmlns:a16="http://schemas.microsoft.com/office/drawing/2014/main" id="{51850DDA-1CE0-45DE-BB6E-5E67D79BA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6192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1</a:t>
            </a:r>
          </a:p>
        </p:txBody>
      </p:sp>
      <p:sp>
        <p:nvSpPr>
          <p:cNvPr id="6" name="game-text-0">
            <a:extLst xmlns:a="http://schemas.openxmlformats.org/drawingml/2006/main">
              <a:ext uri="{FF2B5EF4-FFF2-40B4-BE49-F238E27FC236}">
                <a16:creationId xmlns:a16="http://schemas.microsoft.com/office/drawing/2014/main" id="{38E15123-F7F0-4667-A2C3-F4702E0D1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600200"/>
            <a:ext cx="971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三人扮演李文、陈天中和白家月。</a:t>
            </a:r>
          </a:p>
        </p:txBody>
      </p:sp>
      <p:sp>
        <p:nvSpPr>
          <p:cNvPr id="7" name="game-step-1">
            <a:extLst xmlns:a="http://schemas.openxmlformats.org/drawingml/2006/main">
              <a:ext uri="{FF2B5EF4-FFF2-40B4-BE49-F238E27FC236}">
                <a16:creationId xmlns:a16="http://schemas.microsoft.com/office/drawing/2014/main" id="{ADAEC51E-7FC7-4EF5-AA79-9C1471614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622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2</a:t>
            </a:r>
          </a:p>
        </p:txBody>
      </p:sp>
      <p:sp>
        <p:nvSpPr>
          <p:cNvPr id="8" name="game-text-1">
            <a:extLst xmlns:a="http://schemas.openxmlformats.org/drawingml/2006/main">
              <a:ext uri="{FF2B5EF4-FFF2-40B4-BE49-F238E27FC236}">
                <a16:creationId xmlns:a16="http://schemas.microsoft.com/office/drawing/2014/main" id="{358246CF-8216-487C-849D-B31BE54BD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343150"/>
            <a:ext cx="971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李文邀请客人一起做中国菜并用餐。</a:t>
            </a:r>
          </a:p>
        </p:txBody>
      </p:sp>
      <p:sp>
        <p:nvSpPr>
          <p:cNvPr id="9" name="game-step-2">
            <a:extLst xmlns:a="http://schemas.openxmlformats.org/drawingml/2006/main">
              <a:ext uri="{FF2B5EF4-FFF2-40B4-BE49-F238E27FC236}">
                <a16:creationId xmlns:a16="http://schemas.microsoft.com/office/drawing/2014/main" id="{D1E49552-AA12-45EA-AD6D-4E186DCEA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1051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3</a:t>
            </a:r>
          </a:p>
        </p:txBody>
      </p:sp>
      <p:sp>
        <p:nvSpPr>
          <p:cNvPr id="10" name="game-text-2">
            <a:extLst xmlns:a="http://schemas.openxmlformats.org/drawingml/2006/main">
              <a:ext uri="{FF2B5EF4-FFF2-40B4-BE49-F238E27FC236}">
                <a16:creationId xmlns:a16="http://schemas.microsoft.com/office/drawing/2014/main" id="{648CAB9D-199E-4A19-BBDE-C6DDC2DD3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086100"/>
            <a:ext cx="971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交换角色，完成待客对话。</a:t>
            </a:r>
          </a:p>
        </p:txBody>
      </p:sp>
      <p:sp>
        <p:nvSpPr>
          <p:cNvPr id="11" name="game-example-label">
            <a:extLst xmlns:a="http://schemas.openxmlformats.org/drawingml/2006/main">
              <a:ext uri="{FF2B5EF4-FFF2-40B4-BE49-F238E27FC236}">
                <a16:creationId xmlns:a16="http://schemas.microsoft.com/office/drawing/2014/main" id="{837621B1-CD51-4C78-9A2C-D5BE83B9E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57625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97423B"/>
                </a:solidFill>
              </a:defRPr>
            </a:pPr>
            <a:r>
              <a:rPr sz="24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任务材料与本课观察</a:t>
            </a:r>
          </a:p>
        </p:txBody>
      </p:sp>
      <p:sp>
        <p:nvSpPr>
          <p:cNvPr id="12" name="game-example-frame">
            <a:extLst xmlns:a="http://schemas.openxmlformats.org/drawingml/2006/main">
              <a:ext uri="{FF2B5EF4-FFF2-40B4-BE49-F238E27FC236}">
                <a16:creationId xmlns:a16="http://schemas.microsoft.com/office/drawing/2014/main" id="{571CD8A0-A03F-4828-A2D7-3E5B43961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05300"/>
            <a:ext cx="10477500" cy="1333500"/>
          </a:xfrm>
          <a:prstGeom xmlns:a="http://schemas.openxmlformats.org/drawingml/2006/main" prst="roundRect">
            <a:avLst>
              <a:gd name="adj" fmla="val 5714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BF5449"/>
            </a:solidFill>
            <a:prstDash val="solid"/>
          </a:ln>
        </p:spPr>
      </p:sp>
      <p:sp>
        <p:nvSpPr>
          <p:cNvPr id="13" name="game-example-1">
            <a:extLst xmlns:a="http://schemas.openxmlformats.org/drawingml/2006/main">
              <a:ext uri="{FF2B5EF4-FFF2-40B4-BE49-F238E27FC236}">
                <a16:creationId xmlns:a16="http://schemas.microsoft.com/office/drawing/2014/main" id="{AC8F6DA0-BEEE-4C9A-B168-2F66A3136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324350"/>
            <a:ext cx="97631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71717"/>
                </a:solidFill>
              </a:defRPr>
            </a:pPr>
            <a:r>
              <a:rPr sz="22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角色：李文｜陈天中｜白家月｜任务：邀请客人一起做中国菜并用餐。</a:t>
            </a:r>
          </a:p>
        </p:txBody>
      </p:sp>
      <p:sp>
        <p:nvSpPr>
          <p:cNvPr id="14" name="game-example-2">
            <a:extLst xmlns:a="http://schemas.openxmlformats.org/drawingml/2006/main">
              <a:ext uri="{FF2B5EF4-FFF2-40B4-BE49-F238E27FC236}">
                <a16:creationId xmlns:a16="http://schemas.microsoft.com/office/drawing/2014/main" id="{C15A92DF-F84C-48FB-A971-AD74B4A4E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095875"/>
            <a:ext cx="9763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71717"/>
                </a:solidFill>
              </a:defRPr>
            </a:pPr>
            <a:r>
              <a:rPr sz="19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观察：待客时可说“多吃点儿”；北京是中国的首都。</a:t>
            </a:r>
          </a:p>
        </p:txBody>
      </p:sp>
      <p:sp>
        <p:nvSpPr>
          <p:cNvPr id="1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6871446F-220D-48B5-A406-48209FF78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age-mark">
            <a:extLst xmlns:a="http://schemas.openxmlformats.org/drawingml/2006/main">
              <a:ext uri="{FF2B5EF4-FFF2-40B4-BE49-F238E27FC236}">
                <a16:creationId xmlns:a16="http://schemas.microsoft.com/office/drawing/2014/main" id="{8233E07E-3917-4247-A72E-8062AF3DB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第15课  |  29</a:t>
            </a:r>
          </a:p>
        </p:txBody>
      </p:sp>
    </p:spTree>
    <p:extLst>
      <p:ext uri="{BB962C8B-B14F-4D97-AF65-F5344CB8AC3E}">
        <p14:creationId xmlns:p14="http://schemas.microsoft.com/office/powerpoint/2010/main" val="355713950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itle">
            <a:extLst xmlns:a="http://schemas.openxmlformats.org/drawingml/2006/main">
              <a:ext uri="{FF2B5EF4-FFF2-40B4-BE49-F238E27FC236}">
                <a16:creationId xmlns:a16="http://schemas.microsoft.com/office/drawing/2014/main" id="{A38B8BF7-3780-4326-B840-A46E22809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0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本课出口条  Lesson Exit Ticket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90A4B330-2D51-4F59-AB1F-518A0DA1F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D162B288-9B6A-43FF-9900-E5EDAECC3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写下三个答案，再读出一题。</a:t>
            </a:r>
          </a:p>
        </p:txBody>
      </p:sp>
      <p:sp>
        <p:nvSpPr>
          <p:cNvPr id="5" name="final-exit-time">
            <a:extLst xmlns:a="http://schemas.openxmlformats.org/drawingml/2006/main">
              <a:ext uri="{FF2B5EF4-FFF2-40B4-BE49-F238E27FC236}">
                <a16:creationId xmlns:a16="http://schemas.microsoft.com/office/drawing/2014/main" id="{16E8C66E-86FD-4468-81BB-149FDCF69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69545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97423B"/>
                </a:solidFill>
              </a:defRPr>
            </a:pPr>
            <a:r>
              <a:rPr sz="19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写一写，说一说</a:t>
            </a:r>
          </a:p>
        </p:txBody>
      </p:sp>
      <p:sp>
        <p:nvSpPr>
          <p:cNvPr id="6" name="final-q-0">
            <a:extLst xmlns:a="http://schemas.openxmlformats.org/drawingml/2006/main">
              <a:ext uri="{FF2B5EF4-FFF2-40B4-BE49-F238E27FC236}">
                <a16:creationId xmlns:a16="http://schemas.microsoft.com/office/drawing/2014/main" id="{918330CF-D3A7-417A-B6C2-D61F06A56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43150"/>
            <a:ext cx="5715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1. 大兴机场在哪儿？</a:t>
            </a:r>
          </a:p>
        </p:txBody>
      </p:sp>
      <p:sp>
        <p:nvSpPr>
          <p:cNvPr id="7" name="final-a-0">
            <a:extLst xmlns:a="http://schemas.openxmlformats.org/drawingml/2006/main">
              <a:ext uri="{FF2B5EF4-FFF2-40B4-BE49-F238E27FC236}">
                <a16:creationId xmlns:a16="http://schemas.microsoft.com/office/drawing/2014/main" id="{016D969E-BACD-43CA-B1ED-5165C1CC8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343150"/>
            <a:ext cx="3524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8605A"/>
                </a:solidFill>
              </a:defRPr>
            </a:pPr>
            <a:r>
              <a:rPr sz="19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________________________</a:t>
            </a:r>
          </a:p>
        </p:txBody>
      </p:sp>
      <p:sp>
        <p:nvSpPr>
          <p:cNvPr id="8" name="final-q-1">
            <a:extLst xmlns:a="http://schemas.openxmlformats.org/drawingml/2006/main">
              <a:ext uri="{FF2B5EF4-FFF2-40B4-BE49-F238E27FC236}">
                <a16:creationId xmlns:a16="http://schemas.microsoft.com/office/drawing/2014/main" id="{C5FEE39D-1715-40B8-A907-5A4BA7901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48050"/>
            <a:ext cx="5715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2. 王老‌师的姐姐可以去接白家月和安妮吗？</a:t>
            </a:r>
          </a:p>
        </p:txBody>
      </p:sp>
      <p:sp>
        <p:nvSpPr>
          <p:cNvPr id="9" name="final-a-1">
            <a:extLst xmlns:a="http://schemas.openxmlformats.org/drawingml/2006/main">
              <a:ext uri="{FF2B5EF4-FFF2-40B4-BE49-F238E27FC236}">
                <a16:creationId xmlns:a16="http://schemas.microsoft.com/office/drawing/2014/main" id="{9CD67902-A6DF-405B-A742-9E2023754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448050"/>
            <a:ext cx="3524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8605A"/>
                </a:solidFill>
              </a:defRPr>
            </a:pPr>
            <a:r>
              <a:rPr sz="19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________________________</a:t>
            </a:r>
          </a:p>
        </p:txBody>
      </p:sp>
      <p:sp>
        <p:nvSpPr>
          <p:cNvPr id="10" name="final-q-2">
            <a:extLst xmlns:a="http://schemas.openxmlformats.org/drawingml/2006/main">
              <a:ext uri="{FF2B5EF4-FFF2-40B4-BE49-F238E27FC236}">
                <a16:creationId xmlns:a16="http://schemas.microsoft.com/office/drawing/2014/main" id="{C8EF8420-2435-42E5-82B5-E21B53570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52950"/>
            <a:ext cx="7239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3. 用“也”或“还”连接两句话，再示范中国餐桌文化和待客礼仪。</a:t>
            </a:r>
          </a:p>
        </p:txBody>
      </p:sp>
      <p:sp>
        <p:nvSpPr>
          <p:cNvPr id="11" name="final-a-2">
            <a:extLst xmlns:a="http://schemas.openxmlformats.org/drawingml/2006/main">
              <a:ext uri="{FF2B5EF4-FFF2-40B4-BE49-F238E27FC236}">
                <a16:creationId xmlns:a16="http://schemas.microsoft.com/office/drawing/2014/main" id="{B0C1F9B1-2600-4251-AF62-CCBEE0CAC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552950"/>
            <a:ext cx="2000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8605A"/>
                </a:solidFill>
              </a:defRPr>
            </a:pPr>
            <a:r>
              <a:rPr sz="19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________________________</a:t>
            </a:r>
          </a:p>
        </p:txBody>
      </p:sp>
      <p:sp>
        <p:nvSpPr>
          <p:cNvPr id="12" name="final-check">
            <a:extLst xmlns:a="http://schemas.openxmlformats.org/drawingml/2006/main">
              <a:ext uri="{FF2B5EF4-FFF2-40B4-BE49-F238E27FC236}">
                <a16:creationId xmlns:a16="http://schemas.microsoft.com/office/drawing/2014/main" id="{EE93D74A-52F7-41F2-BA92-7DF0A0715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667375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97423B"/>
                </a:solidFill>
              </a:defRPr>
            </a:pPr>
            <a:r>
              <a:rPr sz="21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本课关键词：旅行计划｜也／还｜都｜北京</a:t>
            </a:r>
          </a:p>
        </p:txBody>
      </p:sp>
      <p:sp>
        <p:nvSpPr>
          <p:cNvPr id="13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C39C518-7844-4ED5-947B-62F89BB9C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age-mark">
            <a:extLst xmlns:a="http://schemas.openxmlformats.org/drawingml/2006/main">
              <a:ext uri="{FF2B5EF4-FFF2-40B4-BE49-F238E27FC236}">
                <a16:creationId xmlns:a16="http://schemas.microsoft.com/office/drawing/2014/main" id="{E54D1DDF-4E6D-464D-A3B3-1F3C35F5F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第15课  |  30</a:t>
            </a:r>
          </a:p>
        </p:txBody>
      </p:sp>
    </p:spTree>
    <p:extLst>
      <p:ext uri="{BB962C8B-B14F-4D97-AF65-F5344CB8AC3E}">
        <p14:creationId xmlns:p14="http://schemas.microsoft.com/office/powerpoint/2010/main" val="1009204207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ChatGPT">
      <a:dk1>
        <a:srgbClr val="000000"/>
      </a:dk1>
      <a:lt1>
        <a:srgbClr val="FFFFFF"/>
      </a:lt1>
      <a:dk2>
        <a:srgbClr val="3C2908"/>
      </a:dk2>
      <a:lt2>
        <a:srgbClr val="FFF9F0"/>
      </a:lt2>
      <a:accent1>
        <a:srgbClr val="BF5449"/>
      </a:accent1>
      <a:accent2>
        <a:srgbClr val="DB8461"/>
      </a:accent2>
      <a:accent3>
        <a:srgbClr val="DFAA75"/>
      </a:accent3>
      <a:accent4>
        <a:srgbClr val="99966E"/>
      </a:accent4>
      <a:accent5>
        <a:srgbClr val="936C47"/>
      </a:accent5>
      <a:accent6>
        <a:srgbClr val="6B7B4F"/>
      </a:accent6>
      <a:hlink>
        <a:srgbClr val="0026E5"/>
      </a:hlink>
      <a:folHlink>
        <a:srgbClr val="7E1FAD"/>
      </a:folHlink>
    </a:clrScheme>
    <a:fontScheme name="">
      <a:majorFont>
        <a:latin typeface="汉语拼音"/>
        <a:ea typeface="超清极简护眼楷"/>
        <a:cs typeface=""/>
      </a:majorFont>
      <a:minorFont>
        <a:latin typeface="汉语拼音"/>
        <a:ea typeface="超清极简护眼楷"/>
        <a:cs typeface="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2026-08-22T14:56:47.6380000Z</dcterms:created>
  <dcterms:modified xsi:type="dcterms:W3CDTF">2026-08-22T14:56:47.6380000Z</dcterms:modified>
</coreProperties>
</file>