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9d8c08a10146e0" /><Relationship Type="http://schemas.openxmlformats.org/officeDocument/2006/relationships/extended-properties" Target="/docProps/app.xml" Id="Rd62c0d82016140ec" /><Relationship Type="http://schemas.openxmlformats.org/officeDocument/2006/relationships/officeDocument" Target="/ppt/presentation.xml" Id="R67437645235e4f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3b5ad015b94a09"/>
    <p:sldMasterId xmlns:r="http://schemas.openxmlformats.org/officeDocument/2006/relationships" id="2147483661" r:id="R3f96ddc9189c450f"/>
    <p:sldMasterId xmlns:r="http://schemas.openxmlformats.org/officeDocument/2006/relationships" id="2147483673" r:id="R0813e1fe2ce1496e"/>
  </p:sldMasterIdLst>
  <p:notesMasterIdLst>
    <p:notesMasterId xmlns:r="http://schemas.openxmlformats.org/officeDocument/2006/relationships" r:id="Rfa84aa67682e4534"/>
  </p:notesMasterIdLst>
  <p:sldIdLst>
    <p:sldId xmlns:r="http://schemas.openxmlformats.org/officeDocument/2006/relationships" id="256" r:id="R25b5b253c28e4691"/>
    <p:sldId xmlns:r="http://schemas.openxmlformats.org/officeDocument/2006/relationships" id="257" r:id="R094d53a7c72346cd"/>
    <p:sldId xmlns:r="http://schemas.openxmlformats.org/officeDocument/2006/relationships" id="258" r:id="Rff938630f10940d7"/>
    <p:sldId xmlns:r="http://schemas.openxmlformats.org/officeDocument/2006/relationships" id="259" r:id="R99ef96a737e34aae"/>
    <p:sldId xmlns:r="http://schemas.openxmlformats.org/officeDocument/2006/relationships" id="260" r:id="R6f8cba411d874498"/>
    <p:sldId xmlns:r="http://schemas.openxmlformats.org/officeDocument/2006/relationships" id="261" r:id="R8645f56c8602434f"/>
    <p:sldId xmlns:r="http://schemas.openxmlformats.org/officeDocument/2006/relationships" id="262" r:id="R87987a6c3df24c4f"/>
    <p:sldId xmlns:r="http://schemas.openxmlformats.org/officeDocument/2006/relationships" id="263" r:id="Racd113300f554a5f"/>
    <p:sldId xmlns:r="http://schemas.openxmlformats.org/officeDocument/2006/relationships" id="264" r:id="R9f6f3bc2724b4c02"/>
    <p:sldId xmlns:r="http://schemas.openxmlformats.org/officeDocument/2006/relationships" id="265" r:id="R39c01615ab2846d1"/>
    <p:sldId xmlns:r="http://schemas.openxmlformats.org/officeDocument/2006/relationships" id="266" r:id="R0d6981be21d2452d"/>
    <p:sldId xmlns:r="http://schemas.openxmlformats.org/officeDocument/2006/relationships" id="267" r:id="R5b66a3ce18b342f2"/>
    <p:sldId xmlns:r="http://schemas.openxmlformats.org/officeDocument/2006/relationships" id="268" r:id="R18d8a02a968c45b5"/>
    <p:sldId xmlns:r="http://schemas.openxmlformats.org/officeDocument/2006/relationships" id="269" r:id="Rc168f0cbaecb4a20"/>
    <p:sldId xmlns:r="http://schemas.openxmlformats.org/officeDocument/2006/relationships" id="270" r:id="R2e577356af704649"/>
    <p:sldId xmlns:r="http://schemas.openxmlformats.org/officeDocument/2006/relationships" id="271" r:id="R94cb50c0db964d5e"/>
    <p:sldId xmlns:r="http://schemas.openxmlformats.org/officeDocument/2006/relationships" id="272" r:id="R079dfef5d0134fb1"/>
    <p:sldId xmlns:r="http://schemas.openxmlformats.org/officeDocument/2006/relationships" id="273" r:id="Radc84b19567f49ef"/>
    <p:sldId xmlns:r="http://schemas.openxmlformats.org/officeDocument/2006/relationships" id="274" r:id="Ree6b7e4bfc614e0d"/>
    <p:sldId xmlns:r="http://schemas.openxmlformats.org/officeDocument/2006/relationships" id="275" r:id="R3d0cfd15ec5a4223"/>
    <p:sldId xmlns:r="http://schemas.openxmlformats.org/officeDocument/2006/relationships" id="276" r:id="R079dc69ecb9d4fae"/>
    <p:sldId xmlns:r="http://schemas.openxmlformats.org/officeDocument/2006/relationships" id="277" r:id="R62a8ab17d3214d9f"/>
    <p:sldId xmlns:r="http://schemas.openxmlformats.org/officeDocument/2006/relationships" id="278" r:id="Rcb59ba2e016d4ae8"/>
    <p:sldId xmlns:r="http://schemas.openxmlformats.org/officeDocument/2006/relationships" id="279" r:id="Rd9a4cf2e1f2e464e"/>
    <p:sldId xmlns:r="http://schemas.openxmlformats.org/officeDocument/2006/relationships" id="280" r:id="R4dbd8e4c4b3e4ddc"/>
    <p:sldId xmlns:r="http://schemas.openxmlformats.org/officeDocument/2006/relationships" id="281" r:id="Ra2593a10ff9c4ce0"/>
    <p:sldId xmlns:r="http://schemas.openxmlformats.org/officeDocument/2006/relationships" id="282" r:id="R7c086b3ab17a41dc"/>
    <p:sldId xmlns:r="http://schemas.openxmlformats.org/officeDocument/2006/relationships" id="283" r:id="R85c112259bb34186"/>
    <p:sldId xmlns:r="http://schemas.openxmlformats.org/officeDocument/2006/relationships" id="284" r:id="Ra6b2b456819a499b"/>
    <p:sldId xmlns:r="http://schemas.openxmlformats.org/officeDocument/2006/relationships" id="285" r:id="R39185503d86145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5EC00C2-0887-405E-A094-2DD42646EF0A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9CBDA8"/>
          </a:solidFill>
        </a:fill>
      </a:tcStyle>
    </a:firstRow>
    <a:n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96ccccf73249b2" /><Relationship Type="http://schemas.openxmlformats.org/officeDocument/2006/relationships/slideMaster" Target="/ppt/slideMasters/slideMaster1.xml" Id="R963b5ad015b94a09" /><Relationship Type="http://schemas.openxmlformats.org/officeDocument/2006/relationships/slideMaster" Target="/ppt/slideMasters/slideMaster2.xml" Id="R3f96ddc9189c450f" /><Relationship Type="http://schemas.openxmlformats.org/officeDocument/2006/relationships/slideMaster" Target="/ppt/slideMasters/slideMaster3.xml" Id="R0813e1fe2ce1496e" /><Relationship Type="http://schemas.openxmlformats.org/officeDocument/2006/relationships/notesMaster" Target="/ppt/notesMasters/notesMaster1.xml" Id="Rfa84aa67682e4534" /><Relationship Type="http://schemas.openxmlformats.org/officeDocument/2006/relationships/presProps" Target="/ppt/presProps.xml" Id="R85d0f514df2b4c31" /><Relationship Type="http://schemas.openxmlformats.org/officeDocument/2006/relationships/viewProps" Target="/ppt/viewProps.xml" Id="Rea02e62cfa7843d0" /><Relationship Type="http://schemas.openxmlformats.org/officeDocument/2006/relationships/tableStyles" Target="/ppt/tableStyles.xml" Id="R726efeedf0294895" /><Relationship Type="http://schemas.openxmlformats.org/officeDocument/2006/relationships/slide" Target="/ppt/slides/slide1.xml" Id="R25b5b253c28e4691" /><Relationship Type="http://schemas.openxmlformats.org/officeDocument/2006/relationships/slide" Target="/ppt/slides/slide2.xml" Id="R094d53a7c72346cd" /><Relationship Type="http://schemas.openxmlformats.org/officeDocument/2006/relationships/slide" Target="/ppt/slides/slide3.xml" Id="Rff938630f10940d7" /><Relationship Type="http://schemas.openxmlformats.org/officeDocument/2006/relationships/slide" Target="/ppt/slides/slide4.xml" Id="R99ef96a737e34aae" /><Relationship Type="http://schemas.openxmlformats.org/officeDocument/2006/relationships/slide" Target="/ppt/slides/slide5.xml" Id="R6f8cba411d874498" /><Relationship Type="http://schemas.openxmlformats.org/officeDocument/2006/relationships/slide" Target="/ppt/slides/slide6.xml" Id="R8645f56c8602434f" /><Relationship Type="http://schemas.openxmlformats.org/officeDocument/2006/relationships/slide" Target="/ppt/slides/slide7.xml" Id="R87987a6c3df24c4f" /><Relationship Type="http://schemas.openxmlformats.org/officeDocument/2006/relationships/slide" Target="/ppt/slides/slide8.xml" Id="Racd113300f554a5f" /><Relationship Type="http://schemas.openxmlformats.org/officeDocument/2006/relationships/slide" Target="/ppt/slides/slide9.xml" Id="R9f6f3bc2724b4c02" /><Relationship Type="http://schemas.openxmlformats.org/officeDocument/2006/relationships/slide" Target="/ppt/slides/slide10.xml" Id="R39c01615ab2846d1" /><Relationship Type="http://schemas.openxmlformats.org/officeDocument/2006/relationships/slide" Target="/ppt/slides/slide11.xml" Id="R0d6981be21d2452d" /><Relationship Type="http://schemas.openxmlformats.org/officeDocument/2006/relationships/slide" Target="/ppt/slides/slide12.xml" Id="R5b66a3ce18b342f2" /><Relationship Type="http://schemas.openxmlformats.org/officeDocument/2006/relationships/slide" Target="/ppt/slides/slide13.xml" Id="R18d8a02a968c45b5" /><Relationship Type="http://schemas.openxmlformats.org/officeDocument/2006/relationships/slide" Target="/ppt/slides/slide14.xml" Id="Rc168f0cbaecb4a20" /><Relationship Type="http://schemas.openxmlformats.org/officeDocument/2006/relationships/slide" Target="/ppt/slides/slide15.xml" Id="R2e577356af704649" /><Relationship Type="http://schemas.openxmlformats.org/officeDocument/2006/relationships/slide" Target="/ppt/slides/slide16.xml" Id="R94cb50c0db964d5e" /><Relationship Type="http://schemas.openxmlformats.org/officeDocument/2006/relationships/slide" Target="/ppt/slides/slide17.xml" Id="R079dfef5d0134fb1" /><Relationship Type="http://schemas.openxmlformats.org/officeDocument/2006/relationships/slide" Target="/ppt/slides/slide18.xml" Id="Radc84b19567f49ef" /><Relationship Type="http://schemas.openxmlformats.org/officeDocument/2006/relationships/slide" Target="/ppt/slides/slide19.xml" Id="Ree6b7e4bfc614e0d" /><Relationship Type="http://schemas.openxmlformats.org/officeDocument/2006/relationships/slide" Target="/ppt/slides/slide20.xml" Id="R3d0cfd15ec5a4223" /><Relationship Type="http://schemas.openxmlformats.org/officeDocument/2006/relationships/slide" Target="/ppt/slides/slide21.xml" Id="R079dc69ecb9d4fae" /><Relationship Type="http://schemas.openxmlformats.org/officeDocument/2006/relationships/slide" Target="/ppt/slides/slide22.xml" Id="R62a8ab17d3214d9f" /><Relationship Type="http://schemas.openxmlformats.org/officeDocument/2006/relationships/slide" Target="/ppt/slides/slide23.xml" Id="Rcb59ba2e016d4ae8" /><Relationship Type="http://schemas.openxmlformats.org/officeDocument/2006/relationships/slide" Target="/ppt/slides/slide24.xml" Id="Rd9a4cf2e1f2e464e" /><Relationship Type="http://schemas.openxmlformats.org/officeDocument/2006/relationships/slide" Target="/ppt/slides/slide25.xml" Id="R4dbd8e4c4b3e4ddc" /><Relationship Type="http://schemas.openxmlformats.org/officeDocument/2006/relationships/slide" Target="/ppt/slides/slide26.xml" Id="Ra2593a10ff9c4ce0" /><Relationship Type="http://schemas.openxmlformats.org/officeDocument/2006/relationships/slide" Target="/ppt/slides/slide27.xml" Id="R7c086b3ab17a41dc" /><Relationship Type="http://schemas.openxmlformats.org/officeDocument/2006/relationships/slide" Target="/ppt/slides/slide28.xml" Id="R85c112259bb34186" /><Relationship Type="http://schemas.openxmlformats.org/officeDocument/2006/relationships/slide" Target="/ppt/slides/slide29.xml" Id="Ra6b2b456819a499b" /><Relationship Type="http://schemas.openxmlformats.org/officeDocument/2006/relationships/slide" Target="/ppt/slides/slide30.xml" Id="R39185503d86145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69a0eaeb4964e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5f11d6f14a4fd3" /><Relationship Type="http://schemas.openxmlformats.org/officeDocument/2006/relationships/notesMaster" Target="/ppt/notesMasters/notesMaster1.xml" Id="R6005019a003840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8f5463146f4be4" /><Relationship Type="http://schemas.openxmlformats.org/officeDocument/2006/relationships/notesMaster" Target="/ppt/notesMasters/notesMaster1.xml" Id="R7bba54e2d7d44f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a83c55f87e438f" /><Relationship Type="http://schemas.openxmlformats.org/officeDocument/2006/relationships/notesMaster" Target="/ppt/notesMasters/notesMaster1.xml" Id="R16746b2c88bd4b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b701aa1dae45fa" /><Relationship Type="http://schemas.openxmlformats.org/officeDocument/2006/relationships/notesMaster" Target="/ppt/notesMasters/notesMaster1.xml" Id="R310f61f6a20d45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25682f730448f9" /><Relationship Type="http://schemas.openxmlformats.org/officeDocument/2006/relationships/notesMaster" Target="/ppt/notesMasters/notesMaster1.xml" Id="Rf9047db5c47e44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baea16995347e1" /><Relationship Type="http://schemas.openxmlformats.org/officeDocument/2006/relationships/notesMaster" Target="/ppt/notesMasters/notesMaster1.xml" Id="Rd6aee4af00624a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7bb4f8a0b840ba" /><Relationship Type="http://schemas.openxmlformats.org/officeDocument/2006/relationships/notesMaster" Target="/ppt/notesMasters/notesMaster1.xml" Id="R403508a502fd46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06d65911ca40ae" /><Relationship Type="http://schemas.openxmlformats.org/officeDocument/2006/relationships/notesMaster" Target="/ppt/notesMasters/notesMaster1.xml" Id="Rf89bc07ac7b647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9ffa7bd5964a3a" /><Relationship Type="http://schemas.openxmlformats.org/officeDocument/2006/relationships/notesMaster" Target="/ppt/notesMasters/notesMaster1.xml" Id="Rddc8c7b7e2cc47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41ac19e2664468" /><Relationship Type="http://schemas.openxmlformats.org/officeDocument/2006/relationships/notesMaster" Target="/ppt/notesMasters/notesMaster1.xml" Id="R3ad619561a6741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cb1fd3da9e45bb" /><Relationship Type="http://schemas.openxmlformats.org/officeDocument/2006/relationships/notesMaster" Target="/ppt/notesMasters/notesMaster1.xml" Id="Ra6e57ef9854f42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e1753cfb8f41d5" /><Relationship Type="http://schemas.openxmlformats.org/officeDocument/2006/relationships/notesMaster" Target="/ppt/notesMasters/notesMaster1.xml" Id="R362013b07ee244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5d9f88a9d840df" /><Relationship Type="http://schemas.openxmlformats.org/officeDocument/2006/relationships/notesMaster" Target="/ppt/notesMasters/notesMaster1.xml" Id="R9dbcaa239aa44d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a79ec3549b4eb1" /><Relationship Type="http://schemas.openxmlformats.org/officeDocument/2006/relationships/notesMaster" Target="/ppt/notesMasters/notesMaster1.xml" Id="Re452773e825149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8bef22056d4fd4" /><Relationship Type="http://schemas.openxmlformats.org/officeDocument/2006/relationships/notesMaster" Target="/ppt/notesMasters/notesMaster1.xml" Id="R10bcd74bb23d46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65c99144214a75" /><Relationship Type="http://schemas.openxmlformats.org/officeDocument/2006/relationships/notesMaster" Target="/ppt/notesMasters/notesMaster1.xml" Id="Rf5e1ba32bd064d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f21a5f89ea4233" /><Relationship Type="http://schemas.openxmlformats.org/officeDocument/2006/relationships/notesMaster" Target="/ppt/notesMasters/notesMaster1.xml" Id="R9c3fb0b5ccc64d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bbd55d09cdb4518" /><Relationship Type="http://schemas.openxmlformats.org/officeDocument/2006/relationships/notesMaster" Target="/ppt/notesMasters/notesMaster1.xml" Id="R2ced18034327477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e71cd9ef614d44" /><Relationship Type="http://schemas.openxmlformats.org/officeDocument/2006/relationships/notesMaster" Target="/ppt/notesMasters/notesMaster1.xml" Id="R079bdbde9c3e43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d28f846344546a3" /><Relationship Type="http://schemas.openxmlformats.org/officeDocument/2006/relationships/notesMaster" Target="/ppt/notesMasters/notesMaster1.xml" Id="R7fa8bb34abbb4a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4ee16eab64a4072" /><Relationship Type="http://schemas.openxmlformats.org/officeDocument/2006/relationships/notesMaster" Target="/ppt/notesMasters/notesMaster1.xml" Id="Rfb211c2e5e8540c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e6de4a7a0894e80" /><Relationship Type="http://schemas.openxmlformats.org/officeDocument/2006/relationships/notesMaster" Target="/ppt/notesMasters/notesMaster1.xml" Id="Rba17aa14baf44d2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7072e7fa9144470" /><Relationship Type="http://schemas.openxmlformats.org/officeDocument/2006/relationships/notesMaster" Target="/ppt/notesMasters/notesMaster1.xml" Id="R5d7ea977ebde4ca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6ff287ff37c4a3d" /><Relationship Type="http://schemas.openxmlformats.org/officeDocument/2006/relationships/notesMaster" Target="/ppt/notesMasters/notesMaster1.xml" Id="Rc3e90abfa172458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6c4c91f4bc9436c" /><Relationship Type="http://schemas.openxmlformats.org/officeDocument/2006/relationships/notesMaster" Target="/ppt/notesMasters/notesMaster1.xml" Id="Rb1421b6a731e4f4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ae7b1f151ed4f02" /><Relationship Type="http://schemas.openxmlformats.org/officeDocument/2006/relationships/notesMaster" Target="/ppt/notesMasters/notesMaster1.xml" Id="Re39348dda8864e8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a3d52126b7d4d9d" /><Relationship Type="http://schemas.openxmlformats.org/officeDocument/2006/relationships/notesMaster" Target="/ppt/notesMasters/notesMaster1.xml" Id="R858a5fead55b44d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f5003defa494d97" /><Relationship Type="http://schemas.openxmlformats.org/officeDocument/2006/relationships/notesMaster" Target="/ppt/notesMasters/notesMaster1.xml" Id="R3bb8fdf2a4cf46c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d1cca42d38d4cfe" /><Relationship Type="http://schemas.openxmlformats.org/officeDocument/2006/relationships/notesMaster" Target="/ppt/notesMasters/notesMaster1.xml" Id="Raa0a18d3afa64f6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23b44c271684ddf" /><Relationship Type="http://schemas.openxmlformats.org/officeDocument/2006/relationships/notesMaster" Target="/ppt/notesMasters/notesMaster1.xml" Id="Ra51d4a69567441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【课时定位】第1课时｜全课导入</a:t>
            </a:r>
          </a:p>
          <a:p xmlns:a="http://schemas.openxmlformats.org/drawingml/2006/main">
            <a:r>
              <a:t>【本页目标】学生能用自己的话说出本课核心学习任务。</a:t>
            </a:r>
          </a:p>
          <a:p xmlns:a="http://schemas.openxmlformats.org/drawingml/2006/main">
            <a:r>
              <a:t>【建议用时】3分钟；时间不足时保留学生产出与检查。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【教学顺序】读课题→读目标→说已知词→进入热身。</a:t>
            </a:r>
          </a:p>
          <a:p xmlns:a="http://schemas.openxmlformats.org/drawingml/2006/main">
            <a:r>
              <a:t>【教师动作/话术】指课题逐项追问；不会时只指目标，不提前讲规则。</a:t>
            </a:r>
          </a:p>
          <a:p xmlns:a="http://schemas.openxmlformats.org/drawingml/2006/main">
            <a:r>
              <a:t>【学生任务】读课题，说说你认识哪些词。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【常见问题】只读课题不说目标→指三项目标关键词→学生复述一项目标。</a:t>
            </a:r>
          </a:p>
          <a:p xmlns:a="http://schemas.openxmlformats.org/drawingml/2006/main">
            <a:r>
              <a:t>【答案/检查标准】能说出至少三项核心任务，并指出还不熟的一项。</a:t>
            </a:r>
          </a:p>
          <a:p xmlns:a="http://schemas.openxmlformats.org/drawingml/2006/main">
            <a:r>
              <a:t>【教材来源】教材印刷P.54（PDF第68页）；教材目标：能听懂并描述处所、位置等信息；掌握介词“在”表示方位的用法；掌握能愿动词“能”的用法。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【课时定位】第1课时｜看图热身</a:t>
            </a:r>
            <a:endParaRPr/>
          </a:p>
          <a:p xmlns:a="http://schemas.openxmlformats.org/drawingml/2006/main">
            <a:r>
              <a:t>【本页目标】学生能把6个词与图片对应。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【教学顺序】独立匹配→同桌核对→全班读词。</a:t>
            </a:r>
            <a:endParaRPr/>
          </a:p>
          <a:p xmlns:a="http://schemas.openxmlformats.org/drawingml/2006/main">
            <a:r>
              <a:t>【教师动作/话术】要求只写字母；核对时用“1是A”逐项报。</a:t>
            </a:r>
            <a:endParaRPr/>
          </a:p>
          <a:p xmlns:a="http://schemas.openxmlformats.org/drawingml/2006/main">
            <a:r>
              <a:t>【学生任务】看图选词，把字母写在图片旁。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【常见问题】字母与图片错配→先说图片内容→回到词库找字母→学生重新配对。</a:t>
            </a:r>
            <a:endParaRPr/>
          </a:p>
          <a:p xmlns:a="http://schemas.openxmlformats.org/drawingml/2006/main">
            <a:r>
              <a:t>【答案/检查标准】1-C 书店；2-F 房间；3-B 学校；4-A 小猫；5-D 医生；6-E 桌子</a:t>
            </a:r>
            <a:endParaRPr/>
          </a:p>
          <a:p xmlns:a="http://schemas.openxmlformats.org/drawingml/2006/main">
            <a:r>
              <a:t>【教材来源】教材印刷P.54（PDF第68页）。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【答案/检查标准】猫 māo；看见 kànjiàn；房间 fángjiān；只 zhī；小 xiǎo；检查读音，并用其中一词说完整短句。</a:t>
            </a:r>
            <a:endParaRPr/>
          </a:p>
          <a:p xmlns:a="http://schemas.openxmlformats.org/drawingml/2006/main">
            <a:r>
              <a:t>【教材来源】教材印刷P.55（PDF第69页）。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【课时定位】第1课时｜课文1听力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【建议用时】5分钟；听两遍后立即同伴核对。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【教师动作/话术】教材音频8-1未嵌入。教师朗读两遍：第一遍自然语速完整朗读，全文后停5秒；第二遍逐句朗读，每句后停2秒。朗读稿：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场景：白家月和陈天中到王一飞家做客。</a:t>
            </a:r>
          </a:p>
          <a:p xmlns:a="http://schemas.openxmlformats.org/drawingml/2006/main">
            <a:r>
              <a:t>白家月：房间外有一只小猫。</a:t>
            </a:r>
          </a:p>
          <a:p xmlns:a="http://schemas.openxmlformats.org/drawingml/2006/main">
            <a:r>
              <a:t>陈天中：我没看见，它在哪儿呢？</a:t>
            </a:r>
          </a:p>
          <a:p xmlns:a="http://schemas.openxmlformats.org/drawingml/2006/main">
            <a:r>
              <a:t>白家月：它在桌子下呢。</a:t>
            </a:r>
          </a:p>
          <a:p xmlns:a="http://schemas.openxmlformats.org/drawingml/2006/main">
            <a:r>
              <a:t>陈天中：这只小猫真漂亮！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房间外有一只小猫。”；证据：“白家月：房间外有一只小猫。”；2.完整答案是“小猫在桌子下。”；证据：“白家月：它在桌子下呢。；陈天中：这只小猫真漂亮！”；3.完整答案是“小猫真漂亮。”；证据：“陈天中：这只小猫真漂亮！”；可接受同义完整句，关键信息须一致。</a:t>
            </a:r>
          </a:p>
          <a:p xmlns:a="http://schemas.openxmlformats.org/drawingml/2006/main">
            <a:r>
              <a:t>【教材来源】教材印刷P.55（PDF第69页），课文1；3题均为教师设计的课文证据题；实际音频状态：未嵌入，使用教师朗读。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【课时定位】第1课时｜课文一跟读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【本页目标】学生能按人物和顺序朗读课文一。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【教学顺序】默读→跟读→分角色→替换一处信息。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【教师动作/话术】逐轮指人物，先齐读再两人读。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【教材来源】教材印刷P.55（PDF第69页）。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【答案/检查标准】桌子 zhuōzi；漂亮 piàoliang；外 wài；下 xià；没 méi；检查读音，并用其中一词说完整短句。</a:t>
            </a:r>
            <a:endParaRPr/>
          </a:p>
          <a:p xmlns:a="http://schemas.openxmlformats.org/drawingml/2006/main">
            <a:r>
              <a:t>【教材来源】教材印刷P.55（PDF第69页）。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</a:t>
            </a:r>
            <a:endParaRPr/>
          </a:p>
          <a:p xmlns:a="http://schemas.openxmlformats.org/drawingml/2006/main">
            <a:r>
              <a:t>【本页目标】学生能理解并使用方位词。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【教学顺序】读例句→圈形式→归纳→替换。</a:t>
            </a:r>
            <a:endParaRPr/>
          </a:p>
          <a:p xmlns:a="http://schemas.openxmlformats.org/drawingml/2006/main">
            <a:r>
              <a:t>【教师动作/话术】先让学生找相同部分，再用一句话确认规则。</a:t>
            </a:r>
            <a:endParaRPr/>
          </a:p>
          <a:p xmlns:a="http://schemas.openxmlformats.org/drawingml/2006/main">
            <a:r>
              <a:t>【学生任务】观察三组句子，说出共同规则。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【常见问题】只背形式不会替换→圈固定结构、给一个新词→学生完成新句。</a:t>
            </a:r>
            <a:endParaRPr/>
          </a:p>
          <a:p xmlns:a="http://schemas.openxmlformats.org/drawingml/2006/main">
            <a:r>
              <a:t>【答案/检查标准】上、下、里、外、前、后、外边等放在名词后表示方向或位置。</a:t>
            </a:r>
            <a:endParaRPr/>
          </a:p>
          <a:p xmlns:a="http://schemas.openxmlformats.org/drawingml/2006/main">
            <a:r>
              <a:t>【教材来源】教材印刷P.56（PDF第70页）。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【课时定位】第1课时｜语言点一控制练习</a:t>
            </a:r>
            <a:endParaRPr/>
          </a:p>
          <a:p xmlns:a="http://schemas.openxmlformats.org/drawingml/2006/main">
            <a:r>
              <a:t>【本页目标】学生能按句架完成三组问答。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【教学顺序】独立准备→同桌问答→抽查。</a:t>
            </a:r>
            <a:endParaRPr/>
          </a:p>
          <a:p xmlns:a="http://schemas.openxmlformats.org/drawingml/2006/main">
            <a:r>
              <a:t>【教师动作/话术】只给词头，不直接报答案。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【答案/检查标准】1.小猫在桌子下。；2.手机在桌子上。；3.我们在学校书店前见。</a:t>
            </a:r>
            <a:endParaRPr/>
          </a:p>
          <a:p xmlns:a="http://schemas.openxmlformats.org/drawingml/2006/main">
            <a:r>
              <a:t>【教材来源】教材印刷P.56（PDF第70页）；教师设计补充；依据本课课文、语言点与教材练习。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【课时定位】第1课时｜课文一真实任务</a:t>
            </a:r>
            <a:endParaRPr/>
          </a:p>
          <a:p xmlns:a="http://schemas.openxmlformats.org/drawingml/2006/main">
            <a:r>
              <a:t>【本页目标】学生能用课文一功能完成信息交换。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【教师动作/话术】先示范一轮，再要求离开课文看同伴说。</a:t>
            </a:r>
            <a:endParaRPr/>
          </a:p>
          <a:p xmlns:a="http://schemas.openxmlformats.org/drawingml/2006/main">
            <a:r>
              <a:t>【学生任务】两人交换信息，记录一条真实结果。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【常见问题】提问与回答不对应→回指A问关键词→B重新回答并核对记录。</a:t>
            </a:r>
            <a:endParaRPr/>
          </a:p>
          <a:p xmlns:a="http://schemas.openxmlformats.org/drawingml/2006/main">
            <a:r>
              <a:t>【答案/检查标准】提问可接受：________在哪儿？；回答可接受：________在________上／下／里／外。；记录要求：记录两件物品的位置。</a:t>
            </a:r>
            <a:endParaRPr/>
          </a:p>
          <a:p xmlns:a="http://schemas.openxmlformats.org/drawingml/2006/main">
            <a:r>
              <a:t>【教材来源】教材印刷P.55（PDF第69页）；教师设计补充；依据本课课文、语言点与教材练习。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【课时定位】第1课时｜第一课时出口</a:t>
            </a:r>
            <a:endParaRPr/>
          </a:p>
          <a:p xmlns:a="http://schemas.openxmlformats.org/drawingml/2006/main">
            <a:r>
              <a:t>【本页目标】检查课文一词语、听读和语言点。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【教学顺序】独立写→同桌读→教师抽查。</a:t>
            </a:r>
            <a:endParaRPr/>
          </a:p>
          <a:p xmlns:a="http://schemas.openxmlformats.org/drawingml/2006/main">
            <a:r>
              <a:t>【教师动作/话术】按三题快速抽查；错题要求当场重说。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【答案/检查标准】1.房间外有一只小猫。；2.小猫在桌子下。；3.小猫真漂亮。；开放题同义且含目标结构即可。</a:t>
            </a:r>
            <a:endParaRPr/>
          </a:p>
          <a:p xmlns:a="http://schemas.openxmlformats.org/drawingml/2006/main">
            <a:r>
              <a:t>【教材来源】教材印刷P.55（PDF第69页）；教师设计补充；依据本课课文、语言点与教材练习。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【课时定位】第2课时｜第二课时检索</a:t>
            </a:r>
            <a:endParaRPr/>
          </a:p>
          <a:p xmlns:a="http://schemas.openxmlformats.org/drawingml/2006/main">
            <a:r>
              <a:t>【本页目标】学生能无提示复现课文一重点。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【教学顺序】独立回忆→同桌互检→口头复现。</a:t>
            </a:r>
            <a:endParaRPr/>
          </a:p>
          <a:p xmlns:a="http://schemas.openxmlformats.org/drawingml/2006/main">
            <a:r>
              <a:t>【教师动作/话术】先等待5秒，不立即给词。</a:t>
            </a:r>
            <a:endParaRPr/>
          </a:p>
          <a:p xmlns:a="http://schemas.openxmlformats.org/drawingml/2006/main">
            <a:r>
              <a:t>【学生任务】合上课本，回答三个复习问题。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【答案/检查标准】能说出课文一场景、一个句型和一条关键信息。</a:t>
            </a:r>
            <a:endParaRPr/>
          </a:p>
          <a:p xmlns:a="http://schemas.openxmlformats.org/drawingml/2006/main">
            <a:r>
              <a:t>【教材来源】教材印刷P.57（PDF第71页）；教师设计补充；依据本课课文、语言点与教材练习。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【答案/检查标准】书店 shūdiàn；前 qián；能 néng；午饭 wǔfàn；检查读音，并用其中一词说完整短句。</a:t>
            </a:r>
            <a:endParaRPr/>
          </a:p>
          <a:p xmlns:a="http://schemas.openxmlformats.org/drawingml/2006/main">
            <a:r>
              <a:t>【教材来源】教材印刷P.57（PDF第71页）。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【课时定位】第2课时｜课文2听力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【教师动作/话术】教材音频8-3未嵌入。教师朗读两遍：第一遍自然语速完整朗读，全文后停5秒；第二遍逐句朗读，每句后停2秒。朗读稿：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场景：下课后，白家月给李文打电话。</a:t>
            </a:r>
          </a:p>
          <a:p xmlns:a="http://schemas.openxmlformats.org/drawingml/2006/main">
            <a:r>
              <a:t>白家月：我们在哪儿见呢？</a:t>
            </a:r>
          </a:p>
          <a:p xmlns:a="http://schemas.openxmlformats.org/drawingml/2006/main">
            <a:r>
              <a:t>李文：在学校书店前见吧。</a:t>
            </a:r>
          </a:p>
          <a:p xmlns:a="http://schemas.openxmlformats.org/drawingml/2006/main">
            <a:r>
              <a:t>白家月：好的。下午两点你能到吗？</a:t>
            </a:r>
          </a:p>
          <a:p xmlns:a="http://schemas.openxmlformats.org/drawingml/2006/main">
            <a:r>
              <a:t>李文：我能到。我在学校吃午饭。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白家月和李文在书店前见。”；证据：“白家月：我们在哪儿见呢？；李文：在学校书店前见吧。”；2.完整答案是“李文下午两点能到。”；证据：“白家月问：下午两点你能到吗？李文回答：我能到。”；3.完整答案是“李文下午两点能到学校书店前。”；证据：“李文先同意在学校书店前见，随后回答：我能到。我在学校吃午饭。”；可接受同义完整句，关键信息须一致。</a:t>
            </a:r>
          </a:p>
          <a:p xmlns:a="http://schemas.openxmlformats.org/drawingml/2006/main">
            <a:r>
              <a:t>【教材来源】教材印刷P.56（PDF第70页）、教材印刷P.57（PDF第71页），课文2；其中2题为教材选择题，1题为教师设计的课文证据题；实际音频状态：未嵌入，使用教师朗读。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【课时定位】第2课时｜课文二跟读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【本页目标】学生能按人物和顺序朗读课文二。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【教师动作/话术】逐轮指人物；长句先分段读，再连起来读。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【教材来源】教材印刷P.57（PDF第71页）。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【答案/检查标准】在 zài；学校 xuéxiào；到 dào；检查读音，并用其中一词说完整短句。</a:t>
            </a:r>
            <a:endParaRPr/>
          </a:p>
          <a:p xmlns:a="http://schemas.openxmlformats.org/drawingml/2006/main">
            <a:r>
              <a:t>【教材来源】教材印刷P.57（PDF第71页）。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</a:t>
            </a:r>
            <a:endParaRPr/>
          </a:p>
          <a:p xmlns:a="http://schemas.openxmlformats.org/drawingml/2006/main">
            <a:r>
              <a:t>【本页目标】学生能使用介词“在”。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【教师动作/话术】用手势标出固定位置，避免长篇术语解释。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【答案/检查标准】“在＋处所”放在动词前，说明动作发生的地点。</a:t>
            </a:r>
            <a:endParaRPr/>
          </a:p>
          <a:p xmlns:a="http://schemas.openxmlformats.org/drawingml/2006/main">
            <a:r>
              <a:t>【教材来源】教材印刷P.57（PDF第71页）。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【课时定位】第2课时｜语言点二控制练习</a:t>
            </a:r>
            <a:endParaRPr/>
          </a:p>
          <a:p xmlns:a="http://schemas.openxmlformats.org/drawingml/2006/main">
            <a:r>
              <a:t>【本页目标】学生能用目标句式完成三组问答。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【教学顺序】准备→问答→换角色→抽查。</a:t>
            </a:r>
            <a:endParaRPr/>
          </a:p>
          <a:p xmlns:a="http://schemas.openxmlformats.org/drawingml/2006/main">
            <a:r>
              <a:t>【教师动作/话术】只用问题关键词追问，让学生自改。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【答案/检查标准】1.我在学校吃午饭。；2.我能到学校书店前。；3.爸爸在医院工作。</a:t>
            </a:r>
            <a:endParaRPr/>
          </a:p>
          <a:p xmlns:a="http://schemas.openxmlformats.org/drawingml/2006/main">
            <a:r>
              <a:t>【教材来源】教材印刷P.58（PDF第72页）；教师设计补充；依据本课课文、语言点与教材练习。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【课时定位】第2课时｜问答</a:t>
            </a:r>
            <a:endParaRPr/>
          </a:p>
          <a:p xmlns:a="http://schemas.openxmlformats.org/drawingml/2006/main">
            <a:r>
              <a:t>【本页目标】完成问答并准确记录。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【教师动作/话术】检查提问和回答是否对应。</a:t>
            </a:r>
            <a:endParaRPr/>
          </a:p>
          <a:p xmlns:a="http://schemas.openxmlformats.org/drawingml/2006/main">
            <a:r>
              <a:t>【学生任务】两人问答并记录两项真实信息。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【常见问题】问答不对应→回指问词→重答并改记录。</a:t>
            </a:r>
            <a:endParaRPr/>
          </a:p>
          <a:p xmlns:a="http://schemas.openxmlformats.org/drawingml/2006/main">
            <a:r>
              <a:t>【答案/检查标准】提问可接受：你在哪儿________？你能________吗？；回答可接受：我在________。我能／不能________。；记录要求：记录地点和能否做到。</a:t>
            </a:r>
            <a:endParaRPr/>
          </a:p>
          <a:p xmlns:a="http://schemas.openxmlformats.org/drawingml/2006/main">
            <a:r>
              <a:t>【教材来源】印P.57/PDF71；教师设计补充；依据本课课文、语言点与教材练习。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【课时定位】第2课时｜第二课时信息差</a:t>
            </a:r>
          </a:p>
          <a:p xmlns:a="http://schemas.openxmlformats.org/drawingml/2006/main">
            <a:r>
              <a:t>【本页目标】学生能采访3人并汇报一人。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【教学顺序】独立写问题→采访→记录→汇报。</a:t>
            </a:r>
          </a:p>
          <a:p xmlns:a="http://schemas.openxmlformats.org/drawingml/2006/main">
            <a:r>
              <a:t>【教师动作/话术】要求走动采访；只核对语言，不替学生决定答案。</a:t>
            </a:r>
          </a:p>
          <a:p xmlns:a="http://schemas.openxmlformats.org/drawingml/2006/main">
            <a:r>
              <a:t>【学生任务】采访3人，记录答案，再汇报一人。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【常见问题】记录与同伴回答不一致→让同伴再说一次→学生当场改正记录。</a:t>
            </a:r>
          </a:p>
          <a:p xmlns:a="http://schemas.openxmlformats.org/drawingml/2006/main">
            <a:r>
              <a:t>【答案/检查标准】三行记录完整；汇报与记录一致。</a:t>
            </a:r>
          </a:p>
          <a:p xmlns:a="http://schemas.openxmlformats.org/drawingml/2006/main">
            <a:r>
              <a:t>【教材来源】教材印刷P.57（PDF第71页）；教师设计补充；依据本课课文、语言点与教材练习。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【课时定位】第2课时｜第二课时出口</a:t>
            </a:r>
            <a:endParaRPr/>
          </a:p>
          <a:p xmlns:a="http://schemas.openxmlformats.org/drawingml/2006/main">
            <a:r>
              <a:t>【本页目标】检查课文二词语、理解与语言点。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【教学顺序】独立写→同桌读→教师抽查。</a:t>
            </a:r>
            <a:endParaRPr/>
          </a:p>
          <a:p xmlns:a="http://schemas.openxmlformats.org/drawingml/2006/main">
            <a:r>
              <a:t>【教师动作/话术】抽查弱项并要求完整重说。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【答案/检查标准】1.白家月和李文在书店前见。；2.我在学校吃午饭。；3.医生在医院工作。；开放题同义且含目标结构即可。</a:t>
            </a:r>
            <a:endParaRPr/>
          </a:p>
          <a:p xmlns:a="http://schemas.openxmlformats.org/drawingml/2006/main">
            <a:r>
              <a:t>【教材来源】教材印刷P.57（PDF第71页）；教师设计补充；依据本课课文、语言点与教材练习。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【课时定位】第3课时｜第三课时检索</a:t>
            </a:r>
            <a:endParaRPr/>
          </a:p>
          <a:p xmlns:a="http://schemas.openxmlformats.org/drawingml/2006/main">
            <a:r>
              <a:t>【本页目标】学生能复现前两课时并预测课文三。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【教学顺序】回忆→同桌核对→看标题预测。</a:t>
            </a:r>
            <a:endParaRPr/>
          </a:p>
          <a:p xmlns:a="http://schemas.openxmlformats.org/drawingml/2006/main">
            <a:r>
              <a:t>【教师动作/话术】先让学生说，再用关键词补足。</a:t>
            </a:r>
            <a:endParaRPr/>
          </a:p>
          <a:p xmlns:a="http://schemas.openxmlformats.org/drawingml/2006/main">
            <a:r>
              <a:t>【学生任务】说出两个旧句，再预测课文三。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【答案/检查标准】至少说出两个旧句和一个合理预测。</a:t>
            </a:r>
            <a:endParaRPr/>
          </a:p>
          <a:p xmlns:a="http://schemas.openxmlformats.org/drawingml/2006/main">
            <a:r>
              <a:t>【教材来源】教材印刷P.59（PDF第73页）；教师设计补充；依据本课课文、语言点与教材练习。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【答案/检查标准】饭 fàn；大 dà；病人 bìngrén；多 duō；检查读音，并用其中一词说完整短句。</a:t>
            </a:r>
            <a:endParaRPr/>
          </a:p>
          <a:p xmlns:a="http://schemas.openxmlformats.org/drawingml/2006/main">
            <a:r>
              <a:t>【教材来源】教材印刷P.59（PDF第73页）。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【课时定位】第3课时｜课文3听力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【教师动作/话术】教材音频8-5未嵌入。教师朗读两遍：第一遍自然语速完整朗读，全文后停5秒；第二遍逐句朗读，每句后停2秒。朗读稿：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场景：刘明和同事胡医生在医院聊天。</a:t>
            </a:r>
          </a:p>
          <a:p xmlns:a="http://schemas.openxmlformats.org/drawingml/2006/main">
            <a:r>
              <a:t>刘明：小胡，还没吃饭呢？</a:t>
            </a:r>
          </a:p>
          <a:p xmlns:a="http://schemas.openxmlformats.org/drawingml/2006/main">
            <a:r>
              <a:t>胡医生：没吃呢。</a:t>
            </a:r>
          </a:p>
          <a:p xmlns:a="http://schemas.openxmlformats.org/drawingml/2006/main">
            <a:r>
              <a:t>刘明：大医院病人多，医生非常忙。</a:t>
            </a:r>
          </a:p>
          <a:p xmlns:a="http://schemas.openxmlformats.org/drawingml/2006/main">
            <a:r>
              <a:t>胡医生：是的。我爸爸也在医院工作，他也非常忙。</a:t>
            </a:r>
          </a:p>
          <a:p xmlns:a="http://schemas.openxmlformats.org/drawingml/2006/main">
            <a:r>
              <a:t>刘明：你家有两个医生？</a:t>
            </a:r>
          </a:p>
          <a:p xmlns:a="http://schemas.openxmlformats.org/drawingml/2006/main">
            <a:r>
              <a:t>胡医生：对。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大医院里病人多。”；证据：“刘明：大医院病人多，医生非常忙。”；2.完整答案是“胡医生家有两个医生。”；证据：“刘明问：你家有两个医生？胡医生回答：对。”；3.完整答案是“胡医生的爸爸也非常忙。”；证据：“胡医生：是的。我爸爸也在医院工作，他也非常忙。”；可接受同义完整句，关键信息须一致。</a:t>
            </a:r>
          </a:p>
          <a:p xmlns:a="http://schemas.openxmlformats.org/drawingml/2006/main">
            <a:r>
              <a:t>【教材来源】教材印刷P.58（PDF第72页）、教材印刷P.59（PDF第73页），课文3；其中2题为教材选择题，1题为教师设计的课文证据题；实际音频状态：未嵌入，使用教师朗读。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【课时定位】第3课时｜课文三跟读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【本页目标】学生能按六轮顺序朗读课文三。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【教学顺序】默读→跟读→分角色→完整表演。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【教师动作/话术】长句先分段读，再连起来恢复自然语速。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【答案/检查标准】按6轮原顺序分角色朗读；人物、轮次、汉字和拼音准确，不漏轮、不串角色。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【教材来源】教材印刷P.59（PDF第73页）。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【答案/检查标准】医生 yīshēng；工作 gōngzuò；胡医生 Hú yīshēng；检查读音，并用其中一词说完整短句。</a:t>
            </a:r>
            <a:endParaRPr/>
          </a:p>
          <a:p xmlns:a="http://schemas.openxmlformats.org/drawingml/2006/main">
            <a:r>
              <a:t>【教材来源】教材印刷P.59（PDF第73页）。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【课时定位】第3课时｜语言点三</a:t>
            </a:r>
            <a:endParaRPr/>
          </a:p>
          <a:p xmlns:a="http://schemas.openxmlformats.org/drawingml/2006/main">
            <a:r>
              <a:t>【本页目标】学生能使用能愿动词“能”。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【教师动作/话术】板书最短公式，马上让学生替换。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【答案/检查标准】“能”放在动词前，表示能力或客观条件允许；否定式是“不能”。</a:t>
            </a:r>
            <a:endParaRPr/>
          </a:p>
          <a:p xmlns:a="http://schemas.openxmlformats.org/drawingml/2006/main">
            <a:r>
              <a:t>【教材来源】教材印刷P.58（PDF第72页）。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【课时定位】第3课时｜综合练习</a:t>
            </a:r>
          </a:p>
          <a:p xmlns:a="http://schemas.openxmlformats.org/drawingml/2006/main">
            <a:r>
              <a:t>【本页目标】学生能完成教材核心选词填空。</a:t>
            </a:r>
          </a:p>
          <a:p xmlns:a="http://schemas.openxmlformats.org/drawingml/2006/main">
            <a:r>
              <a:t>【建议用时】4分钟；时间不足时保留学生产出与检查。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【教学顺序】独立→同桌核对理由→全班读句。</a:t>
            </a:r>
          </a:p>
          <a:p xmlns:a="http://schemas.openxmlformats.org/drawingml/2006/main">
            <a:r>
              <a:t>【教师动作/话术】不先展示答案；要求说出词与位置的依据。</a:t>
            </a:r>
          </a:p>
          <a:p xmlns:a="http://schemas.openxmlformats.org/drawingml/2006/main">
            <a:r>
              <a:t>【学生任务】独立填空，再读出完整句。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【常见问题】只填词不读完整句→追问词义和位置→学生读全句并说明理由。</a:t>
            </a:r>
          </a:p>
          <a:p xmlns:a="http://schemas.openxmlformats.org/drawingml/2006/main">
            <a:r>
              <a:t>【答案/检查标准】1.胡医生的爸爸在医院工作。；2.我下午两点能到学校。；3.陈天中：小猫在哪儿呢？白家月：小猫在桌子下。；4.白家月：我们去书店，你去吗？李文：我现在有事，不能去。</a:t>
            </a:r>
          </a:p>
          <a:p xmlns:a="http://schemas.openxmlformats.org/drawingml/2006/main">
            <a:r>
              <a:t>【教材来源】教材印刷P.59（PDF第73页）、教材印刷P.60（PDF第74页）。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【课时定位】第3课时｜提示词输出</a:t>
            </a:r>
          </a:p>
          <a:p xmlns:a="http://schemas.openxmlformats.org/drawingml/2006/main">
            <a:r>
              <a:t>【本页目标】学生能用教材四组看图句架完成表达。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【教学顺序】读四组提示→独立准备→同桌互说→抽查。</a:t>
            </a:r>
          </a:p>
          <a:p xmlns:a="http://schemas.openxmlformats.org/drawingml/2006/main">
            <a:r>
              <a:t>【教师动作/话术】追问人物、地点、时间或完成情况，让句子完整。</a:t>
            </a:r>
          </a:p>
          <a:p xmlns:a="http://schemas.openxmlformats.org/drawingml/2006/main">
            <a:r>
              <a:t>【学生任务】看四幅教材图片，逐项补全并读出。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【常见问题】只念提示词→追问人物、地点或动作→学生补成完整句。</a:t>
            </a:r>
          </a:p>
          <a:p xmlns:a="http://schemas.openxmlformats.org/drawingml/2006/main">
            <a:r>
              <a:t>【答案/检查标准】1.医生在医院工作。；2.我们在书店见吧。；3.你能去超市吗？；4.桌子上有一只小猫。</a:t>
            </a:r>
          </a:p>
          <a:p xmlns:a="http://schemas.openxmlformats.org/drawingml/2006/main">
            <a:r>
              <a:t>【教材来源】教材印刷P.60（PDF第74页）；教材四幅看图题改用教师高清无文字语义图呈现；四个句架与教材题意一一对应。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【课时定位】第3课时｜课堂活动与本课观察</a:t>
            </a:r>
            <a:endParaRPr/>
          </a:p>
          <a:p xmlns:a="http://schemas.openxmlformats.org/drawingml/2006/main">
            <a:r>
              <a:t>【本页目标】学生能按材料完成课堂活动并分享结果。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【教学顺序】读材料→分组完成→分享→同伴核对。</a:t>
            </a:r>
            <a:endParaRPr/>
          </a:p>
          <a:p xmlns:a="http://schemas.openxmlformats.org/drawingml/2006/main">
            <a:r>
              <a:t>【教师动作/话术】先示范一轮；巡视检查材料使用，最后抽查个人产出。</a:t>
            </a:r>
            <a:endParaRPr/>
          </a:p>
          <a:p xmlns:a="http://schemas.openxmlformats.org/drawingml/2006/main">
            <a:r>
              <a:t>【学生任务】按三步完成活动，并按材料分享结果。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【常见问题】跳过步骤或只齐读→回到当前步骤→指定个人完成产出并复述提示。</a:t>
            </a:r>
            <a:endParaRPr/>
          </a:p>
          <a:p xmlns:a="http://schemas.openxmlformats.org/drawingml/2006/main">
            <a:r>
              <a:t>【答案/检查标准】完成三步；产出使用本课目标结构，并与任务材料一致。</a:t>
            </a:r>
            <a:endParaRPr/>
          </a:p>
          <a:p xmlns:a="http://schemas.openxmlformats.org/drawingml/2006/main">
            <a:r>
              <a:t>【教材来源】教材印刷P.60（PDF第74页）；教材活动改编：双人活动。两人一组，使用以下词语对话。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【课时定位】第3课时｜全课出口与小结</a:t>
            </a:r>
            <a:endParaRPr/>
          </a:p>
          <a:p xmlns:a="http://schemas.openxmlformats.org/drawingml/2006/main">
            <a:r>
              <a:t>【本页目标】学生能回答课文三理解题并展示一项本课能力。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【教学顺序】独立写→两人互读→教师抽查→自评。</a:t>
            </a:r>
            <a:endParaRPr/>
          </a:p>
          <a:p xmlns:a="http://schemas.openxmlformats.org/drawingml/2006/main">
            <a:r>
              <a:t>【教师动作/话术】按三项目标逐项核对，不以齐读代替个人产出。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【答案/检查标准】1.胡医生的爸爸在医院工作。；2.胡医生的爸爸也非常忙。；3.书在桌子上。；开放题同义且含目标结构即可。</a:t>
            </a:r>
            <a:endParaRPr/>
          </a:p>
          <a:p xmlns:a="http://schemas.openxmlformats.org/drawingml/2006/main">
            <a:r>
              <a:t>【教材来源】教材印刷P.59（PDF第73页）；本页为教师设计的形成性出口题，依据本课目标与教材练习。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11e74fb8e4c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abb7e16e842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59db1e05145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8c38d12f148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d4cce91ba4a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055df336c48e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bf8c4421f4a0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f4b30bcb24f6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aafc62baa475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8887f766c47b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5b660eefa4f0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f81a1496a46c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294549fa2247e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e7ab6d230a8495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d7d4d46f144d1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3c6735ecd54db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a11c6d27f0444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905ae782064392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26373709794b3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3b7d089226431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aa26952add4af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4669a66eea4a8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2cede9939b4c35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20986ac1c8e4813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b13c10841064454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93977c4f7e740f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6ec9caac9d54457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d1a736d6f70450c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0019766c4d34a5c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810042b51294d4c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37c63ce3ab84801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c03b7954c944e25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92a209c8af74781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24d9685da05456a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3180b04b409474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5C4BA8-3487-40AC-8175-F050D08541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2E8BFFA-0FB8-4396-A3D5-EE9CD95639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B35E799-CF4C-43A4-865A-248A25E211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C1CB37-CF50-41A7-AD39-37853A39D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0B1BA2-EB72-4E6A-A370-87879B573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DF5AC7-4CBB-4E5A-AB40-62AC78F00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12B68B-3A4C-4D7A-9FD3-3943672786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589B68-2E8A-4730-AFBB-5EC161D4F7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203D4-3046-4D05-AA99-0EAA888D7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88BF10-E430-4000-B1EB-1CE74EDFA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2F23C2-6C31-43A0-8C5E-B388490F3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3E43ED-6885-4210-BE4A-BFB2A6017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F0E3D2-5D36-40D8-96E6-730B471375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E7371C-DEE7-4803-B862-F993B9B52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15B718-FD15-464A-920D-CBDAF756D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9504-ED9F-47B8-8327-F841EE9E7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ADD4E3-56CF-4038-A272-DBB298B9D9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3CA067-993E-4100-B596-8F78E79D45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83FE52D-D04F-4771-A4AC-F6B9BFBDB8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F9E0E0-E0BB-4B8B-A090-32E752B61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593CD7B-70EF-4E44-B0BB-F97ECEF3C1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D422D4-24A0-487D-ACC1-6122089C5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254E97-CCFC-4F59-9709-DE4E3A7FE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4D74C4D-9E2C-436E-9888-59A9220256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ECCBE05-FD41-4417-9AE7-0BCAC718F9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FCB5F02-9200-4156-AD16-E45C2D3489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DF35944-9965-48E5-9F27-2F395E849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29B4E8F-B321-4450-AD21-AE8DDF991B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E335D5-77F6-4F35-B9E7-1CCEBC399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43B593-ED84-4789-9EC5-BFF4AF0E2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C99174-1C04-4E21-8200-35670EEEF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CF716E-7FA6-4F72-9974-96C9556BD5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CE953B-3083-4445-804E-80A857A07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3289CD-17FC-440B-A52A-EF685D7B6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4C71829-D425-48DF-9B49-4AC33D00FD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3CA769-D569-4FC4-B628-14A964482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0C381B-C09C-4C50-AF41-733034309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0D9418F-D809-4048-8A41-0327D392B5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800276-31E2-441C-91FE-2945DA52A2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10AE342-97B4-4FB5-B82D-9038D3F126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110AA8-82DD-48E9-95CC-903E2A8C68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F87BD12-103A-4BAB-A38C-BE9D80722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527B5E-D2CB-4A05-8B9E-077348036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67A0FCD-FC14-41F3-A005-42162F015F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F5C5F73-5B94-45CA-84CB-463D15532A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60E73DF-904E-492F-84B8-5940A821AA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8C01AA0-B6AE-4711-8FE4-E5E63A50A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EDEF9EA-5041-4C82-8A5D-54E216C36B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7C3CBD-2A36-4924-A645-CE1AFD3BD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929B56-6CB1-4543-946B-DC8A14BFF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202888-F734-4620-A4E9-C99A10DB8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C80F8A-C79D-47EE-B9C8-4069ED73A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6F87A3-BE5A-4951-9F13-409E8D841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B3A3E21-6CC9-48A9-886F-6B5A2A721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805ABA6-139B-4649-8BCF-D9A7F1470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F795D4-C8E4-4B20-A946-EF3B6E7D9B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4480AB-ED66-4EDA-B9F9-E568396B5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AFA87C-62F7-4079-B6FF-3E7A01975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正文页-10007_14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8FA658B-D7A6-4CCC-AD59-9B69B04B75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59446CB-3936-4D57-89B2-B0E97F363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3EA229F-7B88-4383-BF9E-ED5547D09D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DAEBDBAF-E11F-49DF-B58D-64119C35709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091E01D-CDBA-4626-8434-6406906096F9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6096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C8387154-E580-4696-806B-E3F4C89CA59D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6096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DEDDAA-C10D-4AFF-81B6-5E68EBD3ADA4}"/>
              </a:ext>
            </a:extLst>
          </p:cNvPr>
          <p:cNvSpPr>
            <a:spLocks xmlns:a="http://schemas.openxmlformats.org/drawingml/2006/main" noGrp="1"/>
          </p:cNvSpPr>
          <p:nvPr>
            <p:ph type="body" idx="16388" hasCustomPrompt="1"/>
          </p:nvPr>
        </p:nvSpPr>
        <p:spPr>
          <a:xfrm xmlns:a="http://schemas.openxmlformats.org/drawingml/2006/main">
            <a:off x="44704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2F264451-162D-4ECA-B42C-C1AB6E0DA282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44704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EE7FE059-302D-4006-9A3B-1BE428462A90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83312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31BD13B0-F71D-4BBD-B3A2-9F5A6D6057AE}"/>
              </a:ext>
            </a:extLst>
          </p:cNvPr>
          <p:cNvSpPr>
            <a:spLocks xmlns:a="http://schemas.openxmlformats.org/drawingml/2006/main" noGrp="1"/>
          </p:cNvSpPr>
          <p:nvPr>
            <p:ph type="body" idx="16391" hasCustomPrompt="1"/>
          </p:nvPr>
        </p:nvSpPr>
        <p:spPr>
          <a:xfrm xmlns:a="http://schemas.openxmlformats.org/drawingml/2006/main">
            <a:off x="83312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218C20-2B95-4230-B0A1-8DB4820444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5291608-668A-4B24-9D2A-89E46EF905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87ABE1-D674-4325-B5AF-FB0B344F7D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A4CAB0-740D-4E18-A0F7-6F29A006BD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5A905E-137D-4628-B1E0-99AECFA5C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F39BBB-2532-419E-89F2-22ABDCC9B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9028CD9-90EB-4FC3-AB65-7C899F4980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F42AAA-5763-45AE-A01D-E00D93D742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AB39C2-3D59-4BE8-BD6D-FAF6ADC606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14CCAF-BD65-4FCC-9D9A-426D26364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A6F233F-FFE3-466F-8525-F260B7B30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D3E10E7-3462-4B4D-B87F-F507845FC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26C199-EFF3-4D7D-89C4-A7ADD88043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208E5C-A74A-41A4-8080-F9B35ED62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FDD259-014C-4F33-ABD4-0CEAFCC6C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EB0A2A-EA4A-42B3-A351-5A0808672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717045-B584-4336-B05E-C1B6174D54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9DB6E1-97C2-4DD2-8DC1-5357D99AE0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AFA89-1DA8-4A62-A04D-3B1A2F774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7AF832-9807-46A6-A459-DF53397F6D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773D761-0FE7-4586-85C3-27B00FFE7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E753D6-4D8B-4C73-AF6A-15B2A4974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5E954FF-AFBC-4334-9E93-8924B7C8E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4B6F224-5B3C-41FA-A941-99CC96399B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75F0557-7784-4539-9440-971BC825CB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0ADC3A9-FD30-46E0-B150-CF931907F8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210B611-C97D-493D-9D9F-24AE4FAF3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76DF7CE-7CD7-4BBB-89A2-4DF460B4B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64A147E-27FA-4146-B5A7-01F8313EB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66C663-C832-4478-A4E8-C71670C28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18945DD-ABDE-4E16-81EC-40106808E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0C69370-BB3C-4C2D-823A-B3A5C8C56D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A1A2C3-DDDD-42AF-AC4F-4E2026AF8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1C41FDA-2FA7-401A-B281-8FB3A98212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6E911AC-0D44-4679-BB81-4EB74D7F0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9F00D63-6B78-4147-B245-32F841976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3490D4-DD71-47ED-9208-C014A790F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3C7FDA-791C-4363-93F6-CA072EE1FC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03C76B3-9780-4D36-B377-AB70CD888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3BD6E6-4AE9-498E-8DA1-B162041023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13A8199-59CD-4A89-AD93-6989E962F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F8E5A95-16DB-40DF-9288-0765DBA9F6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918E53-0951-44D7-AF8A-1B5E7BE29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9EE092E-3676-4DE5-A698-07CC2F0A00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599043B-1EBE-42D9-BA2C-82905F6649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7D8DE7C-FCE5-423A-821F-228B41499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65F8C07-A536-4A2E-A91A-D7717454ED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E77107B-2FDE-403A-8AC5-77F855CA7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735ACB-31C9-4EA7-AF1F-041312853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56D3A3-6FB6-40EC-96F9-A149B6FCD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73E713-EB8C-4435-8D30-EA24EAED9A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7C8A0D-B803-48AA-B889-6FA92EA71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1B91DF-C93C-4C98-8670-64B865490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B6B2514-84D4-40FA-88AF-485C3F652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E68BD21-B911-4563-A044-9745CF0A0B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AFFEE3-B158-4AB9-89A2-9B6E6E21F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33C334-3AB1-49E5-A2E9-AFD858516A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F1FBB0-AC34-470D-BCD4-C41698B0F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FA0342-62C3-4FE5-AC38-2652E5FD20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BA2A93-F721-4F19-9BCE-B0515CA284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49577A-6767-49E8-8C6D-5C82A22177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DF69A4-6D77-4230-8F08-9C88400CA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BC9BE9-32AF-46B2-8255-718743296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55FB9D-5FA5-4D76-8AF8-1A05C8F4E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5FAE3A-3554-4813-A2DF-CEAC9DB41E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DAFC3-8DC5-41D7-8956-D1E0CB3B5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45D769E-3C67-4470-8816-C84DE9483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F6A83B-947B-44FB-920E-DD83BAA9DD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F11F47-9194-4D99-8D84-F52DC55B7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137CD-A6FC-4281-A445-15139D5515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7F0FB5-3F82-40AA-B21C-6E8EED706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044489-0E97-4005-8DB8-CDD80B0AE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8BBBE5-E6FB-4EA6-82D1-0BFB931B1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1780A8-5991-4CA5-9FF7-F2982B5B8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7802319-8192-48D4-AFB4-09A2032BD6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285F8D-7D52-42DF-BB7F-010EFC6F78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6AF9AD3-F930-412C-9BEE-E6F03E96D8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C1A30F9-90D0-4E9F-BF1D-F63C7DB0E5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99EC2A9-B199-46B3-837C-F6208E26C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DA5410-B35C-4245-B3A3-33AB2CB32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7B8151-FAB3-44E9-B80E-7C134CED8F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ED57F2-CD94-4E39-9EDC-A1FB468B5B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59EEC4A-B9FC-4621-A917-53583E22FF3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5EE54E5-F064-48BF-B4D9-D772BB54FC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D76E987-4C95-44B2-BC13-D73A0EB94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857720B-B486-4898-9CA3-2069AB86F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393832-B8A1-4AF0-AD8A-5BAC20040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4FCBF7-C59E-45B9-A18D-8888E9198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B8051A-44E0-42CC-858A-E095265D90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C3D50C9-EB86-4950-85EA-1C5C59021C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04CC659-F269-48D3-A486-C1F548EC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F382304-F319-4767-8655-30523156C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0803552-4D84-46F8-82C0-14C36F157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3BB43CE-0ADC-4ED2-B0BB-382108A49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15C7CF-B971-4B3E-A687-F8740373C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846982-DE3D-4EE5-B138-5248B0EC09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0041D7C-A840-4BD5-A49E-DAD90A3FAF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84598-6269-4E3C-AB32-429FC351F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FD09F2-A9E4-4544-9FD3-CE3FF6FA3A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CFA512C-709C-4C07-8D95-4F870F0EB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7EDE43-F08F-4E36-A9A0-6B822667D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C981ACE-DFBE-46A9-8602-4D5CADA1343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499235-B654-4E06-AA9F-4EDC509776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D3108D6-03CD-40A5-90A2-C136950F76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709537-BA77-4DAE-A747-3A79D02D1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F3A9FD-0113-4BA1-BBCC-5184508B54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CC282E-B51E-4B0B-A1B3-0C2B38E51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EA4348-EC0A-455C-A742-A6AD7BBCD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379B4A-BE65-4F20-A4F9-74D5FB4C7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3C7C04-A69F-45E6-AADB-C50D9EBCD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F875AF-E978-404F-AF6E-EE894CBD67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69D22EE-EC50-4216-B52E-281183B97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E7D24B0-D18B-4E92-BA4B-986CDC348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2D6FDC-CAE7-4F6F-9C58-9D1915D0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B33DC4-7BE3-43D0-92C8-8DE3D80BA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7A1AAF-1221-43CA-B5C2-FE10C186C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3AD729-5FB0-4503-8EAC-FADB40C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9A8776"/>
                </a:solidFill>
                <a:latin typeface="微软雅黑"/>
                <a:ea typeface="微软雅黑"/>
                <a:cs typeface="微软雅黑"/>
              </a:rPr>
              <a:t>HSK 1 · 第三课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702CB9-C462-423C-AA1F-6A40DBCDF7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9184" y="6446520"/>
            <a:ext cx="2286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50">
                <a:solidFill>
                  <a:srgbClr val="9A877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59857c3d794b48" /><Relationship Type="http://schemas.openxmlformats.org/officeDocument/2006/relationships/slideLayout" Target="/ppt/slideLayouts/slideLayout1.xml" Id="Re2d0a8118ac74579" /><Relationship Type="http://schemas.openxmlformats.org/officeDocument/2006/relationships/slideLayout" Target="/ppt/slideLayouts/slideLayout2.xml" Id="Rc0dba578cdab42fe" /><Relationship Type="http://schemas.openxmlformats.org/officeDocument/2006/relationships/slideLayout" Target="/ppt/slideLayouts/slideLayout3.xml" Id="Rc8134b93e06d4bdc" /><Relationship Type="http://schemas.openxmlformats.org/officeDocument/2006/relationships/slideLayout" Target="/ppt/slideLayouts/slideLayout4.xml" Id="R2d8360685b834285" /><Relationship Type="http://schemas.openxmlformats.org/officeDocument/2006/relationships/slideLayout" Target="/ppt/slideLayouts/slideLayout5.xml" Id="R07f4d850e88f46b3" /><Relationship Type="http://schemas.openxmlformats.org/officeDocument/2006/relationships/slideLayout" Target="/ppt/slideLayouts/slideLayout6.xml" Id="R1a188203bf0c47ba" /><Relationship Type="http://schemas.openxmlformats.org/officeDocument/2006/relationships/slideLayout" Target="/ppt/slideLayouts/slideLayout7.xml" Id="R8bb1e44258324f73" /><Relationship Type="http://schemas.openxmlformats.org/officeDocument/2006/relationships/slideLayout" Target="/ppt/slideLayouts/slideLayout8.xml" Id="Rae2df125bd4d4ddb" /><Relationship Type="http://schemas.openxmlformats.org/officeDocument/2006/relationships/slideLayout" Target="/ppt/slideLayouts/slideLayout9.xml" Id="R7544c8a022e247f2" /><Relationship Type="http://schemas.openxmlformats.org/officeDocument/2006/relationships/slideLayout" Target="/ppt/slideLayouts/slideLayout10.xml" Id="R365288f29a294dd4" /><Relationship Type="http://schemas.openxmlformats.org/officeDocument/2006/relationships/slideLayout" Target="/ppt/slideLayouts/slideLayout11.xml" Id="R679d6ad88ad2469e" /><Relationship Type="http://schemas.openxmlformats.org/officeDocument/2006/relationships/slideLayout" Target="/ppt/slideLayouts/slideLayout12.xml" Id="R49bc6e8a9281442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b97b998f387473d" /><Relationship Type="http://schemas.openxmlformats.org/officeDocument/2006/relationships/slideLayout" Target="/ppt/slideLayouts/slideLayout13.xml" Id="R2a4f20e789854265" /><Relationship Type="http://schemas.openxmlformats.org/officeDocument/2006/relationships/slideLayout" Target="/ppt/slideLayouts/slideLayout14.xml" Id="Re13b53dc3f1f45f7" /><Relationship Type="http://schemas.openxmlformats.org/officeDocument/2006/relationships/slideLayout" Target="/ppt/slideLayouts/slideLayout15.xml" Id="R2d794a60321641d3" /><Relationship Type="http://schemas.openxmlformats.org/officeDocument/2006/relationships/slideLayout" Target="/ppt/slideLayouts/slideLayout16.xml" Id="R8584c69ee9884e5d" /><Relationship Type="http://schemas.openxmlformats.org/officeDocument/2006/relationships/slideLayout" Target="/ppt/slideLayouts/slideLayout17.xml" Id="R88088dcd1b4643f7" /><Relationship Type="http://schemas.openxmlformats.org/officeDocument/2006/relationships/slideLayout" Target="/ppt/slideLayouts/slideLayout18.xml" Id="Re6191da0974745f4" /><Relationship Type="http://schemas.openxmlformats.org/officeDocument/2006/relationships/slideLayout" Target="/ppt/slideLayouts/slideLayout19.xml" Id="Rae8436d3235c447b" /><Relationship Type="http://schemas.openxmlformats.org/officeDocument/2006/relationships/slideLayout" Target="/ppt/slideLayouts/slideLayout20.xml" Id="R0b0befdc38844278" /><Relationship Type="http://schemas.openxmlformats.org/officeDocument/2006/relationships/slideLayout" Target="/ppt/slideLayouts/slideLayout21.xml" Id="R064aac039bfb4e5a" /><Relationship Type="http://schemas.openxmlformats.org/officeDocument/2006/relationships/slideLayout" Target="/ppt/slideLayouts/slideLayout22.xml" Id="R937fca173c804c3f" /><Relationship Type="http://schemas.openxmlformats.org/officeDocument/2006/relationships/slideLayout" Target="/ppt/slideLayouts/slideLayout23.xml" Id="R79a292cff401476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89c4a0e60424b39" /><Relationship Type="http://schemas.openxmlformats.org/officeDocument/2006/relationships/slideLayout" Target="/ppt/slideLayouts/slideLayout24.xml" Id="R3e7d364e5ff844bf" /><Relationship Type="http://schemas.openxmlformats.org/officeDocument/2006/relationships/slideLayout" Target="/ppt/slideLayouts/slideLayout25.xml" Id="R603f2388d69a470c" /><Relationship Type="http://schemas.openxmlformats.org/officeDocument/2006/relationships/slideLayout" Target="/ppt/slideLayouts/slideLayout26.xml" Id="R577b3dcb38ad497e" /><Relationship Type="http://schemas.openxmlformats.org/officeDocument/2006/relationships/slideLayout" Target="/ppt/slideLayouts/slideLayout27.xml" Id="R60fe6dbd4bf4415a" /><Relationship Type="http://schemas.openxmlformats.org/officeDocument/2006/relationships/slideLayout" Target="/ppt/slideLayouts/slideLayout28.xml" Id="R0ff55b74083341ca" /><Relationship Type="http://schemas.openxmlformats.org/officeDocument/2006/relationships/slideLayout" Target="/ppt/slideLayouts/slideLayout29.xml" Id="Ra48041b3e2264702" /><Relationship Type="http://schemas.openxmlformats.org/officeDocument/2006/relationships/slideLayout" Target="/ppt/slideLayouts/slideLayout30.xml" Id="R24effec50c9543e4" /><Relationship Type="http://schemas.openxmlformats.org/officeDocument/2006/relationships/slideLayout" Target="/ppt/slideLayouts/slideLayout31.xml" Id="Rfaba5dbf09334269" /><Relationship Type="http://schemas.openxmlformats.org/officeDocument/2006/relationships/slideLayout" Target="/ppt/slideLayouts/slideLayout32.xml" Id="R1dfcccc6924d4504" /><Relationship Type="http://schemas.openxmlformats.org/officeDocument/2006/relationships/slideLayout" Target="/ppt/slideLayouts/slideLayout33.xml" Id="R8cbd6d38540a4b76" /><Relationship Type="http://schemas.openxmlformats.org/officeDocument/2006/relationships/slideLayout" Target="/ppt/slideLayouts/slideLayout34.xml" Id="R2b6b172c737440b1" /><Relationship Type="http://schemas.openxmlformats.org/officeDocument/2006/relationships/slideLayout" Target="/ppt/slideLayouts/slideLayout35.xml" Id="R6ed651e15e1c43e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60C4AA4-E39D-49F5-9AD1-3A2C638E1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7F0A28-43D5-4931-8A63-7A4B895A2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E40E75-04DB-4D84-9F35-E30F3F5A96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1D6032-9F9E-4617-AC76-558EDB7B40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021A58-41A1-4584-9CEE-3096DCA9B5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d0a8118ac74579"/>
    <p:sldLayoutId xmlns:r="http://schemas.openxmlformats.org/officeDocument/2006/relationships" id="2147483650" r:id="Rc0dba578cdab42fe"/>
    <p:sldLayoutId xmlns:r="http://schemas.openxmlformats.org/officeDocument/2006/relationships" id="2147483651" r:id="Rc8134b93e06d4bdc"/>
    <p:sldLayoutId xmlns:r="http://schemas.openxmlformats.org/officeDocument/2006/relationships" id="2147483652" r:id="R2d8360685b834285"/>
    <p:sldLayoutId xmlns:r="http://schemas.openxmlformats.org/officeDocument/2006/relationships" id="2147483653" r:id="R07f4d850e88f46b3"/>
    <p:sldLayoutId xmlns:r="http://schemas.openxmlformats.org/officeDocument/2006/relationships" id="2147483654" r:id="R1a188203bf0c47ba"/>
    <p:sldLayoutId xmlns:r="http://schemas.openxmlformats.org/officeDocument/2006/relationships" id="2147483655" r:id="R8bb1e44258324f73"/>
    <p:sldLayoutId xmlns:r="http://schemas.openxmlformats.org/officeDocument/2006/relationships" id="2147483656" r:id="Rae2df125bd4d4ddb"/>
    <p:sldLayoutId xmlns:r="http://schemas.openxmlformats.org/officeDocument/2006/relationships" id="2147483657" r:id="R7544c8a022e247f2"/>
    <p:sldLayoutId xmlns:r="http://schemas.openxmlformats.org/officeDocument/2006/relationships" id="2147483658" r:id="R365288f29a294dd4"/>
    <p:sldLayoutId xmlns:r="http://schemas.openxmlformats.org/officeDocument/2006/relationships" id="2147483659" r:id="R679d6ad88ad2469e"/>
    <p:sldLayoutId xmlns:r="http://schemas.openxmlformats.org/officeDocument/2006/relationships" id="2147483660" r:id="R49bc6e8a9281442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4549D2-8037-4225-BEE4-D7511D40E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AD1A5C-B3CE-42FF-9387-154062CE0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6DE7F8-6DB4-42F2-8DBA-7249FC98F48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F10573-EF25-492C-A904-1039A7B188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9F9CC6-73C7-4867-BEB9-35FE6F9E37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2a4f20e789854265"/>
    <p:sldLayoutId xmlns:r="http://schemas.openxmlformats.org/officeDocument/2006/relationships" id="2147483663" r:id="Re13b53dc3f1f45f7"/>
    <p:sldLayoutId xmlns:r="http://schemas.openxmlformats.org/officeDocument/2006/relationships" id="2147483664" r:id="R2d794a60321641d3"/>
    <p:sldLayoutId xmlns:r="http://schemas.openxmlformats.org/officeDocument/2006/relationships" id="2147483665" r:id="R8584c69ee9884e5d"/>
    <p:sldLayoutId xmlns:r="http://schemas.openxmlformats.org/officeDocument/2006/relationships" id="2147483666" r:id="R88088dcd1b4643f7"/>
    <p:sldLayoutId xmlns:r="http://schemas.openxmlformats.org/officeDocument/2006/relationships" id="2147483667" r:id="Re6191da0974745f4"/>
    <p:sldLayoutId xmlns:r="http://schemas.openxmlformats.org/officeDocument/2006/relationships" id="2147483668" r:id="Rae8436d3235c447b"/>
    <p:sldLayoutId xmlns:r="http://schemas.openxmlformats.org/officeDocument/2006/relationships" id="2147483669" r:id="R0b0befdc38844278"/>
    <p:sldLayoutId xmlns:r="http://schemas.openxmlformats.org/officeDocument/2006/relationships" id="2147483670" r:id="R064aac039bfb4e5a"/>
    <p:sldLayoutId xmlns:r="http://schemas.openxmlformats.org/officeDocument/2006/relationships" id="2147483671" r:id="R937fca173c804c3f"/>
    <p:sldLayoutId xmlns:r="http://schemas.openxmlformats.org/officeDocument/2006/relationships" id="2147483672" r:id="R79a292cff401476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5F3D5F-8727-40A0-A2F7-72D827517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B1BD4B-648B-4F95-A60E-D510BD76F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01C3CD-891C-4D05-8F88-F5D9F382BCC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DFAF80-F2C9-4230-A379-0C713EC4C1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A1E2A0-FF79-446F-9738-B787386F44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3e7d364e5ff844bf"/>
    <p:sldLayoutId xmlns:r="http://schemas.openxmlformats.org/officeDocument/2006/relationships" id="2147483675" r:id="R603f2388d69a470c"/>
    <p:sldLayoutId xmlns:r="http://schemas.openxmlformats.org/officeDocument/2006/relationships" id="2147483676" r:id="R577b3dcb38ad497e"/>
    <p:sldLayoutId xmlns:r="http://schemas.openxmlformats.org/officeDocument/2006/relationships" id="2147483677" r:id="R60fe6dbd4bf4415a"/>
    <p:sldLayoutId xmlns:r="http://schemas.openxmlformats.org/officeDocument/2006/relationships" id="2147483678" r:id="R0ff55b74083341ca"/>
    <p:sldLayoutId xmlns:r="http://schemas.openxmlformats.org/officeDocument/2006/relationships" id="2147483679" r:id="Ra48041b3e2264702"/>
    <p:sldLayoutId xmlns:r="http://schemas.openxmlformats.org/officeDocument/2006/relationships" id="2147483680" r:id="R24effec50c9543e4"/>
    <p:sldLayoutId xmlns:r="http://schemas.openxmlformats.org/officeDocument/2006/relationships" id="2147483681" r:id="Rfaba5dbf09334269"/>
    <p:sldLayoutId xmlns:r="http://schemas.openxmlformats.org/officeDocument/2006/relationships" id="2147483682" r:id="R1dfcccc6924d4504"/>
    <p:sldLayoutId xmlns:r="http://schemas.openxmlformats.org/officeDocument/2006/relationships" id="2147483683" r:id="R8cbd6d38540a4b76"/>
    <p:sldLayoutId xmlns:r="http://schemas.openxmlformats.org/officeDocument/2006/relationships" id="2147483684" r:id="R2b6b172c737440b1"/>
    <p:sldLayoutId xmlns:r="http://schemas.openxmlformats.org/officeDocument/2006/relationships" id="2147483685" r:id="R6ed651e15e1c43e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31d1494394ff9" /><Relationship Type="http://schemas.openxmlformats.org/officeDocument/2006/relationships/notesSlide" Target="/ppt/notesSlides/notesSlide1.xml" Id="Re9ad6a9981e145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da6cff525a44df" /><Relationship Type="http://schemas.openxmlformats.org/officeDocument/2006/relationships/image" Target="/ppt/media/image.jpeg" Id="Rb73eb35b96404a1c" /><Relationship Type="http://schemas.openxmlformats.org/officeDocument/2006/relationships/image" Target="/ppt/media/image2.jpeg" Id="R3cbdb4bcce3347bc" /><Relationship Type="http://schemas.openxmlformats.org/officeDocument/2006/relationships/image" Target="/ppt/media/image3.jpeg" Id="R76881102864145a7" /><Relationship Type="http://schemas.openxmlformats.org/officeDocument/2006/relationships/image" Target="/ppt/media/image4.jpeg" Id="Rc98a95bcc745420c" /><Relationship Type="http://schemas.openxmlformats.org/officeDocument/2006/relationships/image" Target="/ppt/media/image5.jpeg" Id="Ra20a33edaef64a5d" /><Relationship Type="http://schemas.openxmlformats.org/officeDocument/2006/relationships/image" Target="/ppt/media/image6.jpeg" Id="Rab8f9710047c44fc" /><Relationship Type="http://schemas.openxmlformats.org/officeDocument/2006/relationships/notesSlide" Target="/ppt/notesSlides/notesSlide2.xml" Id="R93e8deca7a3d46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df7a0cd71c4f78" /><Relationship Type="http://schemas.openxmlformats.org/officeDocument/2006/relationships/image" Target="/ppt/media/image7.jpeg" Id="R386f9433f70d4536" /><Relationship Type="http://schemas.openxmlformats.org/officeDocument/2006/relationships/notesSlide" Target="/ppt/notesSlides/notesSlide3.xml" Id="Ra5313d68b4574b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c1d9846504842b1" /><Relationship Type="http://schemas.openxmlformats.org/officeDocument/2006/relationships/notesSlide" Target="/ppt/notesSlides/notesSlide4.xml" Id="R28fac6c49c4745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f6736cf664b36" /><Relationship Type="http://schemas.openxmlformats.org/officeDocument/2006/relationships/image" Target="/ppt/media/image8.jpeg" Id="Rc14a99c4ddd949e0" /><Relationship Type="http://schemas.openxmlformats.org/officeDocument/2006/relationships/notesSlide" Target="/ppt/notesSlides/notesSlide5.xml" Id="R7c0a83807c2649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22180e26994a52" /><Relationship Type="http://schemas.openxmlformats.org/officeDocument/2006/relationships/image" Target="/ppt/media/image9.jpeg" Id="R218d58bfe7f243e3" /><Relationship Type="http://schemas.openxmlformats.org/officeDocument/2006/relationships/notesSlide" Target="/ppt/notesSlides/notesSlide6.xml" Id="Rcf34f216146145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5c27c7cb384a66" /><Relationship Type="http://schemas.openxmlformats.org/officeDocument/2006/relationships/notesSlide" Target="/ppt/notesSlides/notesSlide7.xml" Id="R8589616b37cb41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d2398bd6b7436a" /><Relationship Type="http://schemas.openxmlformats.org/officeDocument/2006/relationships/image" Target="/ppt/media/image.png" Id="Rcd673e90f8d84f1b" /><Relationship Type="http://schemas.openxmlformats.org/officeDocument/2006/relationships/image" Target="/ppt/media/image2.png" Id="Rce183e6e49a64a89" /><Relationship Type="http://schemas.openxmlformats.org/officeDocument/2006/relationships/image" Target="/ppt/media/image3.png" Id="R45f0534909aa4f6a" /><Relationship Type="http://schemas.openxmlformats.org/officeDocument/2006/relationships/notesSlide" Target="/ppt/notesSlides/notesSlide8.xml" Id="R03147dedc1c142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01d183c907467d" /><Relationship Type="http://schemas.openxmlformats.org/officeDocument/2006/relationships/notesSlide" Target="/ppt/notesSlides/notesSlide9.xml" Id="R49a2574f47914d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af729a7af49d3" /><Relationship Type="http://schemas.openxmlformats.org/officeDocument/2006/relationships/notesSlide" Target="/ppt/notesSlides/notesSlide10.xml" Id="R88ac3475551b47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6933476fdf4de6" /><Relationship Type="http://schemas.openxmlformats.org/officeDocument/2006/relationships/notesSlide" Target="/ppt/notesSlides/notesSlide11.xml" Id="R8b418c32f22c44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932c7f88c847c4" /><Relationship Type="http://schemas.openxmlformats.org/officeDocument/2006/relationships/image" Target="/ppt/media/image10.jpeg" Id="Re66a3dff93754ae4" /><Relationship Type="http://schemas.openxmlformats.org/officeDocument/2006/relationships/notesSlide" Target="/ppt/notesSlides/notesSlide12.xml" Id="R86af8bf66ec24d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7b171dc257c40f7" /><Relationship Type="http://schemas.openxmlformats.org/officeDocument/2006/relationships/notesSlide" Target="/ppt/notesSlides/notesSlide13.xml" Id="Ra934cd33820d44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0282ee757471b" /><Relationship Type="http://schemas.openxmlformats.org/officeDocument/2006/relationships/image" Target="/ppt/media/image11.jpeg" Id="Rde70d017cd1f49ad" /><Relationship Type="http://schemas.openxmlformats.org/officeDocument/2006/relationships/notesSlide" Target="/ppt/notesSlides/notesSlide14.xml" Id="R8ed4baf1e97346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29c39c0928492c" /><Relationship Type="http://schemas.openxmlformats.org/officeDocument/2006/relationships/image" Target="/ppt/media/image12.jpeg" Id="Rc6106710f8204c8d" /><Relationship Type="http://schemas.openxmlformats.org/officeDocument/2006/relationships/notesSlide" Target="/ppt/notesSlides/notesSlide15.xml" Id="R3262d9489dd243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ff07762fef4611" /><Relationship Type="http://schemas.openxmlformats.org/officeDocument/2006/relationships/notesSlide" Target="/ppt/notesSlides/notesSlide16.xml" Id="R189e5258725b4e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e4faa11a7c4700" /><Relationship Type="http://schemas.openxmlformats.org/officeDocument/2006/relationships/image" Target="/ppt/media/image4.png" Id="R5434f27403264f47" /><Relationship Type="http://schemas.openxmlformats.org/officeDocument/2006/relationships/image" Target="/ppt/media/image5.png" Id="R92a441eeb3b04cb7" /><Relationship Type="http://schemas.openxmlformats.org/officeDocument/2006/relationships/image" Target="/ppt/media/image6.png" Id="R476401c77f1f40b3" /><Relationship Type="http://schemas.openxmlformats.org/officeDocument/2006/relationships/notesSlide" Target="/ppt/notesSlides/notesSlide17.xml" Id="Rad9e8fb65c4a4f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111893cb5c414d" /><Relationship Type="http://schemas.openxmlformats.org/officeDocument/2006/relationships/notesSlide" Target="/ppt/notesSlides/notesSlide18.xml" Id="R07aa9d8a566e4b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352c4d073874e72" /><Relationship Type="http://schemas.openxmlformats.org/officeDocument/2006/relationships/notesSlide" Target="/ppt/notesSlides/notesSlide19.xml" Id="R6c3f428b19f7440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e206095794675" /><Relationship Type="http://schemas.openxmlformats.org/officeDocument/2006/relationships/notesSlide" Target="/ppt/notesSlides/notesSlide20.xml" Id="R3676cb5114fb411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6b90a71d314872" /><Relationship Type="http://schemas.openxmlformats.org/officeDocument/2006/relationships/notesSlide" Target="/ppt/notesSlides/notesSlide21.xml" Id="Radbc49a4f5554d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3b3429b21b4311" /><Relationship Type="http://schemas.openxmlformats.org/officeDocument/2006/relationships/image" Target="/ppt/media/image13.jpeg" Id="Rb02878476e314561" /><Relationship Type="http://schemas.openxmlformats.org/officeDocument/2006/relationships/notesSlide" Target="/ppt/notesSlides/notesSlide22.xml" Id="R1b9f3a842d614d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01809c49f344e99" /><Relationship Type="http://schemas.openxmlformats.org/officeDocument/2006/relationships/notesSlide" Target="/ppt/notesSlides/notesSlide23.xml" Id="Rf216f72566f04eb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16df4e9814914" /><Relationship Type="http://schemas.openxmlformats.org/officeDocument/2006/relationships/image" Target="/ppt/media/image14.jpeg" Id="R4dc000a25dc74742" /><Relationship Type="http://schemas.openxmlformats.org/officeDocument/2006/relationships/notesSlide" Target="/ppt/notesSlides/notesSlide24.xml" Id="R2db06fa34384467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18d705acef45c8" /><Relationship Type="http://schemas.openxmlformats.org/officeDocument/2006/relationships/image" Target="/ppt/media/image15.jpeg" Id="R34a952bbd8734be6" /><Relationship Type="http://schemas.openxmlformats.org/officeDocument/2006/relationships/notesSlide" Target="/ppt/notesSlides/notesSlide25.xml" Id="R7590caf94495429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99bea8de4b4582" /><Relationship Type="http://schemas.openxmlformats.org/officeDocument/2006/relationships/notesSlide" Target="/ppt/notesSlides/notesSlide26.xml" Id="R96fe7bcdc10843a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0c0fa453d6a40a0" /><Relationship Type="http://schemas.openxmlformats.org/officeDocument/2006/relationships/notesSlide" Target="/ppt/notesSlides/notesSlide27.xml" Id="Rfcd9d3e94e27443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5878c62006b4229" /><Relationship Type="http://schemas.openxmlformats.org/officeDocument/2006/relationships/image" Target="/ppt/media/image7.png" Id="R2dc5a0b4d14844da" /><Relationship Type="http://schemas.openxmlformats.org/officeDocument/2006/relationships/image" Target="/ppt/media/image8.png" Id="R2bcf044de1e34e75" /><Relationship Type="http://schemas.openxmlformats.org/officeDocument/2006/relationships/notesSlide" Target="/ppt/notesSlides/notesSlide28.xml" Id="R2ae6335d8ec0422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99206087974ee9" /><Relationship Type="http://schemas.openxmlformats.org/officeDocument/2006/relationships/notesSlide" Target="/ppt/notesSlides/notesSlide29.xml" Id="R8446118fd3d5446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a9b3d2b6f4d64" /><Relationship Type="http://schemas.openxmlformats.org/officeDocument/2006/relationships/notesSlide" Target="/ppt/notesSlides/notesSlide30.xml" Id="R0dfb43740e2146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33D17D3-D8B0-4424-90BD-EEAB9F85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第8课｜我爸爸也在医院工作  Lesson 8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38C8B14-8BD4-45F4-B5D9-4FBC822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4C26C94-0250-4B97-A72A-D79EA18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读课题，说说你认识哪些词。</a:t>
            </a:r>
          </a:p>
        </p:txBody>
      </p:sp>
      <p:sp>
        <p:nvSpPr>
          <p:cNvPr id="5" name="cover-series">
            <a:extLst xmlns:a="http://schemas.openxmlformats.org/drawingml/2006/main">
              <a:ext uri="{FF2B5EF4-FFF2-40B4-BE49-F238E27FC236}">
                <a16:creationId xmlns:a16="http://schemas.microsoft.com/office/drawing/2014/main" id="{09C4A962-3B2D-4665-9AE9-A568A9A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97423B"/>
                </a:solidFill>
              </a:defRPr>
            </a:pPr>
            <a:r>
              <a:rPr sz="25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HSK教程</a:t>
            </a:r>
          </a:p>
        </p:txBody>
      </p:sp>
      <p:sp>
        <p:nvSpPr>
          <p:cNvPr id="6" name="cover-volume">
            <a:extLst xmlns:a="http://schemas.openxmlformats.org/drawingml/2006/main">
              <a:ext uri="{FF2B5EF4-FFF2-40B4-BE49-F238E27FC236}">
                <a16:creationId xmlns:a16="http://schemas.microsoft.com/office/drawing/2014/main" id="{517E56B8-CEF1-40EC-AE5C-BE24C59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8605A"/>
                </a:solidFill>
              </a:defRPr>
            </a:pPr>
            <a:r>
              <a:rPr sz="2025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第一册</a:t>
            </a:r>
          </a:p>
        </p:txBody>
      </p:sp>
      <p:sp>
        <p:nvSpPr>
          <p:cNvPr id="7" name="cover-lesson">
            <a:extLst xmlns:a="http://schemas.openxmlformats.org/drawingml/2006/main">
              <a:ext uri="{FF2B5EF4-FFF2-40B4-BE49-F238E27FC236}">
                <a16:creationId xmlns:a16="http://schemas.microsoft.com/office/drawing/2014/main" id="{3C01B12D-0E37-4C78-BA15-03258D92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KaiTi"/>
                <a:ea typeface="KaiTi"/>
                <a:cs typeface="KaiTi"/>
              </a:rPr>
              <a:t>第8课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1AD7FDB-8F74-4ED1-976F-C6A7869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我爸爸也在医院工作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788C2703-AB9E-4912-8731-3B45149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al-label">
            <a:extLst xmlns:a="http://schemas.openxmlformats.org/drawingml/2006/main">
              <a:ext uri="{FF2B5EF4-FFF2-40B4-BE49-F238E27FC236}">
                <a16:creationId xmlns:a16="http://schemas.microsoft.com/office/drawing/2014/main" id="{10BCF8CB-9CC9-4C23-AE3A-0EDF5FE9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97423B"/>
                </a:solidFill>
              </a:defRPr>
            </a:pPr>
            <a:r>
              <a:rPr sz="21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学完本课，我会</a:t>
            </a:r>
          </a:p>
        </p:txBody>
      </p:sp>
      <p:sp>
        <p:nvSpPr>
          <p:cNvPr id="11" name="goal-no-1">
            <a:extLst xmlns:a="http://schemas.openxmlformats.org/drawingml/2006/main">
              <a:ext uri="{FF2B5EF4-FFF2-40B4-BE49-F238E27FC236}">
                <a16:creationId xmlns:a16="http://schemas.microsoft.com/office/drawing/2014/main" id="{1D44B8C3-FD18-48B0-96F6-B998925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12" name="goal-1">
            <a:extLst xmlns:a="http://schemas.openxmlformats.org/drawingml/2006/main">
              <a:ext uri="{FF2B5EF4-FFF2-40B4-BE49-F238E27FC236}">
                <a16:creationId xmlns:a16="http://schemas.microsoft.com/office/drawing/2014/main" id="{2A8610A6-51DB-4323-9B7C-FC54387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622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听懂并描述位置</a:t>
            </a:r>
          </a:p>
        </p:txBody>
      </p:sp>
      <p:sp>
        <p:nvSpPr>
          <p:cNvPr id="13" name="goal-no-2">
            <a:extLst xmlns:a="http://schemas.openxmlformats.org/drawingml/2006/main">
              <a:ext uri="{FF2B5EF4-FFF2-40B4-BE49-F238E27FC236}">
                <a16:creationId xmlns:a16="http://schemas.microsoft.com/office/drawing/2014/main" id="{217AE894-226E-4319-A949-A6513EBF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67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4" name="goal-2">
            <a:extLst xmlns:a="http://schemas.openxmlformats.org/drawingml/2006/main">
              <a:ext uri="{FF2B5EF4-FFF2-40B4-BE49-F238E27FC236}">
                <a16:creationId xmlns:a16="http://schemas.microsoft.com/office/drawing/2014/main" id="{5A0FE2CA-CDE7-4EBE-8C6C-9B1AD91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用“在＋处所＋动词”说明地点</a:t>
            </a:r>
          </a:p>
        </p:txBody>
      </p:sp>
      <p:sp>
        <p:nvSpPr>
          <p:cNvPr id="15" name="goal-no-3">
            <a:extLst xmlns:a="http://schemas.openxmlformats.org/drawingml/2006/main">
              <a:ext uri="{FF2B5EF4-FFF2-40B4-BE49-F238E27FC236}">
                <a16:creationId xmlns:a16="http://schemas.microsoft.com/office/drawing/2014/main" id="{E0EBBFD2-C125-4DA6-A83C-9553061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6" name="goal-3">
            <a:extLst xmlns:a="http://schemas.openxmlformats.org/drawingml/2006/main">
              <a:ext uri="{FF2B5EF4-FFF2-40B4-BE49-F238E27FC236}">
                <a16:creationId xmlns:a16="http://schemas.microsoft.com/office/drawing/2014/main" id="{647B7265-020F-4CD7-8031-0F50AD4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用“能”表达能力或可能</a:t>
            </a:r>
          </a:p>
        </p:txBody>
      </p:sp>
      <p:sp>
        <p:nvSpPr>
          <p:cNvPr id="17" name="lesson-keywords">
            <a:extLst xmlns:a="http://schemas.openxmlformats.org/drawingml/2006/main">
              <a:ext uri="{FF2B5EF4-FFF2-40B4-BE49-F238E27FC236}">
                <a16:creationId xmlns:a16="http://schemas.microsoft.com/office/drawing/2014/main" id="{295FA007-FB85-4194-A0B4-8BF7952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方位词｜在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能｜也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5B1C18-F002-4E1D-8D2D-BA45E451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D2B6DF69-85B1-4C3F-81E9-AD91EF0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01</a:t>
            </a:r>
          </a:p>
        </p:txBody>
      </p:sp>
    </p:spTree>
    <p:extLst>
      <p:ext uri="{BB962C8B-B14F-4D97-AF65-F5344CB8AC3E}">
        <p14:creationId xmlns:p14="http://schemas.microsoft.com/office/powerpoint/2010/main" val="1448703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92DBB4D5-E0F4-4A18-B39A-8EEE3DAD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看图热身  Warm-up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D28ED22-996B-46DB-9D52-C1AB1FA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604BD71-5803-470C-A7E7-8BA29AE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看图选词，把字母写在图片旁。</a:t>
            </a:r>
          </a:p>
        </p:txBody>
      </p:sp>
      <p:sp>
        <p:nvSpPr>
          <p:cNvPr id="6" name="warm-label-1">
            <a:extLst xmlns:a="http://schemas.openxmlformats.org/drawingml/2006/main">
              <a:ext uri="{FF2B5EF4-FFF2-40B4-BE49-F238E27FC236}">
                <a16:creationId xmlns:a16="http://schemas.microsoft.com/office/drawing/2014/main" id="{CC4C5664-E04E-4073-B012-DDFA48B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warm-blank-1">
            <a:extLst xmlns:a="http://schemas.openxmlformats.org/drawingml/2006/main">
              <a:ext uri="{FF2B5EF4-FFF2-40B4-BE49-F238E27FC236}">
                <a16:creationId xmlns:a16="http://schemas.microsoft.com/office/drawing/2014/main" id="{4538CD3C-A314-4A89-8E13-E4E6C86E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9" name="warm-label-2">
            <a:extLst xmlns:a="http://schemas.openxmlformats.org/drawingml/2006/main">
              <a:ext uri="{FF2B5EF4-FFF2-40B4-BE49-F238E27FC236}">
                <a16:creationId xmlns:a16="http://schemas.microsoft.com/office/drawing/2014/main" id="{8B6C5677-CB1D-4411-935C-E7CAD37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warm-blank-2">
            <a:extLst xmlns:a="http://schemas.openxmlformats.org/drawingml/2006/main">
              <a:ext uri="{FF2B5EF4-FFF2-40B4-BE49-F238E27FC236}">
                <a16:creationId xmlns:a16="http://schemas.microsoft.com/office/drawing/2014/main" id="{62E1CFB2-ABC8-425D-8FD3-5BADAF3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2" name="warm-label-3">
            <a:extLst xmlns:a="http://schemas.openxmlformats.org/drawingml/2006/main">
              <a:ext uri="{FF2B5EF4-FFF2-40B4-BE49-F238E27FC236}">
                <a16:creationId xmlns:a16="http://schemas.microsoft.com/office/drawing/2014/main" id="{890D6DFE-F889-4E23-AF05-F1BC4A9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warm-blank-3">
            <a:extLst xmlns:a="http://schemas.openxmlformats.org/drawingml/2006/main">
              <a:ext uri="{FF2B5EF4-FFF2-40B4-BE49-F238E27FC236}">
                <a16:creationId xmlns:a16="http://schemas.microsoft.com/office/drawing/2014/main" id="{B733404F-784E-458D-B609-EAA8B3A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5" name="warm-label-4">
            <a:extLst xmlns:a="http://schemas.openxmlformats.org/drawingml/2006/main">
              <a:ext uri="{FF2B5EF4-FFF2-40B4-BE49-F238E27FC236}">
                <a16:creationId xmlns:a16="http://schemas.microsoft.com/office/drawing/2014/main" id="{40B14FC5-C47E-4D14-91AF-2C2A33B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4</a:t>
            </a:r>
          </a:p>
        </p:txBody>
      </p:sp>
      <p:sp>
        <p:nvSpPr>
          <p:cNvPr id="16" name="warm-blank-4">
            <a:extLst xmlns:a="http://schemas.openxmlformats.org/drawingml/2006/main">
              <a:ext uri="{FF2B5EF4-FFF2-40B4-BE49-F238E27FC236}">
                <a16:creationId xmlns:a16="http://schemas.microsoft.com/office/drawing/2014/main" id="{697A49F8-2455-4156-91C3-EFFA1D4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8" name="warm-label-5">
            <a:extLst xmlns:a="http://schemas.openxmlformats.org/drawingml/2006/main">
              <a:ext uri="{FF2B5EF4-FFF2-40B4-BE49-F238E27FC236}">
                <a16:creationId xmlns:a16="http://schemas.microsoft.com/office/drawing/2014/main" id="{34BC9E27-3B21-416E-A98F-6802F1D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5</a:t>
            </a:r>
          </a:p>
        </p:txBody>
      </p:sp>
      <p:sp>
        <p:nvSpPr>
          <p:cNvPr id="19" name="warm-blank-5">
            <a:extLst xmlns:a="http://schemas.openxmlformats.org/drawingml/2006/main">
              <a:ext uri="{FF2B5EF4-FFF2-40B4-BE49-F238E27FC236}">
                <a16:creationId xmlns:a16="http://schemas.microsoft.com/office/drawing/2014/main" id="{D286A6C4-5EF0-46D4-84C2-8AB8C18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1" name="warm-label-6">
            <a:extLst xmlns:a="http://schemas.openxmlformats.org/drawingml/2006/main">
              <a:ext uri="{FF2B5EF4-FFF2-40B4-BE49-F238E27FC236}">
                <a16:creationId xmlns:a16="http://schemas.microsoft.com/office/drawing/2014/main" id="{562A7C83-5B5C-460C-AE6F-BBB1AD6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6</a:t>
            </a:r>
          </a:p>
        </p:txBody>
      </p:sp>
      <p:sp>
        <p:nvSpPr>
          <p:cNvPr id="22" name="warm-blank-6">
            <a:extLst xmlns:a="http://schemas.openxmlformats.org/drawingml/2006/main">
              <a:ext uri="{FF2B5EF4-FFF2-40B4-BE49-F238E27FC236}">
                <a16:creationId xmlns:a16="http://schemas.microsoft.com/office/drawing/2014/main" id="{74B1C8A0-C408-4027-98FB-A05C4C3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3" name="warm-wordbank">
            <a:extLst xmlns:a="http://schemas.openxmlformats.org/drawingml/2006/main">
              <a:ext uri="{FF2B5EF4-FFF2-40B4-BE49-F238E27FC236}">
                <a16:creationId xmlns:a16="http://schemas.microsoft.com/office/drawing/2014/main" id="{6BC1B801-8483-4833-AF8E-A61E609F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词语：A 小猫　B 学校　C 书店　D 医生　E 桌子　F 房间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EE9267-BDFD-4CA1-BBE2-B65169B5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ge-mark">
            <a:extLst xmlns:a="http://schemas.openxmlformats.org/drawingml/2006/main">
              <a:ext uri="{FF2B5EF4-FFF2-40B4-BE49-F238E27FC236}">
                <a16:creationId xmlns:a16="http://schemas.microsoft.com/office/drawing/2014/main" id="{94F19BF5-7EFB-43F4-ABB9-13F0E0F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02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eb35b96404a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db4bcce3347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81102864145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a95bcc74542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a33edaef64a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f9710047c44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3914775"/>
            <a:ext cx="2047875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māo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猫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cat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kànjiàn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看见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fángjiān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房间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room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zhī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只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measure word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14875"/>
            <a:ext cx="5905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1725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补充词：小 xiǎo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1725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学习提示：量词可以和指示代词直接组合。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03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f9433f70d4536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房间外有什么：________________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小猫在哪儿：________________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小猫怎么样：________________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04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Fángjiān wài yǒu yì zhī xiǎo māo.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717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房间外有一只小猫。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289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陈天中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5272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méi kànjiàn, tā zài nǎr ne?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623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我没看见，它在哪儿呢？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95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Tā zài zhuōzi xià ne.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529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它在桌子下呢。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0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陈天中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3397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01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 zhī xiǎo māo zhēn piàoliang!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这只小猫真漂亮！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05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a99c4ddd949e0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zhuōzi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桌子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piàoliang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漂亮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beautiful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wài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外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outside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xià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下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under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补充词：没 méi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06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d58bfe7f243e3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7254B29E-83B8-44BC-B3C4-ECE6572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方位词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A0E82A7-9DCA-49D1-AA7C-978F173D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B8453EE-E656-463E-8557-757962B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观察三组句子，说出共同规则。</a:t>
            </a:r>
          </a:p>
        </p:txBody>
      </p:sp>
      <p:sp>
        <p:nvSpPr>
          <p:cNvPr id="5" name="subject-label">
            <a:extLst xmlns:a="http://schemas.openxmlformats.org/drawingml/2006/main">
              <a:ext uri="{FF2B5EF4-FFF2-40B4-BE49-F238E27FC236}">
                <a16:creationId xmlns:a16="http://schemas.microsoft.com/office/drawing/2014/main" id="{E1A3CE3E-98C4-4E8B-9137-E742B42B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19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形式</a:t>
            </a:r>
          </a:p>
        </p:txBody>
      </p:sp>
      <p:sp>
        <p:nvSpPr>
          <p:cNvPr id="6" name="predicate-label">
            <a:extLst xmlns:a="http://schemas.openxmlformats.org/drawingml/2006/main">
              <a:ext uri="{FF2B5EF4-FFF2-40B4-BE49-F238E27FC236}">
                <a16:creationId xmlns:a16="http://schemas.microsoft.com/office/drawing/2014/main" id="{FDC7EF2A-BCB9-426B-A53D-F60520A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1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例句</a:t>
            </a:r>
          </a:p>
        </p:txBody>
      </p:sp>
      <p:sp>
        <p:nvSpPr>
          <p:cNvPr id="7" name="sub-0">
            <a:extLst xmlns:a="http://schemas.openxmlformats.org/drawingml/2006/main">
              <a:ext uri="{FF2B5EF4-FFF2-40B4-BE49-F238E27FC236}">
                <a16:creationId xmlns:a16="http://schemas.microsoft.com/office/drawing/2014/main" id="{84A33E1C-1229-4C42-9E01-7343545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名词＋里</a:t>
            </a:r>
          </a:p>
        </p:txBody>
      </p:sp>
      <p:sp>
        <p:nvSpPr>
          <p:cNvPr id="8" name="arrow-530-251">
            <a:extLst xmlns:a="http://schemas.openxmlformats.org/drawingml/2006/main">
              <a:ext uri="{FF2B5EF4-FFF2-40B4-BE49-F238E27FC236}">
                <a16:creationId xmlns:a16="http://schemas.microsoft.com/office/drawing/2014/main" id="{7BB05CDD-1752-4C09-9A55-B39950B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574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red-0">
            <a:extLst xmlns:a="http://schemas.openxmlformats.org/drawingml/2006/main">
              <a:ext uri="{FF2B5EF4-FFF2-40B4-BE49-F238E27FC236}">
                <a16:creationId xmlns:a16="http://schemas.microsoft.com/office/drawing/2014/main" id="{E49BE655-EA30-4339-BCDF-5D8CBC2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房间里有一只小猫。</a:t>
            </a:r>
          </a:p>
        </p:txBody>
      </p:sp>
      <p:sp>
        <p:nvSpPr>
          <p:cNvPr id="10" name="sub-1">
            <a:extLst xmlns:a="http://schemas.openxmlformats.org/drawingml/2006/main">
              <a:ext uri="{FF2B5EF4-FFF2-40B4-BE49-F238E27FC236}">
                <a16:creationId xmlns:a16="http://schemas.microsoft.com/office/drawing/2014/main" id="{DAAFDE11-861F-4215-AEF7-7AA2D8C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名词＋外</a:t>
            </a:r>
          </a:p>
        </p:txBody>
      </p:sp>
      <p:sp>
        <p:nvSpPr>
          <p:cNvPr id="11" name="arrow-530-343">
            <a:extLst xmlns:a="http://schemas.openxmlformats.org/drawingml/2006/main">
              <a:ext uri="{FF2B5EF4-FFF2-40B4-BE49-F238E27FC236}">
                <a16:creationId xmlns:a16="http://schemas.microsoft.com/office/drawing/2014/main" id="{A07B9085-F539-40DA-BBE2-7E0D358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red-1">
            <a:extLst xmlns:a="http://schemas.openxmlformats.org/drawingml/2006/main">
              <a:ext uri="{FF2B5EF4-FFF2-40B4-BE49-F238E27FC236}">
                <a16:creationId xmlns:a16="http://schemas.microsoft.com/office/drawing/2014/main" id="{B631F6ED-3945-4C91-AB11-74D0FB9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我们去书店外吧。</a:t>
            </a:r>
          </a:p>
        </p:txBody>
      </p:sp>
      <p:sp>
        <p:nvSpPr>
          <p:cNvPr id="13" name="sub-2">
            <a:extLst xmlns:a="http://schemas.openxmlformats.org/drawingml/2006/main">
              <a:ext uri="{FF2B5EF4-FFF2-40B4-BE49-F238E27FC236}">
                <a16:creationId xmlns:a16="http://schemas.microsoft.com/office/drawing/2014/main" id="{D0FE9B3D-D8DF-465A-B116-3084D997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名词＋上</a:t>
            </a:r>
          </a:p>
        </p:txBody>
      </p:sp>
      <p:sp>
        <p:nvSpPr>
          <p:cNvPr id="14" name="arrow-530-435">
            <a:extLst xmlns:a="http://schemas.openxmlformats.org/drawingml/2006/main">
              <a:ext uri="{FF2B5EF4-FFF2-40B4-BE49-F238E27FC236}">
                <a16:creationId xmlns:a16="http://schemas.microsoft.com/office/drawing/2014/main" id="{B77AA3FA-5461-496E-8962-5545FC9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100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pred-2">
            <a:extLst xmlns:a="http://schemas.openxmlformats.org/drawingml/2006/main">
              <a:ext uri="{FF2B5EF4-FFF2-40B4-BE49-F238E27FC236}">
                <a16:creationId xmlns:a16="http://schemas.microsoft.com/office/drawing/2014/main" id="{B8319BAB-0044-4C82-BA44-4FD3A2C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小雪的手机在桌子上呢。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EE6D98-B9A1-4161-98CC-48F1EEB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4629DC9A-F6C8-423C-990B-1967DF69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07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看句子：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小猫在桌子下。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小猫在哪儿？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看句子：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手机在桌子上。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手机在哪儿？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看句子：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我们在学校书店前见。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我们在哪儿见？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08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73e90f8d84f1b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83e6e49a64a89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0534909aa4f6a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两人交换信息，记录一条真实结果。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________在哪儿？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________在________上／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下／里／外。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记录：记录两件物品的位置。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09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课文1｜出口条 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房间外有什么？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小猫在哪儿？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小猫怎么样？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本课关键词：方位词｜在｜能｜也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10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快速复习  Retrieval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合上课本，回答三个复习问题。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课文一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2862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课文一发生在哪儿？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用了哪个重点句型？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说出一条关键信息。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说场景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说句型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说信息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11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shūdiàn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书店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bookstore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qián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前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front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néng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能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can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wǔfàn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午饭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lunch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读一读：书店｜前｜能｜午饭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a3dff93754ae4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白家月和李文在（　）见。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家里　B 书店里　C 书店前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李文下午（　）能到。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两点　B 两点半　C 三点后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李文能到吗：________________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13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Wǒmen zài nǎr jiàn ne?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717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我们在哪儿见呢？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289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5272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Zài xuéxiào shūdiàn qián jiàn ba.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623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在学校书店前见吧。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95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de. Xiàwǔ liǎng diǎn nǐ néng dào ma?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529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好的。下午两点你能到吗？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0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3397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01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néng dào. Wǒ zài xuéxiào chī wǔfàn.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我能到。我在学校吃午饭。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14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0d017cd1f49ad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zài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在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at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xuéxiào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学校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school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dào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到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arrive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读一读：在｜学校｜到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15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06710f8204c8d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介词“在”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在＋处所＋动词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我在学校吃午饭。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在＋处所＋动词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他爸爸在医院工作。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在＋哪儿＋动词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你在哪儿买菜？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“在＋处所”放在动词前，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说明动作发生的地点。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16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你在哪儿吃午饭？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两点你能到学校书店前吗？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爸爸在哪儿工作？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17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4f27403264f47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441eeb3b04cb7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401c77f1f40b3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两人问答并记录两项真实信息。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你在哪儿________？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你能________吗？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我在________。我能／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不能________。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记录：记录地点和能否做到。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18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1763F6FB-5BC2-44A9-AD98-58FCAC2F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信息调查  Class Survey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2872834-2EE2-4D0B-9618-E67593C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40CCBB17-4DFC-4C4E-8F4E-CEB9A57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采访3人，记录答案，再汇报一人。</a:t>
            </a:r>
          </a:p>
        </p:txBody>
      </p:sp>
      <p:sp>
        <p:nvSpPr>
          <p:cNvPr id="5" name="survey-head-0">
            <a:extLst xmlns:a="http://schemas.openxmlformats.org/drawingml/2006/main">
              <a:ext uri="{FF2B5EF4-FFF2-40B4-BE49-F238E27FC236}">
                <a16:creationId xmlns:a16="http://schemas.microsoft.com/office/drawing/2014/main" id="{5145B36E-FBFA-4D7F-86C8-2B4C04D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716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名字</a:t>
            </a:r>
          </a:p>
        </p:txBody>
      </p:sp>
      <p:sp>
        <p:nvSpPr>
          <p:cNvPr id="6" name="survey-head-1">
            <a:extLst xmlns:a="http://schemas.openxmlformats.org/drawingml/2006/main">
              <a:ext uri="{FF2B5EF4-FFF2-40B4-BE49-F238E27FC236}">
                <a16:creationId xmlns:a16="http://schemas.microsoft.com/office/drawing/2014/main" id="{183EC083-68CE-47E7-A015-D8A128E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学习地点</a:t>
            </a:r>
          </a:p>
        </p:txBody>
      </p:sp>
      <p:sp>
        <p:nvSpPr>
          <p:cNvPr id="7" name="survey-head-2">
            <a:extLst xmlns:a="http://schemas.openxmlformats.org/drawingml/2006/main">
              <a:ext uri="{FF2B5EF4-FFF2-40B4-BE49-F238E27FC236}">
                <a16:creationId xmlns:a16="http://schemas.microsoft.com/office/drawing/2014/main" id="{0184456F-AE56-49F9-8AAF-3F79669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午饭地点</a:t>
            </a:r>
          </a:p>
        </p:txBody>
      </p:sp>
      <p:sp>
        <p:nvSpPr>
          <p:cNvPr id="8" name="survey-head-3">
            <a:extLst xmlns:a="http://schemas.openxmlformats.org/drawingml/2006/main">
              <a:ext uri="{FF2B5EF4-FFF2-40B4-BE49-F238E27FC236}">
                <a16:creationId xmlns:a16="http://schemas.microsoft.com/office/drawing/2014/main" id="{81BC3158-CA45-47B6-9391-A7D4D96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两点能到约定地点吗</a:t>
            </a:r>
          </a:p>
        </p:txBody>
      </p:sp>
      <p:sp>
        <p:nvSpPr>
          <p:cNvPr id="9" name="survey-0-0">
            <a:extLst xmlns:a="http://schemas.openxmlformats.org/drawingml/2006/main">
              <a:ext uri="{FF2B5EF4-FFF2-40B4-BE49-F238E27FC236}">
                <a16:creationId xmlns:a16="http://schemas.microsoft.com/office/drawing/2014/main" id="{B9E62284-3905-4789-B011-7C14E597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62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1. __________</a:t>
            </a:r>
          </a:p>
        </p:txBody>
      </p:sp>
      <p:sp>
        <p:nvSpPr>
          <p:cNvPr id="10" name="survey-0-1">
            <a:extLst xmlns:a="http://schemas.openxmlformats.org/drawingml/2006/main">
              <a:ext uri="{FF2B5EF4-FFF2-40B4-BE49-F238E27FC236}">
                <a16:creationId xmlns:a16="http://schemas.microsoft.com/office/drawing/2014/main" id="{E14E63F0-DF19-444A-9295-858C77E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1" name="survey-0-2">
            <a:extLst xmlns:a="http://schemas.openxmlformats.org/drawingml/2006/main">
              <a:ext uri="{FF2B5EF4-FFF2-40B4-BE49-F238E27FC236}">
                <a16:creationId xmlns:a16="http://schemas.microsoft.com/office/drawing/2014/main" id="{1787C582-1DF6-4506-8FB4-5664EBD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2" name="survey-0-3">
            <a:extLst xmlns:a="http://schemas.openxmlformats.org/drawingml/2006/main">
              <a:ext uri="{FF2B5EF4-FFF2-40B4-BE49-F238E27FC236}">
                <a16:creationId xmlns:a16="http://schemas.microsoft.com/office/drawing/2014/main" id="{4951FEC6-A9A6-49EB-9C38-C779818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3" name="survey-1-0">
            <a:extLst xmlns:a="http://schemas.openxmlformats.org/drawingml/2006/main">
              <a:ext uri="{FF2B5EF4-FFF2-40B4-BE49-F238E27FC236}">
                <a16:creationId xmlns:a16="http://schemas.microsoft.com/office/drawing/2014/main" id="{89D8F88F-0E00-4D5F-A10F-6F266762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7182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2. __________</a:t>
            </a:r>
          </a:p>
        </p:txBody>
      </p:sp>
      <p:sp>
        <p:nvSpPr>
          <p:cNvPr id="14" name="survey-1-1">
            <a:extLst xmlns:a="http://schemas.openxmlformats.org/drawingml/2006/main">
              <a:ext uri="{FF2B5EF4-FFF2-40B4-BE49-F238E27FC236}">
                <a16:creationId xmlns:a16="http://schemas.microsoft.com/office/drawing/2014/main" id="{25F73E1F-76E3-4D79-B03D-2960325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5" name="survey-1-2">
            <a:extLst xmlns:a="http://schemas.openxmlformats.org/drawingml/2006/main">
              <a:ext uri="{FF2B5EF4-FFF2-40B4-BE49-F238E27FC236}">
                <a16:creationId xmlns:a16="http://schemas.microsoft.com/office/drawing/2014/main" id="{B317FAED-677C-4EDC-8593-AA5407B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6" name="survey-1-3">
            <a:extLst xmlns:a="http://schemas.openxmlformats.org/drawingml/2006/main">
              <a:ext uri="{FF2B5EF4-FFF2-40B4-BE49-F238E27FC236}">
                <a16:creationId xmlns:a16="http://schemas.microsoft.com/office/drawing/2014/main" id="{2B2E2061-4DAC-4E99-8BDA-D7CD9D8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7" name="survey-2-0">
            <a:extLst xmlns:a="http://schemas.openxmlformats.org/drawingml/2006/main">
              <a:ext uri="{FF2B5EF4-FFF2-40B4-BE49-F238E27FC236}">
                <a16:creationId xmlns:a16="http://schemas.microsoft.com/office/drawing/2014/main" id="{FBAE2215-F0A1-459E-A7C0-EC3CC6B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814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3. __________</a:t>
            </a:r>
          </a:p>
        </p:txBody>
      </p:sp>
      <p:sp>
        <p:nvSpPr>
          <p:cNvPr id="18" name="survey-2-1">
            <a:extLst xmlns:a="http://schemas.openxmlformats.org/drawingml/2006/main">
              <a:ext uri="{FF2B5EF4-FFF2-40B4-BE49-F238E27FC236}">
                <a16:creationId xmlns:a16="http://schemas.microsoft.com/office/drawing/2014/main" id="{888E5D51-1F6E-42F4-A923-F4D1C47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9" name="survey-2-2">
            <a:extLst xmlns:a="http://schemas.openxmlformats.org/drawingml/2006/main">
              <a:ext uri="{FF2B5EF4-FFF2-40B4-BE49-F238E27FC236}">
                <a16:creationId xmlns:a16="http://schemas.microsoft.com/office/drawing/2014/main" id="{FC02A57B-D22B-4553-BBB8-5CF9BE4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0" name="survey-2-3">
            <a:extLst xmlns:a="http://schemas.openxmlformats.org/drawingml/2006/main">
              <a:ext uri="{FF2B5EF4-FFF2-40B4-BE49-F238E27FC236}">
                <a16:creationId xmlns:a16="http://schemas.microsoft.com/office/drawing/2014/main" id="{8E47A208-6D9E-4987-AF6C-F17F5DD0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1" name="survey-report">
            <a:extLst xmlns:a="http://schemas.openxmlformats.org/drawingml/2006/main">
              <a:ext uri="{FF2B5EF4-FFF2-40B4-BE49-F238E27FC236}">
                <a16:creationId xmlns:a16="http://schemas.microsoft.com/office/drawing/2014/main" id="{FB8E3E5D-4E49-418F-9FB5-AAB7F01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054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汇报：________在________学习，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在________吃午饭；两点能／不能到约定地点。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7B2B5A-D4A4-4557-A63D-AF3DF4F9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-mark">
            <a:extLst xmlns:a="http://schemas.openxmlformats.org/drawingml/2006/main">
              <a:ext uri="{FF2B5EF4-FFF2-40B4-BE49-F238E27FC236}">
                <a16:creationId xmlns:a16="http://schemas.microsoft.com/office/drawing/2014/main" id="{535440BC-FF8D-48C0-B098-79C95561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19</a:t>
            </a:r>
          </a:p>
        </p:txBody>
      </p:sp>
    </p:spTree>
    <p:extLst>
      <p:ext uri="{BB962C8B-B14F-4D97-AF65-F5344CB8AC3E}">
        <p14:creationId xmlns:p14="http://schemas.microsoft.com/office/powerpoint/2010/main" val="20577003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课文2｜出口条 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白家月和李文在（　）见。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 家里　B 书店里　C 书店前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我在学校吃午饭怎么说？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用本课句型说一条真实信息。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本课关键词：方位词｜在｜能｜也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20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快速复习  Retrieval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说出两个旧句，再预测课文三。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课文一、二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2862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用语言点一说一句。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用语言点二说一句。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预测课文三的场景。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复现两句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预测课文三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21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fàn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饭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meal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dà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大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large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bìngrén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病人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patient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duō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多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many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读一读：饭｜大｜病人｜多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22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878476e314561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大医院里（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人很少　B 病人多　C 医生不忙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胡医生家有（　）医生。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一个　B 两个　C 三个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胡医生的爸爸工作忙吗：________________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23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核对人物和顺序，再分角色朗读。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7334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Xiǎo Hú, hái méi chī fàn ne?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小胡，还没吃饭呢？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98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胡医生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1049000" cy="7334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Méi chī ne.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241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没吃呢。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81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11049000" cy="7334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813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Dà yīyuàn bìngrén duō, yīshēng fēicháng máng.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956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大医院病人多，医生非常忙。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528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胡医生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76675"/>
            <a:ext cx="11049000" cy="8286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528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Shì de. Wǒ bàba yě zài yīyuàn gōngzuò, tā yě fēicháng máng.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624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是的。我爸爸也在医院工作，他也非常忙。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96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43450"/>
            <a:ext cx="11049000" cy="7334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196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 jiā yǒu liǎng ge yīshēng?</a:t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339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你家有两个医生？</a:t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91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胡医生</a:t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14975"/>
            <a:ext cx="11049000" cy="771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911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Duì.</a:t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对。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24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000a25dc74742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yīshēng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医生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doctor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gōngzuò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工作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Hú yīshēng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胡医生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Dr. Hu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1725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学习提示：“小＋姓氏”常用于亲切称呼比自己年轻的人。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25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952bbd8734be6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能愿动词“能”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能＋动词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下午两点你能到吗？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能＋动词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爸爸能去。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不能＋动词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我不能去学校吃午饭。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“能”放在动词前，表示能力或客观条件允许；否定式是“不能”。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26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9220FA6-EC41-4FAF-94B9-9BDCBCB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综合填空  Review · Fill in the Blanks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70ACD01-06B0-4C0E-B754-ACCACA3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0C38CBA-7012-4B28-83CD-53BCE4C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独立填空，再读出完整句。</a:t>
            </a:r>
          </a:p>
        </p:txBody>
      </p:sp>
      <p:sp>
        <p:nvSpPr>
          <p:cNvPr id="5" name="word-bank">
            <a:extLst xmlns:a="http://schemas.openxmlformats.org/drawingml/2006/main">
              <a:ext uri="{FF2B5EF4-FFF2-40B4-BE49-F238E27FC236}">
                <a16:creationId xmlns:a16="http://schemas.microsoft.com/office/drawing/2014/main" id="{F336A700-E291-4A85-9899-3D7DF1D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009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词语（可重复使用）：A 哪儿　｜　B 在　｜　C 桌子　｜　D 书店　｜　E 能</a:t>
            </a:r>
          </a:p>
        </p:txBody>
      </p:sp>
      <p:sp>
        <p:nvSpPr>
          <p:cNvPr id="6" name="fill-1">
            <a:extLst xmlns:a="http://schemas.openxmlformats.org/drawingml/2006/main">
              <a:ext uri="{FF2B5EF4-FFF2-40B4-BE49-F238E27FC236}">
                <a16:creationId xmlns:a16="http://schemas.microsoft.com/office/drawing/2014/main" id="{91ABCF8C-F7AA-4360-B5FE-28661FD2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胡医生的爸爸____医院工作。</a:t>
            </a:r>
          </a:p>
        </p:txBody>
      </p:sp>
      <p:sp>
        <p:nvSpPr>
          <p:cNvPr id="7" name="fill-2">
            <a:extLst xmlns:a="http://schemas.openxmlformats.org/drawingml/2006/main">
              <a:ext uri="{FF2B5EF4-FFF2-40B4-BE49-F238E27FC236}">
                <a16:creationId xmlns:a16="http://schemas.microsoft.com/office/drawing/2014/main" id="{E7692F26-BBF8-4D20-81E8-32451BB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我下午两点____到学校。</a:t>
            </a:r>
          </a:p>
        </p:txBody>
      </p:sp>
      <p:sp>
        <p:nvSpPr>
          <p:cNvPr id="8" name="fill-3a">
            <a:extLst xmlns:a="http://schemas.openxmlformats.org/drawingml/2006/main">
              <a:ext uri="{FF2B5EF4-FFF2-40B4-BE49-F238E27FC236}">
                <a16:creationId xmlns:a16="http://schemas.microsoft.com/office/drawing/2014/main" id="{7AE35D3B-F06E-4246-8B5D-7D4AF67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陈天中：小猫在____呢？白家月：小猫在____下。</a:t>
            </a:r>
          </a:p>
        </p:txBody>
      </p:sp>
      <p:sp>
        <p:nvSpPr>
          <p:cNvPr id="9" name="fill-3b">
            <a:extLst xmlns:a="http://schemas.openxmlformats.org/drawingml/2006/main">
              <a:ext uri="{FF2B5EF4-FFF2-40B4-BE49-F238E27FC236}">
                <a16:creationId xmlns:a16="http://schemas.microsoft.com/office/drawing/2014/main" id="{CD4C1D5E-05FB-4A5B-A928-C5D65CC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0" name="fill-4a">
            <a:extLst xmlns:a="http://schemas.openxmlformats.org/drawingml/2006/main">
              <a:ext uri="{FF2B5EF4-FFF2-40B4-BE49-F238E27FC236}">
                <a16:creationId xmlns:a16="http://schemas.microsoft.com/office/drawing/2014/main" id="{C80837A9-C530-4DA7-B934-F3D150AD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白家月：我们去____，你去吗？李文：我现在有事，不能去。</a:t>
            </a:r>
          </a:p>
        </p:txBody>
      </p:sp>
      <p:sp>
        <p:nvSpPr>
          <p:cNvPr id="11" name="fill-4b">
            <a:extLst xmlns:a="http://schemas.openxmlformats.org/drawingml/2006/main">
              <a:ext uri="{FF2B5EF4-FFF2-40B4-BE49-F238E27FC236}">
                <a16:creationId xmlns:a16="http://schemas.microsoft.com/office/drawing/2014/main" id="{470A0BF9-7698-4EE1-9BA1-DC29221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415A47-A02F-498B-8057-FB05B34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42E24C99-CA5A-4AE7-BF76-240A97E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27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E0579EF-FB2F-420B-B858-778D35A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教材看图输出  Picture-based Output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BE1CC3D0-F3A9-41ED-825B-06D35C14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60F6BC29-5F59-4D59-B12C-4DABBEC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看四幅教材图片，逐项补全并读出。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5a0b4d14844da"/>
          <a:stretch xmlns:a="http://schemas.openxmlformats.org/drawingml/2006/main"/>
        </p:blipFill>
        <p:spPr>
          <a:xfrm xmlns:a="http://schemas.openxmlformats.org/drawingml/2006/main">
            <a:off x="857250" y="2312977"/>
            <a:ext cx="5191125" cy="1660547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f044de1e34e75"/>
          <a:stretch xmlns:a="http://schemas.openxmlformats.org/drawingml/2006/main"/>
        </p:blipFill>
        <p:spPr>
          <a:xfrm xmlns:a="http://schemas.openxmlformats.org/drawingml/2006/main">
            <a:off x="6238875" y="2297742"/>
            <a:ext cx="5286375" cy="1691016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pic-output-1">
            <a:extLst xmlns:a="http://schemas.openxmlformats.org/drawingml/2006/main">
              <a:ext uri="{FF2B5EF4-FFF2-40B4-BE49-F238E27FC236}">
                <a16:creationId xmlns:a16="http://schemas.microsoft.com/office/drawing/2014/main" id="{57D6F79C-9113-401A-9FF1-B4D8D9B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191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医生______。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我们在______见吧。</a:t>
            </a:r>
          </a:p>
        </p:txBody>
      </p:sp>
      <p:sp>
        <p:nvSpPr>
          <p:cNvPr id="8" name="pic-output-2">
            <a:extLst xmlns:a="http://schemas.openxmlformats.org/drawingml/2006/main">
              <a:ext uri="{FF2B5EF4-FFF2-40B4-BE49-F238E27FC236}">
                <a16:creationId xmlns:a16="http://schemas.microsoft.com/office/drawing/2014/main" id="{8183D4D9-5F13-4F74-B46A-68D1B11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286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你______去______吗？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桌子上______。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D75215-00A3-4B66-8E4D-DC57CAA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mark">
            <a:extLst xmlns:a="http://schemas.openxmlformats.org/drawingml/2006/main">
              <a:ext uri="{FF2B5EF4-FFF2-40B4-BE49-F238E27FC236}">
                <a16:creationId xmlns:a16="http://schemas.microsoft.com/office/drawing/2014/main" id="{53CFF65A-6532-4825-8CA0-1CF899C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28</a:t>
            </a:r>
          </a:p>
        </p:txBody>
      </p:sp>
    </p:spTree>
    <p:extLst>
      <p:ext uri="{BB962C8B-B14F-4D97-AF65-F5344CB8AC3E}">
        <p14:creationId xmlns:p14="http://schemas.microsoft.com/office/powerpoint/2010/main" val="8270871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0DAE86A-090F-479F-8C13-A2EE12A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课堂活动与拓展  Activity &amp; Extension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EFCD709-3EA2-477B-B975-5B19E6A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0E5A216-9052-488B-86F2-47B78E1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按三步完成活动，并按材料分享结果。</a:t>
            </a:r>
          </a:p>
        </p:txBody>
      </p:sp>
      <p:sp>
        <p:nvSpPr>
          <p:cNvPr id="5" name="game-step-0">
            <a:extLst xmlns:a="http://schemas.openxmlformats.org/drawingml/2006/main">
              <a:ext uri="{FF2B5EF4-FFF2-40B4-BE49-F238E27FC236}">
                <a16:creationId xmlns:a16="http://schemas.microsoft.com/office/drawing/2014/main" id="{51850DDA-1CE0-45DE-BB6E-5E67D79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6" name="game-text-0">
            <a:extLst xmlns:a="http://schemas.openxmlformats.org/drawingml/2006/main">
              <a:ext uri="{FF2B5EF4-FFF2-40B4-BE49-F238E27FC236}">
                <a16:creationId xmlns:a16="http://schemas.microsoft.com/office/drawing/2014/main" id="{38E15123-F7F0-4667-A2C3-F4702E0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两人从词库中各选两个词。</a:t>
            </a:r>
          </a:p>
        </p:txBody>
      </p:sp>
      <p:sp>
        <p:nvSpPr>
          <p:cNvPr id="7" name="game-step-1">
            <a:extLst xmlns:a="http://schemas.openxmlformats.org/drawingml/2006/main">
              <a:ext uri="{FF2B5EF4-FFF2-40B4-BE49-F238E27FC236}">
                <a16:creationId xmlns:a16="http://schemas.microsoft.com/office/drawing/2014/main" id="{ADAEC51E-7FC7-4EF5-AA79-9C14716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8" name="game-text-1">
            <a:extLst xmlns:a="http://schemas.openxmlformats.org/drawingml/2006/main">
              <a:ext uri="{FF2B5EF4-FFF2-40B4-BE49-F238E27FC236}">
                <a16:creationId xmlns:a16="http://schemas.microsoft.com/office/drawing/2014/main" id="{358246CF-8216-487C-849D-B31BE54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431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用所选词编一组问答。</a:t>
            </a:r>
          </a:p>
        </p:txBody>
      </p:sp>
      <p:sp>
        <p:nvSpPr>
          <p:cNvPr id="9" name="game-step-2">
            <a:extLst xmlns:a="http://schemas.openxmlformats.org/drawingml/2006/main">
              <a:ext uri="{FF2B5EF4-FFF2-40B4-BE49-F238E27FC236}">
                <a16:creationId xmlns:a16="http://schemas.microsoft.com/office/drawing/2014/main" id="{D1E49552-AA12-45EA-AD6D-4E186DC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0" name="game-text-2">
            <a:extLst xmlns:a="http://schemas.openxmlformats.org/drawingml/2006/main">
              <a:ext uri="{FF2B5EF4-FFF2-40B4-BE49-F238E27FC236}">
                <a16:creationId xmlns:a16="http://schemas.microsoft.com/office/drawing/2014/main" id="{648CAB9D-199E-4A19-BBDE-C6DDC2D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861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交换角色并检查方位表达。</a:t>
            </a:r>
          </a:p>
        </p:txBody>
      </p:sp>
      <p:sp>
        <p:nvSpPr>
          <p:cNvPr id="11" name="game-example-label">
            <a:extLst xmlns:a="http://schemas.openxmlformats.org/drawingml/2006/main">
              <a:ext uri="{FF2B5EF4-FFF2-40B4-BE49-F238E27FC236}">
                <a16:creationId xmlns:a16="http://schemas.microsoft.com/office/drawing/2014/main" id="{837621B1-CD51-4C78-9A2C-D5BE83B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任务材料与示例</a:t>
            </a:r>
          </a:p>
        </p:txBody>
      </p:sp>
      <p:sp>
        <p:nvSpPr>
          <p:cNvPr id="12" name="game-example-frame">
            <a:extLst xmlns:a="http://schemas.openxmlformats.org/drawingml/2006/main">
              <a:ext uri="{FF2B5EF4-FFF2-40B4-BE49-F238E27FC236}">
                <a16:creationId xmlns:a16="http://schemas.microsoft.com/office/drawing/2014/main" id="{571CD8A0-A03F-4828-A2D7-3E5B439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0" cy="1333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13" name="game-example-1">
            <a:extLst xmlns:a="http://schemas.openxmlformats.org/drawingml/2006/main">
              <a:ext uri="{FF2B5EF4-FFF2-40B4-BE49-F238E27FC236}">
                <a16:creationId xmlns:a16="http://schemas.microsoft.com/office/drawing/2014/main" id="{AC8F6DA0-BEEE-4C9A-B168-2F66A313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9763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A：你的手机在哪儿？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B：我的手机在桌子上。你的手机呢？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A：我的手机在家里。</a:t>
            </a:r>
          </a:p>
        </p:txBody>
      </p:sp>
      <p:sp>
        <p:nvSpPr>
          <p:cNvPr id="14" name="game-example-2">
            <a:extLst xmlns:a="http://schemas.openxmlformats.org/drawingml/2006/main">
              <a:ext uri="{FF2B5EF4-FFF2-40B4-BE49-F238E27FC236}">
                <a16:creationId xmlns:a16="http://schemas.microsoft.com/office/drawing/2014/main" id="{C15A92DF-F84C-48FB-A971-AD74B4A4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38800"/>
            <a:ext cx="976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交换角色：替换“手机”和地点，再完成一轮。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71446F-220D-48B5-A406-48209FF7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8233E07E-3917-4247-A72E-8062AF3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29</a:t>
            </a:r>
          </a:p>
        </p:txBody>
      </p:sp>
    </p:spTree>
    <p:extLst>
      <p:ext uri="{BB962C8B-B14F-4D97-AF65-F5344CB8AC3E}">
        <p14:creationId xmlns:p14="http://schemas.microsoft.com/office/powerpoint/2010/main" val="3557139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本课出口条  Lesson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写一写，说一说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胡医生的爸爸在哪儿工作？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胡医生的爸爸工作忙吗？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说出一件物品的位置。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本课关键词：方位词｜在｜能｜也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第8课  |  30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2026-08-22T14:22:17.1410000Z</dcterms:created>
  <dcterms:modified xsi:type="dcterms:W3CDTF">2026-08-22T14:22:17.1410000Z</dcterms:modified>
</coreProperties>
</file>