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491e63c6704a92" /><Relationship Type="http://schemas.openxmlformats.org/officeDocument/2006/relationships/extended-properties" Target="/docProps/app.xml" Id="R8d6610e79b824221" /><Relationship Type="http://schemas.openxmlformats.org/officeDocument/2006/relationships/officeDocument" Target="/ppt/presentation.xml" Id="R92da26f8c99b4d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32975a38234b6c"/>
    <p:sldMasterId xmlns:r="http://schemas.openxmlformats.org/officeDocument/2006/relationships" id="2147483661" r:id="R8a72e6221f224eab"/>
    <p:sldMasterId xmlns:r="http://schemas.openxmlformats.org/officeDocument/2006/relationships" id="2147483673" r:id="Rf14ae9a302da4d5c"/>
  </p:sldMasterIdLst>
  <p:notesMasterIdLst>
    <p:notesMasterId xmlns:r="http://schemas.openxmlformats.org/officeDocument/2006/relationships" r:id="R676a3aa83a214957"/>
  </p:notesMasterIdLst>
  <p:sldIdLst>
    <p:sldId xmlns:r="http://schemas.openxmlformats.org/officeDocument/2006/relationships" id="256" r:id="Rcaf9b0cc12ea4937"/>
    <p:sldId xmlns:r="http://schemas.openxmlformats.org/officeDocument/2006/relationships" id="257" r:id="R5652665998fc49f0"/>
    <p:sldId xmlns:r="http://schemas.openxmlformats.org/officeDocument/2006/relationships" id="258" r:id="Rf2d95b98713b43fd"/>
    <p:sldId xmlns:r="http://schemas.openxmlformats.org/officeDocument/2006/relationships" id="259" r:id="R7d718b5d7fe84f42"/>
    <p:sldId xmlns:r="http://schemas.openxmlformats.org/officeDocument/2006/relationships" id="260" r:id="R58f1ea3b1b954a5a"/>
    <p:sldId xmlns:r="http://schemas.openxmlformats.org/officeDocument/2006/relationships" id="261" r:id="Rcf787e1336d64e3b"/>
    <p:sldId xmlns:r="http://schemas.openxmlformats.org/officeDocument/2006/relationships" id="262" r:id="R89e86ed68bde4f05"/>
    <p:sldId xmlns:r="http://schemas.openxmlformats.org/officeDocument/2006/relationships" id="263" r:id="Rfc4b1b99b210472e"/>
    <p:sldId xmlns:r="http://schemas.openxmlformats.org/officeDocument/2006/relationships" id="264" r:id="R4490fd29d34847dd"/>
    <p:sldId xmlns:r="http://schemas.openxmlformats.org/officeDocument/2006/relationships" id="265" r:id="R64c5957dc0b24ebc"/>
    <p:sldId xmlns:r="http://schemas.openxmlformats.org/officeDocument/2006/relationships" id="266" r:id="R1aa7190e1224420a"/>
    <p:sldId xmlns:r="http://schemas.openxmlformats.org/officeDocument/2006/relationships" id="267" r:id="Rce285a1573ea4b47"/>
    <p:sldId xmlns:r="http://schemas.openxmlformats.org/officeDocument/2006/relationships" id="268" r:id="R36bcd20e0f4a4b07"/>
    <p:sldId xmlns:r="http://schemas.openxmlformats.org/officeDocument/2006/relationships" id="269" r:id="Rf203aee05e464bff"/>
    <p:sldId xmlns:r="http://schemas.openxmlformats.org/officeDocument/2006/relationships" id="270" r:id="Re50c6b60d8cf488a"/>
    <p:sldId xmlns:r="http://schemas.openxmlformats.org/officeDocument/2006/relationships" id="271" r:id="R668d36fd77234668"/>
    <p:sldId xmlns:r="http://schemas.openxmlformats.org/officeDocument/2006/relationships" id="272" r:id="R38da4fa657fa4246"/>
    <p:sldId xmlns:r="http://schemas.openxmlformats.org/officeDocument/2006/relationships" id="273" r:id="R529591303e85438c"/>
    <p:sldId xmlns:r="http://schemas.openxmlformats.org/officeDocument/2006/relationships" id="274" r:id="Re71f05b0efcf4f5a"/>
    <p:sldId xmlns:r="http://schemas.openxmlformats.org/officeDocument/2006/relationships" id="275" r:id="Rc5e26a93aa2d4e9a"/>
    <p:sldId xmlns:r="http://schemas.openxmlformats.org/officeDocument/2006/relationships" id="276" r:id="Rdb33ef6632d943e8"/>
    <p:sldId xmlns:r="http://schemas.openxmlformats.org/officeDocument/2006/relationships" id="277" r:id="R60e6cc9fb9214788"/>
    <p:sldId xmlns:r="http://schemas.openxmlformats.org/officeDocument/2006/relationships" id="278" r:id="R0ea5fd4d331e447e"/>
    <p:sldId xmlns:r="http://schemas.openxmlformats.org/officeDocument/2006/relationships" id="279" r:id="Rf5fc11ff0684403c"/>
    <p:sldId xmlns:r="http://schemas.openxmlformats.org/officeDocument/2006/relationships" id="280" r:id="Rcdc039e3dff240ae"/>
    <p:sldId xmlns:r="http://schemas.openxmlformats.org/officeDocument/2006/relationships" id="281" r:id="R778726b98e9e4b79"/>
    <p:sldId xmlns:r="http://schemas.openxmlformats.org/officeDocument/2006/relationships" id="282" r:id="Rc3cd461d1ea84cdb"/>
    <p:sldId xmlns:r="http://schemas.openxmlformats.org/officeDocument/2006/relationships" id="283" r:id="R21181d4a66904573"/>
    <p:sldId xmlns:r="http://schemas.openxmlformats.org/officeDocument/2006/relationships" id="284" r:id="R6de9534d253b4b25"/>
    <p:sldId xmlns:r="http://schemas.openxmlformats.org/officeDocument/2006/relationships" id="285" r:id="R44d04883a83343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5EC00C2-0887-405E-A094-2DD42646EF0A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9CBDA8"/>
          </a:solidFill>
        </a:fill>
      </a:tcStyle>
    </a:firstRow>
    <a:n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08a85de4e74563" /><Relationship Type="http://schemas.openxmlformats.org/officeDocument/2006/relationships/slideMaster" Target="/ppt/slideMasters/slideMaster1.xml" Id="R3b32975a38234b6c" /><Relationship Type="http://schemas.openxmlformats.org/officeDocument/2006/relationships/slideMaster" Target="/ppt/slideMasters/slideMaster2.xml" Id="R8a72e6221f224eab" /><Relationship Type="http://schemas.openxmlformats.org/officeDocument/2006/relationships/slideMaster" Target="/ppt/slideMasters/slideMaster3.xml" Id="Rf14ae9a302da4d5c" /><Relationship Type="http://schemas.openxmlformats.org/officeDocument/2006/relationships/notesMaster" Target="/ppt/notesMasters/notesMaster1.xml" Id="R676a3aa83a214957" /><Relationship Type="http://schemas.openxmlformats.org/officeDocument/2006/relationships/presProps" Target="/ppt/presProps.xml" Id="R64c927c729234722" /><Relationship Type="http://schemas.openxmlformats.org/officeDocument/2006/relationships/viewProps" Target="/ppt/viewProps.xml" Id="Rad30a1fecccf4c00" /><Relationship Type="http://schemas.openxmlformats.org/officeDocument/2006/relationships/tableStyles" Target="/ppt/tableStyles.xml" Id="R7a7d0dadb7c54419" /><Relationship Type="http://schemas.openxmlformats.org/officeDocument/2006/relationships/slide" Target="/ppt/slides/slide1.xml" Id="Rcaf9b0cc12ea4937" /><Relationship Type="http://schemas.openxmlformats.org/officeDocument/2006/relationships/slide" Target="/ppt/slides/slide2.xml" Id="R5652665998fc49f0" /><Relationship Type="http://schemas.openxmlformats.org/officeDocument/2006/relationships/slide" Target="/ppt/slides/slide3.xml" Id="Rf2d95b98713b43fd" /><Relationship Type="http://schemas.openxmlformats.org/officeDocument/2006/relationships/slide" Target="/ppt/slides/slide4.xml" Id="R7d718b5d7fe84f42" /><Relationship Type="http://schemas.openxmlformats.org/officeDocument/2006/relationships/slide" Target="/ppt/slides/slide5.xml" Id="R58f1ea3b1b954a5a" /><Relationship Type="http://schemas.openxmlformats.org/officeDocument/2006/relationships/slide" Target="/ppt/slides/slide6.xml" Id="Rcf787e1336d64e3b" /><Relationship Type="http://schemas.openxmlformats.org/officeDocument/2006/relationships/slide" Target="/ppt/slides/slide7.xml" Id="R89e86ed68bde4f05" /><Relationship Type="http://schemas.openxmlformats.org/officeDocument/2006/relationships/slide" Target="/ppt/slides/slide8.xml" Id="Rfc4b1b99b210472e" /><Relationship Type="http://schemas.openxmlformats.org/officeDocument/2006/relationships/slide" Target="/ppt/slides/slide9.xml" Id="R4490fd29d34847dd" /><Relationship Type="http://schemas.openxmlformats.org/officeDocument/2006/relationships/slide" Target="/ppt/slides/slide10.xml" Id="R64c5957dc0b24ebc" /><Relationship Type="http://schemas.openxmlformats.org/officeDocument/2006/relationships/slide" Target="/ppt/slides/slide11.xml" Id="R1aa7190e1224420a" /><Relationship Type="http://schemas.openxmlformats.org/officeDocument/2006/relationships/slide" Target="/ppt/slides/slide12.xml" Id="Rce285a1573ea4b47" /><Relationship Type="http://schemas.openxmlformats.org/officeDocument/2006/relationships/slide" Target="/ppt/slides/slide13.xml" Id="R36bcd20e0f4a4b07" /><Relationship Type="http://schemas.openxmlformats.org/officeDocument/2006/relationships/slide" Target="/ppt/slides/slide14.xml" Id="Rf203aee05e464bff" /><Relationship Type="http://schemas.openxmlformats.org/officeDocument/2006/relationships/slide" Target="/ppt/slides/slide15.xml" Id="Re50c6b60d8cf488a" /><Relationship Type="http://schemas.openxmlformats.org/officeDocument/2006/relationships/slide" Target="/ppt/slides/slide16.xml" Id="R668d36fd77234668" /><Relationship Type="http://schemas.openxmlformats.org/officeDocument/2006/relationships/slide" Target="/ppt/slides/slide17.xml" Id="R38da4fa657fa4246" /><Relationship Type="http://schemas.openxmlformats.org/officeDocument/2006/relationships/slide" Target="/ppt/slides/slide18.xml" Id="R529591303e85438c" /><Relationship Type="http://schemas.openxmlformats.org/officeDocument/2006/relationships/slide" Target="/ppt/slides/slide19.xml" Id="Re71f05b0efcf4f5a" /><Relationship Type="http://schemas.openxmlformats.org/officeDocument/2006/relationships/slide" Target="/ppt/slides/slide20.xml" Id="Rc5e26a93aa2d4e9a" /><Relationship Type="http://schemas.openxmlformats.org/officeDocument/2006/relationships/slide" Target="/ppt/slides/slide21.xml" Id="Rdb33ef6632d943e8" /><Relationship Type="http://schemas.openxmlformats.org/officeDocument/2006/relationships/slide" Target="/ppt/slides/slide22.xml" Id="R60e6cc9fb9214788" /><Relationship Type="http://schemas.openxmlformats.org/officeDocument/2006/relationships/slide" Target="/ppt/slides/slide23.xml" Id="R0ea5fd4d331e447e" /><Relationship Type="http://schemas.openxmlformats.org/officeDocument/2006/relationships/slide" Target="/ppt/slides/slide24.xml" Id="Rf5fc11ff0684403c" /><Relationship Type="http://schemas.openxmlformats.org/officeDocument/2006/relationships/slide" Target="/ppt/slides/slide25.xml" Id="Rcdc039e3dff240ae" /><Relationship Type="http://schemas.openxmlformats.org/officeDocument/2006/relationships/slide" Target="/ppt/slides/slide26.xml" Id="R778726b98e9e4b79" /><Relationship Type="http://schemas.openxmlformats.org/officeDocument/2006/relationships/slide" Target="/ppt/slides/slide27.xml" Id="Rc3cd461d1ea84cdb" /><Relationship Type="http://schemas.openxmlformats.org/officeDocument/2006/relationships/slide" Target="/ppt/slides/slide28.xml" Id="R21181d4a66904573" /><Relationship Type="http://schemas.openxmlformats.org/officeDocument/2006/relationships/slide" Target="/ppt/slides/slide29.xml" Id="R6de9534d253b4b25" /><Relationship Type="http://schemas.openxmlformats.org/officeDocument/2006/relationships/slide" Target="/ppt/slides/slide30.xml" Id="R44d04883a83343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79f4137a70346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5e302b16434e28" /><Relationship Type="http://schemas.openxmlformats.org/officeDocument/2006/relationships/notesMaster" Target="/ppt/notesMasters/notesMaster1.xml" Id="R09ccad57e9944c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5ee85329544381" /><Relationship Type="http://schemas.openxmlformats.org/officeDocument/2006/relationships/notesMaster" Target="/ppt/notesMasters/notesMaster1.xml" Id="Rb11580f3264448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8c9838a7fc4c8f" /><Relationship Type="http://schemas.openxmlformats.org/officeDocument/2006/relationships/notesMaster" Target="/ppt/notesMasters/notesMaster1.xml" Id="R0821d575a17a46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628086921b4f57" /><Relationship Type="http://schemas.openxmlformats.org/officeDocument/2006/relationships/notesMaster" Target="/ppt/notesMasters/notesMaster1.xml" Id="Rb7d91f9d3d4e44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101902d200412e" /><Relationship Type="http://schemas.openxmlformats.org/officeDocument/2006/relationships/notesMaster" Target="/ppt/notesMasters/notesMaster1.xml" Id="Ref1b81216bf948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4d43523d3a49f9" /><Relationship Type="http://schemas.openxmlformats.org/officeDocument/2006/relationships/notesMaster" Target="/ppt/notesMasters/notesMaster1.xml" Id="R147f42e4fb3a40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2063eeeae54ff0" /><Relationship Type="http://schemas.openxmlformats.org/officeDocument/2006/relationships/notesMaster" Target="/ppt/notesMasters/notesMaster1.xml" Id="R2980504d494d44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5faa9980414dd7" /><Relationship Type="http://schemas.openxmlformats.org/officeDocument/2006/relationships/notesMaster" Target="/ppt/notesMasters/notesMaster1.xml" Id="Rec3b0fb5d91c48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b78ab446a34071" /><Relationship Type="http://schemas.openxmlformats.org/officeDocument/2006/relationships/notesMaster" Target="/ppt/notesMasters/notesMaster1.xml" Id="R35493f9a6c2c49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bacf82d0544674" /><Relationship Type="http://schemas.openxmlformats.org/officeDocument/2006/relationships/notesMaster" Target="/ppt/notesMasters/notesMaster1.xml" Id="Ra6d8ce2ffd8347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94a5a7b225472a" /><Relationship Type="http://schemas.openxmlformats.org/officeDocument/2006/relationships/notesMaster" Target="/ppt/notesMasters/notesMaster1.xml" Id="R250cea56526644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98868d14d14ddd" /><Relationship Type="http://schemas.openxmlformats.org/officeDocument/2006/relationships/notesMaster" Target="/ppt/notesMasters/notesMaster1.xml" Id="Rf3d97ee4fc2243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8b4188211949f4" /><Relationship Type="http://schemas.openxmlformats.org/officeDocument/2006/relationships/notesMaster" Target="/ppt/notesMasters/notesMaster1.xml" Id="Rd5c62c91a6ff4a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ca02442d6a47c5" /><Relationship Type="http://schemas.openxmlformats.org/officeDocument/2006/relationships/notesMaster" Target="/ppt/notesMasters/notesMaster1.xml" Id="R3983f6daa26a49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7cd14270f944d3" /><Relationship Type="http://schemas.openxmlformats.org/officeDocument/2006/relationships/notesMaster" Target="/ppt/notesMasters/notesMaster1.xml" Id="R5a76a5d26f2a4b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b4380e11ef498c" /><Relationship Type="http://schemas.openxmlformats.org/officeDocument/2006/relationships/notesMaster" Target="/ppt/notesMasters/notesMaster1.xml" Id="Rb82461acac0d47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7b3f8a48ab4fde" /><Relationship Type="http://schemas.openxmlformats.org/officeDocument/2006/relationships/notesMaster" Target="/ppt/notesMasters/notesMaster1.xml" Id="R47980f0a1fa3429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35618645894997" /><Relationship Type="http://schemas.openxmlformats.org/officeDocument/2006/relationships/notesMaster" Target="/ppt/notesMasters/notesMaster1.xml" Id="R06badd64143141b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bdbc78244d4b37" /><Relationship Type="http://schemas.openxmlformats.org/officeDocument/2006/relationships/notesMaster" Target="/ppt/notesMasters/notesMaster1.xml" Id="R0ed6ba6fe30948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7e24a433b84133" /><Relationship Type="http://schemas.openxmlformats.org/officeDocument/2006/relationships/notesMaster" Target="/ppt/notesMasters/notesMaster1.xml" Id="Rdf90f8d66c9545e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cfda4f7da14495" /><Relationship Type="http://schemas.openxmlformats.org/officeDocument/2006/relationships/notesMaster" Target="/ppt/notesMasters/notesMaster1.xml" Id="R6d89af091226436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d5db1225c24e12" /><Relationship Type="http://schemas.openxmlformats.org/officeDocument/2006/relationships/notesMaster" Target="/ppt/notesMasters/notesMaster1.xml" Id="R5f5c5821de804d7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fe4f419b7e8490e" /><Relationship Type="http://schemas.openxmlformats.org/officeDocument/2006/relationships/notesMaster" Target="/ppt/notesMasters/notesMaster1.xml" Id="R671a5bbfbef8405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4b75dfc50c44113" /><Relationship Type="http://schemas.openxmlformats.org/officeDocument/2006/relationships/notesMaster" Target="/ppt/notesMasters/notesMaster1.xml" Id="Rfacb9b808b93411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13faab9e12454f" /><Relationship Type="http://schemas.openxmlformats.org/officeDocument/2006/relationships/notesMaster" Target="/ppt/notesMasters/notesMaster1.xml" Id="R9e96ed66843c47a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c231b5c644a488a" /><Relationship Type="http://schemas.openxmlformats.org/officeDocument/2006/relationships/notesMaster" Target="/ppt/notesMasters/notesMaster1.xml" Id="Rdb9346cf70984a0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133001095f146dc" /><Relationship Type="http://schemas.openxmlformats.org/officeDocument/2006/relationships/notesMaster" Target="/ppt/notesMasters/notesMaster1.xml" Id="R32966d282bc5405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57efe256107498c" /><Relationship Type="http://schemas.openxmlformats.org/officeDocument/2006/relationships/notesMaster" Target="/ppt/notesMasters/notesMaster1.xml" Id="Rbbe18eea78af45d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1bb549a32fe47b5" /><Relationship Type="http://schemas.openxmlformats.org/officeDocument/2006/relationships/notesMaster" Target="/ppt/notesMasters/notesMaster1.xml" Id="R330189979cac4a5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8d8fedb3e0747f3" /><Relationship Type="http://schemas.openxmlformats.org/officeDocument/2006/relationships/notesMaster" Target="/ppt/notesMasters/notesMaster1.xml" Id="Rebbf4741ae764c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【课时定位】第1课时｜导入</a:t>
            </a:r>
          </a:p>
          <a:p xmlns:a="http://schemas.openxmlformats.org/drawingml/2006/main">
            <a:r>
              <a:t>【本页目标】说出本课三项学习任务。</a:t>
            </a:r>
          </a:p>
          <a:p xmlns:a="http://schemas.openxmlformats.org/drawingml/2006/main">
            <a:r>
              <a:t>【建议用时】3分钟。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【教学顺序】读课题→读目标→说已知词。</a:t>
            </a:r>
          </a:p>
          <a:p xmlns:a="http://schemas.openxmlformats.org/drawingml/2006/main">
            <a:r>
              <a:t>【教师动作/话术】逐项目标追问；不提前讲规则。</a:t>
            </a:r>
          </a:p>
          <a:p xmlns:a="http://schemas.openxmlformats.org/drawingml/2006/main">
            <a:r>
              <a:t>【学生任务】读课题，说已知词。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【常见问题】只读课题→指目标词→学生复述。</a:t>
            </a:r>
          </a:p>
          <a:p xmlns:a="http://schemas.openxmlformats.org/drawingml/2006/main">
            <a:r>
              <a:t>【答案/检查标准】能说出至少三项核心任务，并指出还不熟的一项。</a:t>
            </a:r>
          </a:p>
          <a:p xmlns:a="http://schemas.openxmlformats.org/drawingml/2006/main">
            <a:r>
              <a:t>【教材来源】印P.35/PDF49；教材目标：能听懂手机号码并使用号码拨打手机；能听懂并使用两个或多个动词性短语表达动作的目的或方式；掌握能愿动词“想”的用法；掌握疑问代词“怎么”询问方式的用法。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【课时定位】第1课时｜看图热身</a:t>
            </a:r>
            <a:endParaRPr/>
          </a:p>
          <a:p xmlns:a="http://schemas.openxmlformats.org/drawingml/2006/main">
            <a:r>
              <a:t>【本页目标】学生能把6个词与图片对应。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【教学顺序】独立匹配→同桌核对→全班读词。</a:t>
            </a:r>
            <a:endParaRPr/>
          </a:p>
          <a:p xmlns:a="http://schemas.openxmlformats.org/drawingml/2006/main">
            <a:r>
              <a:t>【教师动作/话术】要求只写字母；核对时用“1是A”逐项报。</a:t>
            </a:r>
            <a:endParaRPr/>
          </a:p>
          <a:p xmlns:a="http://schemas.openxmlformats.org/drawingml/2006/main">
            <a:r>
              <a:t>【学生任务】看图选词，把字母写在图片旁。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【常见问题】字母与图片错配→先说图片内容→回到词库找字母→学生重新配对。</a:t>
            </a:r>
            <a:endParaRPr/>
          </a:p>
          <a:p xmlns:a="http://schemas.openxmlformats.org/drawingml/2006/main">
            <a:r>
              <a:t>【答案/检查标准】1-C 超市；2-A 手机；3-D 牛奶；4-F 米饭；5-E 出租车；6-B 晚饭</a:t>
            </a:r>
            <a:endParaRPr/>
          </a:p>
          <a:p xmlns:a="http://schemas.openxmlformats.org/drawingml/2006/main">
            <a:r>
              <a:t>【教材来源】教材印刷P.35（PDF第49页）。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【答案/检查标准】手机 shǒujī；电话 diànhuà；检查读音，并用其中一词说完整短句。</a:t>
            </a:r>
            <a:endParaRPr/>
          </a:p>
          <a:p xmlns:a="http://schemas.openxmlformats.org/drawingml/2006/main">
            <a:r>
              <a:t>【教材来源】教材印刷P.36（PDF第50页）。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【课时定位】第1课时｜课文1听力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【建议用时】5分钟；听两遍后立即同伴核对。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【教师动作/话术】教材音频6-1未嵌入。教师朗读两遍：第一遍自然语速完整朗读，全文后停5秒；第二遍逐句朗读，每句后停2秒。朗读稿：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场景：校园里，李文向白家月要手机号。</a:t>
            </a:r>
          </a:p>
          <a:p xmlns:a="http://schemas.openxmlformats.org/drawingml/2006/main">
            <a:r>
              <a:t>李文：家月，你的手机号是多少？</a:t>
            </a:r>
          </a:p>
          <a:p xmlns:a="http://schemas.openxmlformats.org/drawingml/2006/main">
            <a:r>
              <a:t>白家月：我的手机号是+33 601493190。</a:t>
            </a:r>
          </a:p>
          <a:p xmlns:a="http://schemas.openxmlformats.org/drawingml/2006/main">
            <a:r>
              <a:t>李文：我的手机号是+86 13552721160。</a:t>
            </a:r>
          </a:p>
          <a:p xmlns:a="http://schemas.openxmlformats.org/drawingml/2006/main">
            <a:r>
              <a:t>白家月：好的。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【答案/检查标准】1.完整答案是“白家月的国家区号是+33。”；证据：“白家月：我的手机号是+33 601493190。”；2.完整答案是“李文的国家区号是+86。”；证据：“李文说：我的手机号是+86 13552721160；由号码开头可知李文的国家区号是+86。”；3.完整答案是“手机号要一位一位地读，数字1通常读yāo。”；教材要点：一位一位地读；1读幺；证据：“教材注释：手机号要一位一位地读，数字1通常读‘幺’（yāo）。”；可接受同义完整句，关键信息须一致。</a:t>
            </a:r>
          </a:p>
          <a:p xmlns:a="http://schemas.openxmlformats.org/drawingml/2006/main">
            <a:r>
              <a:t>【教材来源】教材印刷P.36（PDF第50页），课文1；3题均为教师设计的课文证据题；实际音频状态：未嵌入，使用教师朗读。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【课时定位】第1课时｜课文一跟读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【本页目标】学生能按人物和顺序朗读课文一。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【教学顺序】默读→跟读→分角色→替换一处信息。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【教师动作/话术】逐轮指人物，先齐读再两人读。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【教材来源】教材印刷P.36（PDF第50页）。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【答案/检查标准】号 hào；检查读音，并用其中一词说完整短句。</a:t>
            </a:r>
            <a:endParaRPr/>
          </a:p>
          <a:p xmlns:a="http://schemas.openxmlformats.org/drawingml/2006/main">
            <a:r>
              <a:t>【教材来源】教材印刷P.36（PDF第50页）。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</a:t>
            </a:r>
            <a:endParaRPr/>
          </a:p>
          <a:p xmlns:a="http://schemas.openxmlformats.org/drawingml/2006/main">
            <a:r>
              <a:t>【本页目标】学生能理解并使用手机号的读法。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【教学顺序】读例句→圈形式→归纳→替换。</a:t>
            </a:r>
            <a:endParaRPr/>
          </a:p>
          <a:p xmlns:a="http://schemas.openxmlformats.org/drawingml/2006/main">
            <a:r>
              <a:t>【教师动作/话术】先让学生找相同部分，再用一句话确认规则。</a:t>
            </a:r>
            <a:endParaRPr/>
          </a:p>
          <a:p xmlns:a="http://schemas.openxmlformats.org/drawingml/2006/main">
            <a:r>
              <a:t>【学生任务】观察三组句子，说出共同规则。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【常见问题】只背形式不会替换→圈固定结构、给一个新词→学生完成新句。</a:t>
            </a:r>
            <a:endParaRPr/>
          </a:p>
          <a:p xmlns:a="http://schemas.openxmlformats.org/drawingml/2006/main">
            <a:r>
              <a:t>【答案/检查标准】号码逐位读；手机号中的1通常读yāo。</a:t>
            </a:r>
            <a:endParaRPr/>
          </a:p>
          <a:p xmlns:a="http://schemas.openxmlformats.org/drawingml/2006/main">
            <a:r>
              <a:t>【教材来源】教材印刷P.36（PDF第50页）。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【课时定位】第1课时｜语言点一控制练习</a:t>
            </a:r>
            <a:endParaRPr/>
          </a:p>
          <a:p xmlns:a="http://schemas.openxmlformats.org/drawingml/2006/main">
            <a:r>
              <a:t>【本页目标】学生能按句架完成三组问答。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【教学顺序】独立准备→同桌问答→抽查。</a:t>
            </a:r>
            <a:endParaRPr/>
          </a:p>
          <a:p xmlns:a="http://schemas.openxmlformats.org/drawingml/2006/main">
            <a:r>
              <a:t>【教师动作/话术】只给词头，不直接报答案。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【答案/检查标准】1.示例虚构号码：我的手机号是+86 13900001234。；2.手机号中的1通常读yāo。；3.手机号一位一位地读。</a:t>
            </a:r>
            <a:endParaRPr/>
          </a:p>
          <a:p xmlns:a="http://schemas.openxmlformats.org/drawingml/2006/main">
            <a:r>
              <a:t>【教材来源】教材印刷P.37（PDF第51页）；教师设计补充；依据本课课文、语言点与教材练习。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【课时定位】第1课时｜问答</a:t>
            </a:r>
            <a:endParaRPr/>
          </a:p>
          <a:p xmlns:a="http://schemas.openxmlformats.org/drawingml/2006/main">
            <a:r>
              <a:t>【本页目标】完成问答并准确记录。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【教学顺序】领取虚构号码→A问→B答→记录→换角色→汇报。</a:t>
            </a:r>
            <a:endParaRPr/>
          </a:p>
          <a:p xmlns:a="http://schemas.openxmlformats.org/drawingml/2006/main">
            <a:r>
              <a:t>【教师动作/话术】先发放虚构号码并示范；不询问或记录任何真实号码。</a:t>
            </a:r>
            <a:endParaRPr/>
          </a:p>
          <a:p xmlns:a="http://schemas.openxmlformats.org/drawingml/2006/main">
            <a:r>
              <a:t>【学生任务】两人交换虚构号码，记录一条结果。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【常见问题】问答不对应→回指问词→重答并改记录。</a:t>
            </a:r>
            <a:endParaRPr/>
          </a:p>
          <a:p xmlns:a="http://schemas.openxmlformats.org/drawingml/2006/main">
            <a:r>
              <a:t>【答案/检查标准】提问可接受：你的手机号是多少？；回答可接受：我的手机号是________。；记录要求：只使用课堂提供的虚构号码，不收集真实隐私。</a:t>
            </a:r>
            <a:endParaRPr/>
          </a:p>
          <a:p xmlns:a="http://schemas.openxmlformats.org/drawingml/2006/main">
            <a:r>
              <a:t>【教材来源】印P.36/PDF50；教师设计补充；依据本课课文、语言点与教材练习。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【课时定位】第1课时｜出口</a:t>
            </a:r>
            <a:endParaRPr/>
          </a:p>
          <a:p xmlns:a="http://schemas.openxmlformats.org/drawingml/2006/main">
            <a:r>
              <a:t>【本页目标】完成三题，读一题。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【教学顺序】独立写→核对→抽查。</a:t>
            </a:r>
            <a:endParaRPr/>
          </a:p>
          <a:p xmlns:a="http://schemas.openxmlformats.org/drawingml/2006/main">
            <a:r>
              <a:t>【教师动作/话术】抽查；错题重说。</a:t>
            </a:r>
            <a:endParaRPr/>
          </a:p>
          <a:p xmlns:a="http://schemas.openxmlformats.org/drawingml/2006/main">
            <a:r>
              <a:t>【学生任务】写三题，再读一题。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【常见问题】漏题→补答并读。</a:t>
            </a:r>
            <a:endParaRPr/>
          </a:p>
          <a:p xmlns:a="http://schemas.openxmlformats.org/drawingml/2006/main">
            <a:r>
              <a:t>【答案/检查标准】1.例：桌子上有一本书；135读作一三五。；2.例：你呢？；一本书。；3.完成自评，并正确复现至少一项。；开放题同义且含目标结构即可。</a:t>
            </a:r>
            <a:endParaRPr/>
          </a:p>
          <a:p xmlns:a="http://schemas.openxmlformats.org/drawingml/2006/main">
            <a:r>
              <a:t>【教材来源】印P.43/PDF57；教材学习小结复习：有字句、数字表达、语气助词“呢”、名量词结构。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【课时定位】第2课时｜第二课时检索</a:t>
            </a:r>
            <a:endParaRPr/>
          </a:p>
          <a:p xmlns:a="http://schemas.openxmlformats.org/drawingml/2006/main">
            <a:r>
              <a:t>【本页目标】学生能无提示复现课文一重点。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【教学顺序】独立回忆→同桌互检→口头复现。</a:t>
            </a:r>
            <a:endParaRPr/>
          </a:p>
          <a:p xmlns:a="http://schemas.openxmlformats.org/drawingml/2006/main">
            <a:r>
              <a:t>【教师动作/话术】先等待5秒，不立即给词。</a:t>
            </a:r>
            <a:endParaRPr/>
          </a:p>
          <a:p xmlns:a="http://schemas.openxmlformats.org/drawingml/2006/main">
            <a:r>
              <a:t>【学生任务】合上课本，回答三个复习问题。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【答案/检查标准】能说出课文一场景、一个句型和一条关键信息。</a:t>
            </a:r>
            <a:endParaRPr/>
          </a:p>
          <a:p xmlns:a="http://schemas.openxmlformats.org/drawingml/2006/main">
            <a:r>
              <a:t>【教材来源】教材印刷P.37（PDF第51页）；教师设计补充；依据本课课文、语言点与教材练习。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【答案/检查标准】明天 míngtiān；去 qù；哪儿 nǎr；想 xiǎng；超市 chāoshì；检查读音，并用其中一词说完整短句。</a:t>
            </a:r>
            <a:endParaRPr/>
          </a:p>
          <a:p xmlns:a="http://schemas.openxmlformats.org/drawingml/2006/main">
            <a:r>
              <a:t>【教材来源】教材印刷P.38（PDF第52页）。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【课时定位】第2课时｜课文2听力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【教师动作/话术】教材音频6-3未嵌入。教师朗读两遍：第一遍自然语速完整朗读，全文后停5秒；第二遍逐句朗读，每句后停2秒。朗读稿：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场景：下课后，白家月和陈天中在教室聊天。</a:t>
            </a:r>
          </a:p>
          <a:p xmlns:a="http://schemas.openxmlformats.org/drawingml/2006/main">
            <a:r>
              <a:t>陈天中：家月，明天你去哪儿？</a:t>
            </a:r>
          </a:p>
          <a:p xmlns:a="http://schemas.openxmlformats.org/drawingml/2006/main">
            <a:r>
              <a:t>白家月：我想去超市买东西。</a:t>
            </a:r>
          </a:p>
          <a:p xmlns:a="http://schemas.openxmlformats.org/drawingml/2006/main">
            <a:r>
              <a:t>陈天中：你去超市买什么？</a:t>
            </a:r>
          </a:p>
          <a:p xmlns:a="http://schemas.openxmlformats.org/drawingml/2006/main">
            <a:r>
              <a:t>白家月：我想买些牛奶。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白家月明天想去超市。”；证据：“陈天中问：家月，明天你去哪儿？白家月回答：我想去超市买东西。”；2.完整答案是“白家月想买些牛奶。”；证据：“白家月：我想买些牛奶。”；3.完整答案是“白家月去超市买东西。”；证据：“白家月：我想去超市买东西。”；可接受同义完整句，关键信息须一致。</a:t>
            </a:r>
          </a:p>
          <a:p xmlns:a="http://schemas.openxmlformats.org/drawingml/2006/main">
            <a:r>
              <a:t>【教材来源】教材印刷P.37（PDF第51页），课文2；其中2题为教材选择题，1题为教师设计的课文证据题；实际音频状态：未嵌入，使用教师朗读。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【课时定位】第2课时｜课文二跟读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【本页目标】学生能按人物和顺序朗读课文二。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【教师动作/话术】逐轮指人物；长句先分段读，再连起来读。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【教材来源】教材印刷P.37（PDF第51页）。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【答案/检查标准】买 mǎi；东西 dōngxi；些 xiē；牛奶 niúnǎi；检查读音，并用其中一词说完整短句。</a:t>
            </a:r>
            <a:endParaRPr/>
          </a:p>
          <a:p xmlns:a="http://schemas.openxmlformats.org/drawingml/2006/main">
            <a:r>
              <a:t>【教材来源】教材印刷P.38（PDF第52页）。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</a:t>
            </a:r>
            <a:endParaRPr/>
          </a:p>
          <a:p xmlns:a="http://schemas.openxmlformats.org/drawingml/2006/main">
            <a:r>
              <a:t>【本页目标】学生能使用能愿动词“想”。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【教师动作/话术】用手势标出固定位置，避免长篇术语解释。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【答案/检查标准】“想”放在动词前，表示希望或打算。</a:t>
            </a:r>
            <a:endParaRPr/>
          </a:p>
          <a:p xmlns:a="http://schemas.openxmlformats.org/drawingml/2006/main">
            <a:r>
              <a:t>【教材来源】教材印刷P.38（PDF第52页）。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【课时定位】第2课时｜语言点二控制练习</a:t>
            </a:r>
            <a:endParaRPr/>
          </a:p>
          <a:p xmlns:a="http://schemas.openxmlformats.org/drawingml/2006/main">
            <a:r>
              <a:t>【本页目标】学生能用目标句式完成三组问答。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【教学顺序】准备→问答→换角色→抽查。</a:t>
            </a:r>
            <a:endParaRPr/>
          </a:p>
          <a:p xmlns:a="http://schemas.openxmlformats.org/drawingml/2006/main">
            <a:r>
              <a:t>【教师动作/话术】只用问题关键词追问，让学生自改。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【答案/检查标准】1.我想去超市。；2.我想买牛奶。；3.我想吃包子。</a:t>
            </a:r>
            <a:endParaRPr/>
          </a:p>
          <a:p xmlns:a="http://schemas.openxmlformats.org/drawingml/2006/main">
            <a:r>
              <a:t>【教材来源】教材印刷P.38（PDF第52页）；教师设计补充；依据本课课文、语言点与教材练习。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【课时定位】第2课时｜课文二真实任务</a:t>
            </a:r>
            <a:endParaRPr/>
          </a:p>
          <a:p xmlns:a="http://schemas.openxmlformats.org/drawingml/2006/main">
            <a:r>
              <a:t>【本页目标】学生能在真实问答中使用本页目标句型。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【教师动作/话术】检查提问和回答是否对应。</a:t>
            </a:r>
            <a:endParaRPr/>
          </a:p>
          <a:p xmlns:a="http://schemas.openxmlformats.org/drawingml/2006/main">
            <a:r>
              <a:t>【学生任务】两人问答并记录两项真实信息。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【常见问题】提问与回答不对应→回指A问关键词→B重新回答并核对记录。</a:t>
            </a:r>
            <a:endParaRPr/>
          </a:p>
          <a:p xmlns:a="http://schemas.openxmlformats.org/drawingml/2006/main">
            <a:r>
              <a:t>【答案/检查标准】提问可接受：明天你去哪儿？你想买什么？；回答可接受：我想去________买________。；记录要求：记录同伴的地点和物品。</a:t>
            </a:r>
            <a:endParaRPr/>
          </a:p>
          <a:p xmlns:a="http://schemas.openxmlformats.org/drawingml/2006/main">
            <a:r>
              <a:t>【教材来源】教材印刷P.37（PDF第51页）；教师设计补充；依据本课课文、语言点与教材练习。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【课时定位】第2课时｜第二课时信息差</a:t>
            </a:r>
          </a:p>
          <a:p xmlns:a="http://schemas.openxmlformats.org/drawingml/2006/main">
            <a:r>
              <a:t>【本页目标】学生能采访3人并汇报一人。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【教学顺序】独立写问题→采访→记录→汇报。</a:t>
            </a:r>
          </a:p>
          <a:p xmlns:a="http://schemas.openxmlformats.org/drawingml/2006/main">
            <a:r>
              <a:t>【教师动作/话术】要求走动采访；只核对语言，不替学生决定答案。</a:t>
            </a:r>
          </a:p>
          <a:p xmlns:a="http://schemas.openxmlformats.org/drawingml/2006/main">
            <a:r>
              <a:t>【学生任务】采访3人，记录答案，再汇报一人。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【常见问题】记录与同伴回答不一致→让同伴再说一次→学生当场改正记录。</a:t>
            </a:r>
          </a:p>
          <a:p xmlns:a="http://schemas.openxmlformats.org/drawingml/2006/main">
            <a:r>
              <a:t>【答案/检查标准】三行记录完整；汇报与记录一致。</a:t>
            </a:r>
          </a:p>
          <a:p xmlns:a="http://schemas.openxmlformats.org/drawingml/2006/main">
            <a:r>
              <a:t>【教材来源】教材印刷P.37（PDF第51页）；教师设计补充；依据本课课文、语言点与教材练习。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【课时定位】第2课时｜出口</a:t>
            </a:r>
            <a:endParaRPr/>
          </a:p>
          <a:p xmlns:a="http://schemas.openxmlformats.org/drawingml/2006/main">
            <a:r>
              <a:t>【本页目标】完成三题，读一题。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【教学顺序】独立写→核对→抽查。</a:t>
            </a:r>
            <a:endParaRPr/>
          </a:p>
          <a:p xmlns:a="http://schemas.openxmlformats.org/drawingml/2006/main">
            <a:r>
              <a:t>【教师动作/话术】抽查；错题重说。</a:t>
            </a:r>
            <a:endParaRPr/>
          </a:p>
          <a:p xmlns:a="http://schemas.openxmlformats.org/drawingml/2006/main">
            <a:r>
              <a:t>【学生任务】写三题，再读一题。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【常见问题】漏题→补答并读。</a:t>
            </a:r>
            <a:endParaRPr/>
          </a:p>
          <a:p xmlns:a="http://schemas.openxmlformats.org/drawingml/2006/main">
            <a:r>
              <a:t>【答案/检查标准】1.例：你多大？；2.例：现在八点；今天星期一。；3.例：我会说汉语。；开放题同义且含目标结构即可。</a:t>
            </a:r>
            <a:endParaRPr/>
          </a:p>
          <a:p xmlns:a="http://schemas.openxmlformats.org/drawingml/2006/main">
            <a:r>
              <a:t>【教材来源】印P.44/PDF58；教材学习小结复习：询问年龄、时间表达、名词谓语句、能愿动词“会”。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【课时定位】第3课时｜第三课时检索</a:t>
            </a:r>
            <a:endParaRPr/>
          </a:p>
          <a:p xmlns:a="http://schemas.openxmlformats.org/drawingml/2006/main">
            <a:r>
              <a:t>【本页目标】学生能复现前两课时并预测课文三。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【教学顺序】回忆→同桌核对→看标题预测。</a:t>
            </a:r>
            <a:endParaRPr/>
          </a:p>
          <a:p xmlns:a="http://schemas.openxmlformats.org/drawingml/2006/main">
            <a:r>
              <a:t>【教师动作/话术】先让学生说，再用关键词补足。</a:t>
            </a:r>
            <a:endParaRPr/>
          </a:p>
          <a:p xmlns:a="http://schemas.openxmlformats.org/drawingml/2006/main">
            <a:r>
              <a:t>【学生任务】说出两个旧句，再预测课文三。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【答案/检查标准】至少说出两个旧句和一个合理预测。</a:t>
            </a:r>
            <a:endParaRPr/>
          </a:p>
          <a:p xmlns:a="http://schemas.openxmlformats.org/drawingml/2006/main">
            <a:r>
              <a:t>【教材来源】教材印刷P.39（PDF第53页）；教师设计补充；依据本课课文、语言点与教材练习。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【答案/检查标准】吃 chī；晚饭 wǎnfàn；那边 nàbiān；包子 bāozi；非常 fēicháng；好吃 hǎochī；检查读音，并用其中一词说完整短句。</a:t>
            </a:r>
            <a:endParaRPr/>
          </a:p>
          <a:p xmlns:a="http://schemas.openxmlformats.org/drawingml/2006/main">
            <a:r>
              <a:t>【教材来源】教材印刷P.40（PDF第54页）。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【课时定位】第3课时｜课文3听力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【教师动作/话术】教材音频6-5未嵌入。教师朗读两遍：第一遍自然语速完整朗读，全文后停5秒；第二遍逐句朗读，每句后停2秒。朗读稿：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场景：王一雪全家在讨论星期天晚餐安排。</a:t>
            </a:r>
          </a:p>
          <a:p xmlns:a="http://schemas.openxmlformats.org/drawingml/2006/main">
            <a:r>
              <a:t>王一雪：星期天我们去哪儿吃晚饭？</a:t>
            </a:r>
          </a:p>
          <a:p xmlns:a="http://schemas.openxmlformats.org/drawingml/2006/main">
            <a:r>
              <a:t>刘明：我还想去西安饭店。</a:t>
            </a:r>
          </a:p>
          <a:p xmlns:a="http://schemas.openxmlformats.org/drawingml/2006/main">
            <a:r>
              <a:t>刘小雪：那边的包子非常好吃，我想吃包子。</a:t>
            </a:r>
          </a:p>
          <a:p xmlns:a="http://schemas.openxmlformats.org/drawingml/2006/main">
            <a:r>
              <a:t>刘小明：妈妈，我想吃米饭，不想吃包子。</a:t>
            </a:r>
          </a:p>
          <a:p xmlns:a="http://schemas.openxmlformats.org/drawingml/2006/main">
            <a:r>
              <a:t>王一雪：好的。我们怎么去？</a:t>
            </a:r>
          </a:p>
          <a:p xmlns:a="http://schemas.openxmlformats.org/drawingml/2006/main">
            <a:r>
              <a:t>刘明：坐出租车去。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王一雪一家人想去西安饭店吃晚饭。”；证据：“王一雪：星期天我们去哪儿吃晚饭？；刘明：我还想去西安饭店。”；2.完整答案是“刘小明不想吃包子。”；证据：“刘小明：妈妈，我想吃米饭，不想吃包子。”；3.完整答案是“他们坐出租车去西安饭店。”；证据：“王一雪问一家人星期天去哪儿吃晚饭；刘明说去西安饭店，最后回答坐出租车去。”；可接受同义完整句，关键信息须一致。</a:t>
            </a:r>
          </a:p>
          <a:p xmlns:a="http://schemas.openxmlformats.org/drawingml/2006/main">
            <a:r>
              <a:t>【教材来源】教材印刷P.38（PDF第52页）、教材印刷P.39（PDF第53页），课文3；其中2题为教材选择题，1题为教师设计的课文证据题；实际音频状态：未嵌入，使用教师朗读。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【课时定位】第3课时｜课文三跟读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【本页目标】学生能按六轮顺序朗读课文三。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【教学顺序】默读→跟读→分角色→完整表演。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【教师动作/话术】长句先分段读，再连起来恢复自然语速。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【答案/检查标准】按6轮原顺序分角色朗读；人物、轮次、汉字和拼音准确，不漏轮、不串角色。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【教材来源】教材印刷P.39（PDF第53页）。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【答案/检查标准】米饭 mǐfàn；怎么 zěnme；坐 zuò；出租车 chūzūchē；西安饭店 Xī'ān Fàndiàn；检查读音，并用其中一词说完整短句。</a:t>
            </a:r>
            <a:endParaRPr/>
          </a:p>
          <a:p xmlns:a="http://schemas.openxmlformats.org/drawingml/2006/main">
            <a:r>
              <a:t>【教材来源】教材印刷P.40（PDF第54页）。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【课时定位】第3课时｜语言点三</a:t>
            </a:r>
            <a:endParaRPr/>
          </a:p>
          <a:p xmlns:a="http://schemas.openxmlformats.org/drawingml/2006/main">
            <a:r>
              <a:t>【本页目标】学生能使用连动句与“怎么”。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【教师动作/话术】板书最短公式，马上让学生替换。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【答案/检查标准】两个或多个动词短语可表示动作的目的或方式；疑问代词“怎么”放在动词前询问方式。</a:t>
            </a:r>
            <a:endParaRPr/>
          </a:p>
          <a:p xmlns:a="http://schemas.openxmlformats.org/drawingml/2006/main">
            <a:r>
              <a:t>【教材来源】教材印刷P.40（PDF第54页）、教材印刷P.41（PDF第55页）。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【课时定位】第3课时｜综合练习</a:t>
            </a:r>
          </a:p>
          <a:p xmlns:a="http://schemas.openxmlformats.org/drawingml/2006/main">
            <a:r>
              <a:t>【本页目标】学生能完成教材核心选词填空。</a:t>
            </a:r>
          </a:p>
          <a:p xmlns:a="http://schemas.openxmlformats.org/drawingml/2006/main">
            <a:r>
              <a:t>【建议用时】4分钟；时间不足时保留学生产出与检查。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【教学顺序】独立→同桌核对理由→全班读句。</a:t>
            </a:r>
          </a:p>
          <a:p xmlns:a="http://schemas.openxmlformats.org/drawingml/2006/main">
            <a:r>
              <a:t>【教师动作/话术】不先展示答案；要求说出词与位置的依据。</a:t>
            </a:r>
          </a:p>
          <a:p xmlns:a="http://schemas.openxmlformats.org/drawingml/2006/main">
            <a:r>
              <a:t>【学生任务】独立填空，再读出完整句。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【常见问题】只填词不读完整句→追问词义和位置→学生读全句并说明理由。</a:t>
            </a:r>
          </a:p>
          <a:p xmlns:a="http://schemas.openxmlformats.org/drawingml/2006/main">
            <a:r>
              <a:t>【答案/检查标准】1.我想去超市买牛奶。；2.我们坐出租车去西安饭店吃晚饭。；3.妈妈：你想吃什么？孩子：我想吃米饭。；4.老师：你的手机号是多少？学生：我的手机号是13126975002。</a:t>
            </a:r>
          </a:p>
          <a:p xmlns:a="http://schemas.openxmlformats.org/drawingml/2006/main">
            <a:r>
              <a:t>【教材来源】教材印刷P.41（PDF第55页）。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【课时定位】第3课时｜提示输出</a:t>
            </a:r>
          </a:p>
          <a:p xmlns:a="http://schemas.openxmlformats.org/drawingml/2006/main">
            <a:r>
              <a:t>【本页目标】根据提示说完整句。</a:t>
            </a:r>
          </a:p>
          <a:p xmlns:a="http://schemas.openxmlformats.org/drawingml/2006/main">
            <a:r>
              <a:t>【建议用时】5分钟。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【教学顺序】读四组提示→独立准备→同桌互说→抽查。</a:t>
            </a:r>
          </a:p>
          <a:p xmlns:a="http://schemas.openxmlformats.org/drawingml/2006/main">
            <a:r>
              <a:t>【教师动作/话术】追问人物、地点、时间或完成情况，让句子完整。</a:t>
            </a:r>
          </a:p>
          <a:p xmlns:a="http://schemas.openxmlformats.org/drawingml/2006/main">
            <a:r>
              <a:t>【学生任务】看四幅教材图片，逐项补全并读出。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【常见问题】只念提示→追问要素→补成全句。</a:t>
            </a:r>
          </a:p>
          <a:p xmlns:a="http://schemas.openxmlformats.org/drawingml/2006/main">
            <a:r>
              <a:t>【答案/检查标准】1.她的手机号是多少？；2.我想去超市买牛奶。；3.王一雪想坐出租车去超市。；4.这些包子非常好吃。</a:t>
            </a:r>
          </a:p>
          <a:p xmlns:a="http://schemas.openxmlformats.org/drawingml/2006/main">
            <a:r>
              <a:t>【教材来源】印P.41/PDF55、印P.42/PDF56；教材四幅看图题改用教师高清无文字语义图呈现；四个句架与教材题意一一对应。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【课时定位】第3课时｜课堂活动与本课观察</a:t>
            </a:r>
            <a:endParaRPr/>
          </a:p>
          <a:p xmlns:a="http://schemas.openxmlformats.org/drawingml/2006/main">
            <a:r>
              <a:t>【本页目标】学生能按材料完成课堂活动并分享结果。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【教学顺序】读材料→分组完成→分享→同伴核对。</a:t>
            </a:r>
            <a:endParaRPr/>
          </a:p>
          <a:p xmlns:a="http://schemas.openxmlformats.org/drawingml/2006/main">
            <a:r>
              <a:t>【教师动作/话术】先示范一轮；巡视检查材料使用，最后抽查个人产出。</a:t>
            </a:r>
            <a:endParaRPr/>
          </a:p>
          <a:p xmlns:a="http://schemas.openxmlformats.org/drawingml/2006/main">
            <a:r>
              <a:t>【学生任务】按三步完成活动，并按材料分享结果。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【常见问题】跳过步骤或只齐读→回到当前步骤→指定个人完成产出并复述提示。</a:t>
            </a:r>
            <a:endParaRPr/>
          </a:p>
          <a:p xmlns:a="http://schemas.openxmlformats.org/drawingml/2006/main">
            <a:r>
              <a:t>【答案/检查标准】完成三步；产出使用本课目标结构，并与任务材料一致。</a:t>
            </a:r>
            <a:endParaRPr/>
          </a:p>
          <a:p xmlns:a="http://schemas.openxmlformats.org/drawingml/2006/main">
            <a:r>
              <a:t>【教材来源】教材印刷P.42（PDF第56页）；教材活动改编：填写表格。两人一组，填写星期一、星期二和星期六早饭吃什么，填好后分享。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【课时定位】第3课时｜出口</a:t>
            </a:r>
            <a:endParaRPr/>
          </a:p>
          <a:p xmlns:a="http://schemas.openxmlformats.org/drawingml/2006/main">
            <a:r>
              <a:t>【本页目标】完成三题，读一题。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【教学顺序】独立写→核对→抽查。</a:t>
            </a:r>
            <a:endParaRPr/>
          </a:p>
          <a:p xmlns:a="http://schemas.openxmlformats.org/drawingml/2006/main">
            <a:r>
              <a:t>【教师动作/话术】抽查；错题重说。</a:t>
            </a:r>
            <a:endParaRPr/>
          </a:p>
          <a:p xmlns:a="http://schemas.openxmlformats.org/drawingml/2006/main">
            <a:r>
              <a:t>【学生任务】写三题，再读一题。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【常见问题】漏题→补答并读。</a:t>
            </a:r>
            <a:endParaRPr/>
          </a:p>
          <a:p xmlns:a="http://schemas.openxmlformats.org/drawingml/2006/main">
            <a:r>
              <a:t>【答案/检查标准】1.西安饭店的包子非常好吃。；2.他们坐出租车去西安饭店。；3.例：我想去超市；我去超市买牛奶；我们怎么去？；开放题同义且含目标结构即可。</a:t>
            </a:r>
            <a:endParaRPr/>
          </a:p>
          <a:p xmlns:a="http://schemas.openxmlformats.org/drawingml/2006/main">
            <a:r>
              <a:t>【教材来源】印P.39/PDF53、印P.44/PDF58；教材学习小结复习：能愿动词“想”、连动句、疑问代词“怎么”。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acd826c3842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9d4d3732845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016f29e5e4d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a10357fa348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614073bff44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8a7c552c64bd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2c2f2ad894c7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d383667b146f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de946dafe046b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ab0129b1149e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77f0f10c0475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f33ff6e00483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a1eaa21d2244d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9141c190984f8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9287f996d646e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050d6b26b04bc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c5d06f305c748c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07151c97ac44b5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fe40ccdc2749f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6d047e1a774c4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e5b5bd42c04c4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31d9fda4f44b6f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6d090af0e24ae2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1b5fade1777468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701f863c57a4b1a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dce567bbd8842bc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6f071c54a834575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b117fae0fd24e59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8c66d82f6114083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2594632893e4da4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f4e5772a00943a3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138ef05f9284b45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c1c755355e74866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d662b2eac8f41d7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9ed3ccb906f4de9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5C4BA8-3487-40AC-8175-F050D08541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2E8BFFA-0FB8-4396-A3D5-EE9CD95639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B35E799-CF4C-43A4-865A-248A25E211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7C1CB37-CF50-41A7-AD39-37853A39DB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40B1BA2-EB72-4E6A-A370-87879B573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DF5AC7-4CBB-4E5A-AB40-62AC78F00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112B68B-3A4C-4D7A-9FD3-3943672786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589B68-2E8A-4730-AFBB-5EC161D4F7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F203D4-3046-4D05-AA99-0EAA888D7F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88BF10-E430-4000-B1EB-1CE74EDFA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2F23C2-6C31-43A0-8C5E-B388490F3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3E43ED-6885-4210-BE4A-BFB2A6017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F0E3D2-5D36-40D8-96E6-730B471375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E7371C-DEE7-4803-B862-F993B9B527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15B718-FD15-464A-920D-CBDAF756DC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719504-ED9F-47B8-8327-F841EE9E7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ADD4E3-56CF-4038-A272-DBB298B9D9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C3CA067-993E-4100-B596-8F78E79D45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83FE52D-D04F-4771-A4AC-F6B9BFBDB8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F9E0E0-E0BB-4B8B-A090-32E752B612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593CD7B-70EF-4E44-B0BB-F97ECEF3C1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D422D4-24A0-487D-ACC1-6122089C5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254E97-CCFC-4F59-9709-DE4E3A7FE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4D74C4D-9E2C-436E-9888-59A9220256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ECCBE05-FD41-4417-9AE7-0BCAC718F9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FCB5F02-9200-4156-AD16-E45C2D3489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DF35944-9965-48E5-9F27-2F395E849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29B4E8F-B321-4450-AD21-AE8DDF991B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2E335D5-77F6-4F35-B9E7-1CCEBC399B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43B593-ED84-4789-9EC5-BFF4AF0E2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C99174-1C04-4E21-8200-35670EEEF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CF716E-7FA6-4F72-9974-96C9556BD5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DCE953B-3083-4445-804E-80A857A07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3289CD-17FC-440B-A52A-EF685D7B6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4C71829-D425-48DF-9B49-4AC33D00FD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E3CA769-D569-4FC4-B628-14A964482C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0C381B-C09C-4C50-AF41-733034309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0D9418F-D809-4048-8A41-0327D392B5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800276-31E2-441C-91FE-2945DA52A2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10AE342-97B4-4FB5-B82D-9038D3F126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110AA8-82DD-48E9-95CC-903E2A8C68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F87BD12-103A-4BAB-A38C-BE9D80722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527B5E-D2CB-4A05-8B9E-077348036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67A0FCD-FC14-41F3-A005-42162F015F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F5C5F73-5B94-45CA-84CB-463D15532A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60E73DF-904E-492F-84B8-5940A821AA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8C01AA0-B6AE-4711-8FE4-E5E63A50A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EDEF9EA-5041-4C82-8A5D-54E216C36B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37C3CBD-2A36-4924-A645-CE1AFD3BD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9929B56-6CB1-4543-946B-DC8A14BFF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202888-F734-4620-A4E9-C99A10DB8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C80F8A-C79D-47EE-B9C8-4069ED73A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6F87A3-BE5A-4951-9F13-409E8D841F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B3A3E21-6CC9-48A9-886F-6B5A2A721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805ABA6-139B-4649-8BCF-D9A7F1470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F795D4-C8E4-4B20-A946-EF3B6E7D9B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4480AB-ED66-4EDA-B9F9-E568396B5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CAFA87C-62F7-4079-B6FF-3E7A019756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正文页-10007_14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8FA658B-D7A6-4CCC-AD59-9B69B04B75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59446CB-3936-4D57-89B2-B0E97F363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3EA229F-7B88-4383-BF9E-ED5547D09D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DAEBDBAF-E11F-49DF-B58D-64119C35709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091E01D-CDBA-4626-8434-6406906096F9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6096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C8387154-E580-4696-806B-E3F4C89CA59D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6096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BDEDDAA-C10D-4AFF-81B6-5E68EBD3ADA4}"/>
              </a:ext>
            </a:extLst>
          </p:cNvPr>
          <p:cNvSpPr>
            <a:spLocks xmlns:a="http://schemas.openxmlformats.org/drawingml/2006/main" noGrp="1"/>
          </p:cNvSpPr>
          <p:nvPr>
            <p:ph type="body" idx="16388" hasCustomPrompt="1"/>
          </p:nvPr>
        </p:nvSpPr>
        <p:spPr>
          <a:xfrm xmlns:a="http://schemas.openxmlformats.org/drawingml/2006/main">
            <a:off x="44704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2F264451-162D-4ECA-B42C-C1AB6E0DA282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44704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EE7FE059-302D-4006-9A3B-1BE428462A90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83312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31BD13B0-F71D-4BBD-B3A2-9F5A6D6057AE}"/>
              </a:ext>
            </a:extLst>
          </p:cNvPr>
          <p:cNvSpPr>
            <a:spLocks xmlns:a="http://schemas.openxmlformats.org/drawingml/2006/main" noGrp="1"/>
          </p:cNvSpPr>
          <p:nvPr>
            <p:ph type="body" idx="16391" hasCustomPrompt="1"/>
          </p:nvPr>
        </p:nvSpPr>
        <p:spPr>
          <a:xfrm xmlns:a="http://schemas.openxmlformats.org/drawingml/2006/main">
            <a:off x="83312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218C20-2B95-4230-B0A1-8DB4820444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5291608-668A-4B24-9D2A-89E46EF905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87ABE1-D674-4325-B5AF-FB0B344F7D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A4CAB0-740D-4E18-A0F7-6F29A006BD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5A905E-137D-4628-B1E0-99AECFA5C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AF39BBB-2532-419E-89F2-22ABDCC9B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9028CD9-90EB-4FC3-AB65-7C899F4980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F42AAA-5763-45AE-A01D-E00D93D742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AB39C2-3D59-4BE8-BD6D-FAF6ADC606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14CCAF-BD65-4FCC-9D9A-426D263646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A6F233F-FFE3-466F-8525-F260B7B30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D3E10E7-3462-4B4D-B87F-F507845FC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26C199-EFF3-4D7D-89C4-A7ADD88043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208E5C-A74A-41A4-8080-F9B35ED62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FDD259-014C-4F33-ABD4-0CEAFCC6C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EB0A2A-EA4A-42B3-A351-5A0808672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717045-B584-4336-B05E-C1B6174D54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79DB6E1-97C2-4DD2-8DC1-5357D99AE0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AFA89-1DA8-4A62-A04D-3B1A2F7742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7AF832-9807-46A6-A459-DF53397F6D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773D761-0FE7-4586-85C3-27B00FFE7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E753D6-4D8B-4C73-AF6A-15B2A4974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5E954FF-AFBC-4334-9E93-8924B7C8EA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4B6F224-5B3C-41FA-A941-99CC96399B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75F0557-7784-4539-9440-971BC825CB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0ADC3A9-FD30-46E0-B150-CF931907F8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210B611-C97D-493D-9D9F-24AE4FAF3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76DF7CE-7CD7-4BBB-89A2-4DF460B4B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64A147E-27FA-4146-B5A7-01F8313EB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66C663-C832-4478-A4E8-C71670C28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18945DD-ABDE-4E16-81EC-40106808E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0C69370-BB3C-4C2D-823A-B3A5C8C56D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A1A2C3-DDDD-42AF-AC4F-4E2026AF8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1C41FDA-2FA7-401A-B281-8FB3A98212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6E911AC-0D44-4679-BB81-4EB74D7F0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9F00D63-6B78-4147-B245-32F841976B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3490D4-DD71-47ED-9208-C014A790F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B3C7FDA-791C-4363-93F6-CA072EE1FC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03C76B3-9780-4D36-B377-AB70CD888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33BD6E6-4AE9-498E-8DA1-B162041023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13A8199-59CD-4A89-AD93-6989E962F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F8E5A95-16DB-40DF-9288-0765DBA9F6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918E53-0951-44D7-AF8A-1B5E7BE29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9EE092E-3676-4DE5-A698-07CC2F0A00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599043B-1EBE-42D9-BA2C-82905F6649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7D8DE7C-FCE5-423A-821F-228B41499F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65F8C07-A536-4A2E-A91A-D7717454ED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E77107B-2FDE-403A-8AC5-77F855CA7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735ACB-31C9-4EA7-AF1F-041312853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56D3A3-6FB6-40EC-96F9-A149B6FCD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73E713-EB8C-4435-8D30-EA24EAED9A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7C8A0D-B803-48AA-B889-6FA92EA71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1B91DF-C93C-4C98-8670-64B865490E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B6B2514-84D4-40FA-88AF-485C3F652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E68BD21-B911-4563-A044-9745CF0A0B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AFFEE3-B158-4AB9-89A2-9B6E6E21F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33C334-3AB1-49E5-A2E9-AFD858516A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F1FBB0-AC34-470D-BCD4-C41698B0F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FA0342-62C3-4FE5-AC38-2652E5FD20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BA2A93-F721-4F19-9BCE-B0515CA284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D49577A-6767-49E8-8C6D-5C82A22177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DF69A4-6D77-4230-8F08-9C88400CA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BC9BE9-32AF-46B2-8255-718743296A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55FB9D-5FA5-4D76-8AF8-1A05C8F4E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5FAE3A-3554-4813-A2DF-CEAC9DB41E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DAFC3-8DC5-41D7-8956-D1E0CB3B53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45D769E-3C67-4470-8816-C84DE9483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F6A83B-947B-44FB-920E-DD83BAA9DD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F11F47-9194-4D99-8D84-F52DC55B7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137CD-A6FC-4281-A445-15139D5515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7F0FB5-3F82-40AA-B21C-6E8EED706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044489-0E97-4005-8DB8-CDD80B0AE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8BBBE5-E6FB-4EA6-82D1-0BFB931B1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1780A8-5991-4CA5-9FF7-F2982B5B8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7802319-8192-48D4-AFB4-09A2032BD6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285F8D-7D52-42DF-BB7F-010EFC6F78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6AF9AD3-F930-412C-9BEE-E6F03E96D8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C1A30F9-90D0-4E9F-BF1D-F63C7DB0E5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99EC2A9-B199-46B3-837C-F6208E26C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DA5410-B35C-4245-B3A3-33AB2CB32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7B8151-FAB3-44E9-B80E-7C134CED8F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ED57F2-CD94-4E39-9EDC-A1FB468B5B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59EEC4A-B9FC-4621-A917-53583E22FF3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5EE54E5-F064-48BF-B4D9-D772BB54FC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D76E987-4C95-44B2-BC13-D73A0EB94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857720B-B486-4898-9CA3-2069AB86FD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8393832-B8A1-4AF0-AD8A-5BAC20040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4FCBF7-C59E-45B9-A18D-8888E9198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EB8051A-44E0-42CC-858A-E095265D90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C3D50C9-EB86-4950-85EA-1C5C59021C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04CC659-F269-48D3-A486-C1F548EC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F382304-F319-4767-8655-30523156C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0803552-4D84-46F8-82C0-14C36F157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3BB43CE-0ADC-4ED2-B0BB-382108A49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15C7CF-B971-4B3E-A687-F8740373C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846982-DE3D-4EE5-B138-5248B0EC09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0041D7C-A840-4BD5-A49E-DAD90A3FAF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84598-6269-4E3C-AB32-429FC351F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FD09F2-A9E4-4544-9FD3-CE3FF6FA3A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CFA512C-709C-4C07-8D95-4F870F0EB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7EDE43-F08F-4E36-A9A0-6B822667D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C981ACE-DFBE-46A9-8602-4D5CADA1343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499235-B654-4E06-AA9F-4EDC509776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D3108D6-03CD-40A5-90A2-C136950F76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E709537-BA77-4DAE-A747-3A79D02D1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DF3A9FD-0113-4BA1-BBCC-5184508B54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CC282E-B51E-4B0B-A1B3-0C2B38E51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EA4348-EC0A-455C-A742-A6AD7BBCD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379B4A-BE65-4F20-A4F9-74D5FB4C7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3C7C04-A69F-45E6-AADB-C50D9EBCD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F875AF-E978-404F-AF6E-EE894CBD67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69D22EE-EC50-4216-B52E-281183B97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E7D24B0-D18B-4E92-BA4B-986CDC348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2D6FDC-CAE7-4F6F-9C58-9D1915D03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B33DC4-7BE3-43D0-92C8-8DE3D80BA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7A1AAF-1221-43CA-B5C2-FE10C186C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3AD729-5FB0-4503-8EAC-FADB40C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9A8776"/>
                </a:solidFill>
                <a:latin typeface="微软雅黑"/>
                <a:ea typeface="微软雅黑"/>
                <a:cs typeface="微软雅黑"/>
              </a:rPr>
              <a:t>HSK 1 · 第三课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702CB9-C462-423C-AA1F-6A40DBCDF7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9184" y="6446520"/>
            <a:ext cx="2286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50">
                <a:solidFill>
                  <a:srgbClr val="9A877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ff6bf991c8430b" /><Relationship Type="http://schemas.openxmlformats.org/officeDocument/2006/relationships/slideLayout" Target="/ppt/slideLayouts/slideLayout1.xml" Id="R05d340ca40604df9" /><Relationship Type="http://schemas.openxmlformats.org/officeDocument/2006/relationships/slideLayout" Target="/ppt/slideLayouts/slideLayout2.xml" Id="Rfcf8e03a632345cf" /><Relationship Type="http://schemas.openxmlformats.org/officeDocument/2006/relationships/slideLayout" Target="/ppt/slideLayouts/slideLayout3.xml" Id="Rffd1707e7ebb400e" /><Relationship Type="http://schemas.openxmlformats.org/officeDocument/2006/relationships/slideLayout" Target="/ppt/slideLayouts/slideLayout4.xml" Id="R423855fced854030" /><Relationship Type="http://schemas.openxmlformats.org/officeDocument/2006/relationships/slideLayout" Target="/ppt/slideLayouts/slideLayout5.xml" Id="R338ad22863714d07" /><Relationship Type="http://schemas.openxmlformats.org/officeDocument/2006/relationships/slideLayout" Target="/ppt/slideLayouts/slideLayout6.xml" Id="Rb4eb3e75932847ea" /><Relationship Type="http://schemas.openxmlformats.org/officeDocument/2006/relationships/slideLayout" Target="/ppt/slideLayouts/slideLayout7.xml" Id="R9ebdf2d852dc4888" /><Relationship Type="http://schemas.openxmlformats.org/officeDocument/2006/relationships/slideLayout" Target="/ppt/slideLayouts/slideLayout8.xml" Id="Rc187016264bd4aa9" /><Relationship Type="http://schemas.openxmlformats.org/officeDocument/2006/relationships/slideLayout" Target="/ppt/slideLayouts/slideLayout9.xml" Id="R583ebe910a13456e" /><Relationship Type="http://schemas.openxmlformats.org/officeDocument/2006/relationships/slideLayout" Target="/ppt/slideLayouts/slideLayout10.xml" Id="R7ace40071e154462" /><Relationship Type="http://schemas.openxmlformats.org/officeDocument/2006/relationships/slideLayout" Target="/ppt/slideLayouts/slideLayout11.xml" Id="Rfd9f6a7787b34df8" /><Relationship Type="http://schemas.openxmlformats.org/officeDocument/2006/relationships/slideLayout" Target="/ppt/slideLayouts/slideLayout12.xml" Id="R7eadc089e1af4de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b301f5ba8434a5b" /><Relationship Type="http://schemas.openxmlformats.org/officeDocument/2006/relationships/slideLayout" Target="/ppt/slideLayouts/slideLayout13.xml" Id="Rb2d558ffe8254af6" /><Relationship Type="http://schemas.openxmlformats.org/officeDocument/2006/relationships/slideLayout" Target="/ppt/slideLayouts/slideLayout14.xml" Id="R6cacf0a9135b41ad" /><Relationship Type="http://schemas.openxmlformats.org/officeDocument/2006/relationships/slideLayout" Target="/ppt/slideLayouts/slideLayout15.xml" Id="R0390e595b7b74ac7" /><Relationship Type="http://schemas.openxmlformats.org/officeDocument/2006/relationships/slideLayout" Target="/ppt/slideLayouts/slideLayout16.xml" Id="R0a81887c7c774f15" /><Relationship Type="http://schemas.openxmlformats.org/officeDocument/2006/relationships/slideLayout" Target="/ppt/slideLayouts/slideLayout17.xml" Id="Rb2b83eff2bae4b81" /><Relationship Type="http://schemas.openxmlformats.org/officeDocument/2006/relationships/slideLayout" Target="/ppt/slideLayouts/slideLayout18.xml" Id="Rbbbca1691f574d11" /><Relationship Type="http://schemas.openxmlformats.org/officeDocument/2006/relationships/slideLayout" Target="/ppt/slideLayouts/slideLayout19.xml" Id="Rdd107c98b84c4279" /><Relationship Type="http://schemas.openxmlformats.org/officeDocument/2006/relationships/slideLayout" Target="/ppt/slideLayouts/slideLayout20.xml" Id="R2bde1f69fd8c4542" /><Relationship Type="http://schemas.openxmlformats.org/officeDocument/2006/relationships/slideLayout" Target="/ppt/slideLayouts/slideLayout21.xml" Id="Ra0d780012beb481c" /><Relationship Type="http://schemas.openxmlformats.org/officeDocument/2006/relationships/slideLayout" Target="/ppt/slideLayouts/slideLayout22.xml" Id="Rf933c15d26eb4fe3" /><Relationship Type="http://schemas.openxmlformats.org/officeDocument/2006/relationships/slideLayout" Target="/ppt/slideLayouts/slideLayout23.xml" Id="Rc3970aa8d9b5402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40dbf87d04b4148" /><Relationship Type="http://schemas.openxmlformats.org/officeDocument/2006/relationships/slideLayout" Target="/ppt/slideLayouts/slideLayout24.xml" Id="Rec14bedcee6e4b0d" /><Relationship Type="http://schemas.openxmlformats.org/officeDocument/2006/relationships/slideLayout" Target="/ppt/slideLayouts/slideLayout25.xml" Id="Rd4fc41411c1f458e" /><Relationship Type="http://schemas.openxmlformats.org/officeDocument/2006/relationships/slideLayout" Target="/ppt/slideLayouts/slideLayout26.xml" Id="R26a0e28412934299" /><Relationship Type="http://schemas.openxmlformats.org/officeDocument/2006/relationships/slideLayout" Target="/ppt/slideLayouts/slideLayout27.xml" Id="R04d629e3b4004b3f" /><Relationship Type="http://schemas.openxmlformats.org/officeDocument/2006/relationships/slideLayout" Target="/ppt/slideLayouts/slideLayout28.xml" Id="R4c9f6ac8433c4c31" /><Relationship Type="http://schemas.openxmlformats.org/officeDocument/2006/relationships/slideLayout" Target="/ppt/slideLayouts/slideLayout29.xml" Id="Rffa2e78314fd4278" /><Relationship Type="http://schemas.openxmlformats.org/officeDocument/2006/relationships/slideLayout" Target="/ppt/slideLayouts/slideLayout30.xml" Id="R4749bca1f8d04d64" /><Relationship Type="http://schemas.openxmlformats.org/officeDocument/2006/relationships/slideLayout" Target="/ppt/slideLayouts/slideLayout31.xml" Id="Rdad119c29b224af2" /><Relationship Type="http://schemas.openxmlformats.org/officeDocument/2006/relationships/slideLayout" Target="/ppt/slideLayouts/slideLayout32.xml" Id="R3ec16d226a2d464c" /><Relationship Type="http://schemas.openxmlformats.org/officeDocument/2006/relationships/slideLayout" Target="/ppt/slideLayouts/slideLayout33.xml" Id="R447ab317324b4978" /><Relationship Type="http://schemas.openxmlformats.org/officeDocument/2006/relationships/slideLayout" Target="/ppt/slideLayouts/slideLayout34.xml" Id="R4c7b52cec2944cc1" /><Relationship Type="http://schemas.openxmlformats.org/officeDocument/2006/relationships/slideLayout" Target="/ppt/slideLayouts/slideLayout35.xml" Id="R026a3f94d0cd456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60C4AA4-E39D-49F5-9AD1-3A2C638E1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7F0A28-43D5-4931-8A63-7A4B895A2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E40E75-04DB-4D84-9F35-E30F3F5A96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1D6032-9F9E-4617-AC76-558EDB7B40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021A58-41A1-4584-9CEE-3096DCA9B5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d340ca40604df9"/>
    <p:sldLayoutId xmlns:r="http://schemas.openxmlformats.org/officeDocument/2006/relationships" id="2147483650" r:id="Rfcf8e03a632345cf"/>
    <p:sldLayoutId xmlns:r="http://schemas.openxmlformats.org/officeDocument/2006/relationships" id="2147483651" r:id="Rffd1707e7ebb400e"/>
    <p:sldLayoutId xmlns:r="http://schemas.openxmlformats.org/officeDocument/2006/relationships" id="2147483652" r:id="R423855fced854030"/>
    <p:sldLayoutId xmlns:r="http://schemas.openxmlformats.org/officeDocument/2006/relationships" id="2147483653" r:id="R338ad22863714d07"/>
    <p:sldLayoutId xmlns:r="http://schemas.openxmlformats.org/officeDocument/2006/relationships" id="2147483654" r:id="Rb4eb3e75932847ea"/>
    <p:sldLayoutId xmlns:r="http://schemas.openxmlformats.org/officeDocument/2006/relationships" id="2147483655" r:id="R9ebdf2d852dc4888"/>
    <p:sldLayoutId xmlns:r="http://schemas.openxmlformats.org/officeDocument/2006/relationships" id="2147483656" r:id="Rc187016264bd4aa9"/>
    <p:sldLayoutId xmlns:r="http://schemas.openxmlformats.org/officeDocument/2006/relationships" id="2147483657" r:id="R583ebe910a13456e"/>
    <p:sldLayoutId xmlns:r="http://schemas.openxmlformats.org/officeDocument/2006/relationships" id="2147483658" r:id="R7ace40071e154462"/>
    <p:sldLayoutId xmlns:r="http://schemas.openxmlformats.org/officeDocument/2006/relationships" id="2147483659" r:id="Rfd9f6a7787b34df8"/>
    <p:sldLayoutId xmlns:r="http://schemas.openxmlformats.org/officeDocument/2006/relationships" id="2147483660" r:id="R7eadc089e1af4de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84549D2-8037-4225-BEE4-D7511D40E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AD1A5C-B3CE-42FF-9387-154062CE0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6DE7F8-6DB4-42F2-8DBA-7249FC98F48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8F10573-EF25-492C-A904-1039A7B188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9F9CC6-73C7-4867-BEB9-35FE6F9E37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b2d558ffe8254af6"/>
    <p:sldLayoutId xmlns:r="http://schemas.openxmlformats.org/officeDocument/2006/relationships" id="2147483663" r:id="R6cacf0a9135b41ad"/>
    <p:sldLayoutId xmlns:r="http://schemas.openxmlformats.org/officeDocument/2006/relationships" id="2147483664" r:id="R0390e595b7b74ac7"/>
    <p:sldLayoutId xmlns:r="http://schemas.openxmlformats.org/officeDocument/2006/relationships" id="2147483665" r:id="R0a81887c7c774f15"/>
    <p:sldLayoutId xmlns:r="http://schemas.openxmlformats.org/officeDocument/2006/relationships" id="2147483666" r:id="Rb2b83eff2bae4b81"/>
    <p:sldLayoutId xmlns:r="http://schemas.openxmlformats.org/officeDocument/2006/relationships" id="2147483667" r:id="Rbbbca1691f574d11"/>
    <p:sldLayoutId xmlns:r="http://schemas.openxmlformats.org/officeDocument/2006/relationships" id="2147483668" r:id="Rdd107c98b84c4279"/>
    <p:sldLayoutId xmlns:r="http://schemas.openxmlformats.org/officeDocument/2006/relationships" id="2147483669" r:id="R2bde1f69fd8c4542"/>
    <p:sldLayoutId xmlns:r="http://schemas.openxmlformats.org/officeDocument/2006/relationships" id="2147483670" r:id="Ra0d780012beb481c"/>
    <p:sldLayoutId xmlns:r="http://schemas.openxmlformats.org/officeDocument/2006/relationships" id="2147483671" r:id="Rf933c15d26eb4fe3"/>
    <p:sldLayoutId xmlns:r="http://schemas.openxmlformats.org/officeDocument/2006/relationships" id="2147483672" r:id="Rc3970aa8d9b5402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55F3D5F-8727-40A0-A2F7-72D827517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B1BD4B-648B-4F95-A60E-D510BD76FF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01C3CD-891C-4D05-8F88-F5D9F382BCC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DFAF80-F2C9-4230-A379-0C713EC4C1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A1E2A0-FF79-446F-9738-B787386F44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ec14bedcee6e4b0d"/>
    <p:sldLayoutId xmlns:r="http://schemas.openxmlformats.org/officeDocument/2006/relationships" id="2147483675" r:id="Rd4fc41411c1f458e"/>
    <p:sldLayoutId xmlns:r="http://schemas.openxmlformats.org/officeDocument/2006/relationships" id="2147483676" r:id="R26a0e28412934299"/>
    <p:sldLayoutId xmlns:r="http://schemas.openxmlformats.org/officeDocument/2006/relationships" id="2147483677" r:id="R04d629e3b4004b3f"/>
    <p:sldLayoutId xmlns:r="http://schemas.openxmlformats.org/officeDocument/2006/relationships" id="2147483678" r:id="R4c9f6ac8433c4c31"/>
    <p:sldLayoutId xmlns:r="http://schemas.openxmlformats.org/officeDocument/2006/relationships" id="2147483679" r:id="Rffa2e78314fd4278"/>
    <p:sldLayoutId xmlns:r="http://schemas.openxmlformats.org/officeDocument/2006/relationships" id="2147483680" r:id="R4749bca1f8d04d64"/>
    <p:sldLayoutId xmlns:r="http://schemas.openxmlformats.org/officeDocument/2006/relationships" id="2147483681" r:id="Rdad119c29b224af2"/>
    <p:sldLayoutId xmlns:r="http://schemas.openxmlformats.org/officeDocument/2006/relationships" id="2147483682" r:id="R3ec16d226a2d464c"/>
    <p:sldLayoutId xmlns:r="http://schemas.openxmlformats.org/officeDocument/2006/relationships" id="2147483683" r:id="R447ab317324b4978"/>
    <p:sldLayoutId xmlns:r="http://schemas.openxmlformats.org/officeDocument/2006/relationships" id="2147483684" r:id="R4c7b52cec2944cc1"/>
    <p:sldLayoutId xmlns:r="http://schemas.openxmlformats.org/officeDocument/2006/relationships" id="2147483685" r:id="R026a3f94d0cd456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a25b3303a4c37" /><Relationship Type="http://schemas.openxmlformats.org/officeDocument/2006/relationships/notesSlide" Target="/ppt/notesSlides/notesSlide1.xml" Id="R85f7974480474e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bd0a7e9e65424d" /><Relationship Type="http://schemas.openxmlformats.org/officeDocument/2006/relationships/image" Target="/ppt/media/image.jpeg" Id="Ra234c52345e440fb" /><Relationship Type="http://schemas.openxmlformats.org/officeDocument/2006/relationships/image" Target="/ppt/media/image2.jpeg" Id="Rd20ff4dba6784793" /><Relationship Type="http://schemas.openxmlformats.org/officeDocument/2006/relationships/image" Target="/ppt/media/image3.jpeg" Id="Rcc7fd15ae81540f5" /><Relationship Type="http://schemas.openxmlformats.org/officeDocument/2006/relationships/image" Target="/ppt/media/image4.jpeg" Id="R1c204ba85fb14513" /><Relationship Type="http://schemas.openxmlformats.org/officeDocument/2006/relationships/image" Target="/ppt/media/image5.jpeg" Id="R4a6f92c329764730" /><Relationship Type="http://schemas.openxmlformats.org/officeDocument/2006/relationships/image" Target="/ppt/media/image6.jpeg" Id="R499ee85adb354334" /><Relationship Type="http://schemas.openxmlformats.org/officeDocument/2006/relationships/notesSlide" Target="/ppt/notesSlides/notesSlide2.xml" Id="R1c5dc87dbb1f47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7e6e87d7154c27" /><Relationship Type="http://schemas.openxmlformats.org/officeDocument/2006/relationships/image" Target="/ppt/media/image7.jpeg" Id="R43175c4768bf4673" /><Relationship Type="http://schemas.openxmlformats.org/officeDocument/2006/relationships/notesSlide" Target="/ppt/notesSlides/notesSlide3.xml" Id="R11692cf6ab9a4a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f120379fa340a1" /><Relationship Type="http://schemas.openxmlformats.org/officeDocument/2006/relationships/notesSlide" Target="/ppt/notesSlides/notesSlide4.xml" Id="R9340993228624e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f1d9925b2467f" /><Relationship Type="http://schemas.openxmlformats.org/officeDocument/2006/relationships/image" Target="/ppt/media/image8.jpeg" Id="Rdbf9995e177c4068" /><Relationship Type="http://schemas.openxmlformats.org/officeDocument/2006/relationships/notesSlide" Target="/ppt/notesSlides/notesSlide5.xml" Id="R98d947502d2e44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f0673ed8df429c" /><Relationship Type="http://schemas.openxmlformats.org/officeDocument/2006/relationships/image" Target="/ppt/media/image9.jpeg" Id="R9f7950de1391404b" /><Relationship Type="http://schemas.openxmlformats.org/officeDocument/2006/relationships/notesSlide" Target="/ppt/notesSlides/notesSlide6.xml" Id="Rf30006e2546242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9b155030b74489" /><Relationship Type="http://schemas.openxmlformats.org/officeDocument/2006/relationships/notesSlide" Target="/ppt/notesSlides/notesSlide7.xml" Id="R381683191fdc44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58425f16d745a1" /><Relationship Type="http://schemas.openxmlformats.org/officeDocument/2006/relationships/image" Target="/ppt/media/image.png" Id="R8e3bf6e5d0894416" /><Relationship Type="http://schemas.openxmlformats.org/officeDocument/2006/relationships/image" Target="/ppt/media/image2.png" Id="R5829a9dffca348b7" /><Relationship Type="http://schemas.openxmlformats.org/officeDocument/2006/relationships/image" Target="/ppt/media/image3.png" Id="R1cb1ae72825f4e02" /><Relationship Type="http://schemas.openxmlformats.org/officeDocument/2006/relationships/notesSlide" Target="/ppt/notesSlides/notesSlide8.xml" Id="R3d1abd0bb55e40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c7fb66e15541d6" /><Relationship Type="http://schemas.openxmlformats.org/officeDocument/2006/relationships/notesSlide" Target="/ppt/notesSlides/notesSlide9.xml" Id="Re3e824d664064c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95848b1e24a3e" /><Relationship Type="http://schemas.openxmlformats.org/officeDocument/2006/relationships/notesSlide" Target="/ppt/notesSlides/notesSlide10.xml" Id="Rd8a4148fbc454c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55a4d8757a4d34" /><Relationship Type="http://schemas.openxmlformats.org/officeDocument/2006/relationships/notesSlide" Target="/ppt/notesSlides/notesSlide11.xml" Id="R7d3334ae864647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66940383744354" /><Relationship Type="http://schemas.openxmlformats.org/officeDocument/2006/relationships/image" Target="/ppt/media/image10.jpeg" Id="R5fb32d78b9ad40bd" /><Relationship Type="http://schemas.openxmlformats.org/officeDocument/2006/relationships/notesSlide" Target="/ppt/notesSlides/notesSlide12.xml" Id="R5b4976e096354e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8dd6ec55a6d4b09" /><Relationship Type="http://schemas.openxmlformats.org/officeDocument/2006/relationships/notesSlide" Target="/ppt/notesSlides/notesSlide13.xml" Id="R8b508c0af72b44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56d5cef104974" /><Relationship Type="http://schemas.openxmlformats.org/officeDocument/2006/relationships/image" Target="/ppt/media/image11.jpeg" Id="R6a79ae866c4448e6" /><Relationship Type="http://schemas.openxmlformats.org/officeDocument/2006/relationships/notesSlide" Target="/ppt/notesSlides/notesSlide14.xml" Id="R965042b6429549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1e46e45393411f" /><Relationship Type="http://schemas.openxmlformats.org/officeDocument/2006/relationships/image" Target="/ppt/media/image12.jpeg" Id="Raa1e23bc5d1f42fb" /><Relationship Type="http://schemas.openxmlformats.org/officeDocument/2006/relationships/notesSlide" Target="/ppt/notesSlides/notesSlide15.xml" Id="Rd67e67845be449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c2d667a7524ca2" /><Relationship Type="http://schemas.openxmlformats.org/officeDocument/2006/relationships/notesSlide" Target="/ppt/notesSlides/notesSlide16.xml" Id="R39327220a48144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6fea8580d94a36" /><Relationship Type="http://schemas.openxmlformats.org/officeDocument/2006/relationships/image" Target="/ppt/media/image4.png" Id="R6d36559ca5d84a94" /><Relationship Type="http://schemas.openxmlformats.org/officeDocument/2006/relationships/image" Target="/ppt/media/image5.png" Id="R7c3b5b4da74f42cb" /><Relationship Type="http://schemas.openxmlformats.org/officeDocument/2006/relationships/image" Target="/ppt/media/image6.png" Id="R3de02417d0d54ec4" /><Relationship Type="http://schemas.openxmlformats.org/officeDocument/2006/relationships/notesSlide" Target="/ppt/notesSlides/notesSlide17.xml" Id="Rb1d99788181b4c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172478a264471a" /><Relationship Type="http://schemas.openxmlformats.org/officeDocument/2006/relationships/notesSlide" Target="/ppt/notesSlides/notesSlide18.xml" Id="Raba22e6ed3ef4d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767794d13164de4" /><Relationship Type="http://schemas.openxmlformats.org/officeDocument/2006/relationships/notesSlide" Target="/ppt/notesSlides/notesSlide19.xml" Id="Rac78259870c74cc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5ecc9a5b143e7" /><Relationship Type="http://schemas.openxmlformats.org/officeDocument/2006/relationships/notesSlide" Target="/ppt/notesSlides/notesSlide20.xml" Id="R8d63a85c9680429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1f68ede72a4a4b" /><Relationship Type="http://schemas.openxmlformats.org/officeDocument/2006/relationships/notesSlide" Target="/ppt/notesSlides/notesSlide21.xml" Id="R80f526b2bfae41a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3c3879be894bcd" /><Relationship Type="http://schemas.openxmlformats.org/officeDocument/2006/relationships/image" Target="/ppt/media/image13.jpeg" Id="R200870c43cc2468b" /><Relationship Type="http://schemas.openxmlformats.org/officeDocument/2006/relationships/notesSlide" Target="/ppt/notesSlides/notesSlide22.xml" Id="R41cb59daa6d4440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5487e49c386439a" /><Relationship Type="http://schemas.openxmlformats.org/officeDocument/2006/relationships/notesSlide" Target="/ppt/notesSlides/notesSlide23.xml" Id="R89091e65a69144b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724a437f2451f" /><Relationship Type="http://schemas.openxmlformats.org/officeDocument/2006/relationships/image" Target="/ppt/media/image14.jpeg" Id="R62e702345bb84b58" /><Relationship Type="http://schemas.openxmlformats.org/officeDocument/2006/relationships/notesSlide" Target="/ppt/notesSlides/notesSlide24.xml" Id="R8d53d9322de94c7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82e01c4fd8468f" /><Relationship Type="http://schemas.openxmlformats.org/officeDocument/2006/relationships/image" Target="/ppt/media/image15.jpeg" Id="Rb4abaabbd8c54421" /><Relationship Type="http://schemas.openxmlformats.org/officeDocument/2006/relationships/notesSlide" Target="/ppt/notesSlides/notesSlide25.xml" Id="Rdb657ab06857431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d46bb8ac234eee" /><Relationship Type="http://schemas.openxmlformats.org/officeDocument/2006/relationships/notesSlide" Target="/ppt/notesSlides/notesSlide26.xml" Id="Rf525068591324d5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e6fc3bf72f64d02" /><Relationship Type="http://schemas.openxmlformats.org/officeDocument/2006/relationships/notesSlide" Target="/ppt/notesSlides/notesSlide27.xml" Id="Rcd6f1e1df20a46f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4d3363b23f345ae" /><Relationship Type="http://schemas.openxmlformats.org/officeDocument/2006/relationships/image" Target="/ppt/media/image7.png" Id="R9b8723c19b844894" /><Relationship Type="http://schemas.openxmlformats.org/officeDocument/2006/relationships/image" Target="/ppt/media/image8.png" Id="R6b9aab190edc433c" /><Relationship Type="http://schemas.openxmlformats.org/officeDocument/2006/relationships/notesSlide" Target="/ppt/notesSlides/notesSlide28.xml" Id="R846faf12347442d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973b19de344f5a" /><Relationship Type="http://schemas.openxmlformats.org/officeDocument/2006/relationships/notesSlide" Target="/ppt/notesSlides/notesSlide29.xml" Id="Rb297fdfc3771488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9d14cef834d65" /><Relationship Type="http://schemas.openxmlformats.org/officeDocument/2006/relationships/notesSlide" Target="/ppt/notesSlides/notesSlide30.xml" Id="Rc2cdef6ca8cb47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33D17D3-D8B0-4424-90BD-EEAB9F85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第6课｜你的手机号是多少？  Lesson 6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38C8B14-8BD4-45F4-B5D9-4FBC822D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4C26C94-0250-4B97-A72A-D79EA18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读课题，说说你认识哪些词。</a:t>
            </a:r>
          </a:p>
        </p:txBody>
      </p:sp>
      <p:sp>
        <p:nvSpPr>
          <p:cNvPr id="5" name="cover-series">
            <a:extLst xmlns:a="http://schemas.openxmlformats.org/drawingml/2006/main">
              <a:ext uri="{FF2B5EF4-FFF2-40B4-BE49-F238E27FC236}">
                <a16:creationId xmlns:a16="http://schemas.microsoft.com/office/drawing/2014/main" id="{09C4A962-3B2D-4665-9AE9-A568A9A5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97423B"/>
                </a:solidFill>
              </a:defRPr>
            </a:pPr>
            <a:r>
              <a:rPr sz="25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HSK教程</a:t>
            </a:r>
          </a:p>
        </p:txBody>
      </p:sp>
      <p:sp>
        <p:nvSpPr>
          <p:cNvPr id="6" name="cover-volume">
            <a:extLst xmlns:a="http://schemas.openxmlformats.org/drawingml/2006/main">
              <a:ext uri="{FF2B5EF4-FFF2-40B4-BE49-F238E27FC236}">
                <a16:creationId xmlns:a16="http://schemas.microsoft.com/office/drawing/2014/main" id="{517E56B8-CEF1-40EC-AE5C-BE24C59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68605A"/>
                </a:solidFill>
              </a:defRPr>
            </a:pPr>
            <a:r>
              <a:rPr sz="2025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第一册</a:t>
            </a:r>
          </a:p>
        </p:txBody>
      </p:sp>
      <p:sp>
        <p:nvSpPr>
          <p:cNvPr id="7" name="cover-lesson">
            <a:extLst xmlns:a="http://schemas.openxmlformats.org/drawingml/2006/main">
              <a:ext uri="{FF2B5EF4-FFF2-40B4-BE49-F238E27FC236}">
                <a16:creationId xmlns:a16="http://schemas.microsoft.com/office/drawing/2014/main" id="{3C01B12D-0E37-4C78-BA15-03258D92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F5449"/>
                </a:solidFill>
              </a:defRPr>
            </a:pPr>
            <a:r>
              <a:rPr sz="2850" b="1">
                <a:solidFill>
                  <a:srgbClr val="BF5449"/>
                </a:solidFill>
                <a:latin typeface="KaiTi"/>
                <a:ea typeface="KaiTi"/>
                <a:cs typeface="KaiTi"/>
              </a:rPr>
              <a:t>第6课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1AD7FDB-8F74-4ED1-976F-C6A7869A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你的手机号是多少？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788C2703-AB9E-4912-8731-3B45149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19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al-label">
            <a:extLst xmlns:a="http://schemas.openxmlformats.org/drawingml/2006/main">
              <a:ext uri="{FF2B5EF4-FFF2-40B4-BE49-F238E27FC236}">
                <a16:creationId xmlns:a16="http://schemas.microsoft.com/office/drawing/2014/main" id="{10BCF8CB-9CC9-4C23-AE3A-0EDF5FE9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97423B"/>
                </a:solidFill>
              </a:defRPr>
            </a:pPr>
            <a:r>
              <a:rPr sz="21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学完本课，我会</a:t>
            </a:r>
          </a:p>
        </p:txBody>
      </p:sp>
      <p:sp>
        <p:nvSpPr>
          <p:cNvPr id="11" name="goal-no-1">
            <a:extLst xmlns:a="http://schemas.openxmlformats.org/drawingml/2006/main">
              <a:ext uri="{FF2B5EF4-FFF2-40B4-BE49-F238E27FC236}">
                <a16:creationId xmlns:a16="http://schemas.microsoft.com/office/drawing/2014/main" id="{1D44B8C3-FD18-48B0-96F6-B998925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12" name="goal-1">
            <a:extLst xmlns:a="http://schemas.openxmlformats.org/drawingml/2006/main">
              <a:ext uri="{FF2B5EF4-FFF2-40B4-BE49-F238E27FC236}">
                <a16:creationId xmlns:a16="http://schemas.microsoft.com/office/drawing/2014/main" id="{2A8610A6-51DB-4323-9B7C-FC54387C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622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听懂并使用手机号码</a:t>
            </a:r>
          </a:p>
        </p:txBody>
      </p:sp>
      <p:sp>
        <p:nvSpPr>
          <p:cNvPr id="13" name="goal-no-2">
            <a:extLst xmlns:a="http://schemas.openxmlformats.org/drawingml/2006/main">
              <a:ext uri="{FF2B5EF4-FFF2-40B4-BE49-F238E27FC236}">
                <a16:creationId xmlns:a16="http://schemas.microsoft.com/office/drawing/2014/main" id="{217AE894-226E-4319-A949-A6513EBF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67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4" name="goal-2">
            <a:extLst xmlns:a="http://schemas.openxmlformats.org/drawingml/2006/main">
              <a:ext uri="{FF2B5EF4-FFF2-40B4-BE49-F238E27FC236}">
                <a16:creationId xmlns:a16="http://schemas.microsoft.com/office/drawing/2014/main" id="{5A0FE2CA-CDE7-4EBE-8C6C-9B1AD91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用“想”和连动句表达计划、目的</a:t>
            </a:r>
          </a:p>
        </p:txBody>
      </p:sp>
      <p:sp>
        <p:nvSpPr>
          <p:cNvPr id="15" name="goal-no-3">
            <a:extLst xmlns:a="http://schemas.openxmlformats.org/drawingml/2006/main">
              <a:ext uri="{FF2B5EF4-FFF2-40B4-BE49-F238E27FC236}">
                <a16:creationId xmlns:a16="http://schemas.microsoft.com/office/drawing/2014/main" id="{E0EBBFD2-C125-4DA6-A83C-9553061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6" name="goal-3">
            <a:extLst xmlns:a="http://schemas.openxmlformats.org/drawingml/2006/main">
              <a:ext uri="{FF2B5EF4-FFF2-40B4-BE49-F238E27FC236}">
                <a16:creationId xmlns:a16="http://schemas.microsoft.com/office/drawing/2014/main" id="{647B7265-020F-4CD7-8031-0F50AD4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用“怎么”询问方式</a:t>
            </a:r>
          </a:p>
        </p:txBody>
      </p:sp>
      <p:sp>
        <p:nvSpPr>
          <p:cNvPr id="17" name="lesson-keywords">
            <a:extLst xmlns:a="http://schemas.openxmlformats.org/drawingml/2006/main">
              <a:ext uri="{FF2B5EF4-FFF2-40B4-BE49-F238E27FC236}">
                <a16:creationId xmlns:a16="http://schemas.microsoft.com/office/drawing/2014/main" id="{295FA007-FB85-4194-A0B4-8BF7952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手机号｜想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连动句｜怎么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5B1C18-F002-4E1D-8D2D-BA45E451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D2B6DF69-85B1-4C3F-81E9-AD91EF0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01</a:t>
            </a:r>
          </a:p>
        </p:txBody>
      </p:sp>
    </p:spTree>
    <p:extLst>
      <p:ext uri="{BB962C8B-B14F-4D97-AF65-F5344CB8AC3E}">
        <p14:creationId xmlns:p14="http://schemas.microsoft.com/office/powerpoint/2010/main" val="1448703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92DBB4D5-E0F4-4A18-B39A-8EEE3DAD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看图热身  Warm-up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D28ED22-996B-46DB-9D52-C1AB1FA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604BD71-5803-470C-A7E7-8BA29AE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看图选词，把字母写在图片旁。</a:t>
            </a:r>
          </a:p>
        </p:txBody>
      </p:sp>
      <p:sp>
        <p:nvSpPr>
          <p:cNvPr id="6" name="warm-label-1">
            <a:extLst xmlns:a="http://schemas.openxmlformats.org/drawingml/2006/main">
              <a:ext uri="{FF2B5EF4-FFF2-40B4-BE49-F238E27FC236}">
                <a16:creationId xmlns:a16="http://schemas.microsoft.com/office/drawing/2014/main" id="{CC4C5664-E04E-4073-B012-DDFA48B2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warm-blank-1">
            <a:extLst xmlns:a="http://schemas.openxmlformats.org/drawingml/2006/main">
              <a:ext uri="{FF2B5EF4-FFF2-40B4-BE49-F238E27FC236}">
                <a16:creationId xmlns:a16="http://schemas.microsoft.com/office/drawing/2014/main" id="{4538CD3C-A314-4A89-8E13-E4E6C86E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9" name="warm-label-2">
            <a:extLst xmlns:a="http://schemas.openxmlformats.org/drawingml/2006/main">
              <a:ext uri="{FF2B5EF4-FFF2-40B4-BE49-F238E27FC236}">
                <a16:creationId xmlns:a16="http://schemas.microsoft.com/office/drawing/2014/main" id="{8B6C5677-CB1D-4411-935C-E7CAD37A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warm-blank-2">
            <a:extLst xmlns:a="http://schemas.openxmlformats.org/drawingml/2006/main">
              <a:ext uri="{FF2B5EF4-FFF2-40B4-BE49-F238E27FC236}">
                <a16:creationId xmlns:a16="http://schemas.microsoft.com/office/drawing/2014/main" id="{62E1CFB2-ABC8-425D-8FD3-5BADAF3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2" name="warm-label-3">
            <a:extLst xmlns:a="http://schemas.openxmlformats.org/drawingml/2006/main">
              <a:ext uri="{FF2B5EF4-FFF2-40B4-BE49-F238E27FC236}">
                <a16:creationId xmlns:a16="http://schemas.microsoft.com/office/drawing/2014/main" id="{890D6DFE-F889-4E23-AF05-F1BC4A9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warm-blank-3">
            <a:extLst xmlns:a="http://schemas.openxmlformats.org/drawingml/2006/main">
              <a:ext uri="{FF2B5EF4-FFF2-40B4-BE49-F238E27FC236}">
                <a16:creationId xmlns:a16="http://schemas.microsoft.com/office/drawing/2014/main" id="{B733404F-784E-458D-B609-EAA8B3A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5" name="warm-label-4">
            <a:extLst xmlns:a="http://schemas.openxmlformats.org/drawingml/2006/main">
              <a:ext uri="{FF2B5EF4-FFF2-40B4-BE49-F238E27FC236}">
                <a16:creationId xmlns:a16="http://schemas.microsoft.com/office/drawing/2014/main" id="{40B14FC5-C47E-4D14-91AF-2C2A33B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4</a:t>
            </a:r>
          </a:p>
        </p:txBody>
      </p:sp>
      <p:sp>
        <p:nvSpPr>
          <p:cNvPr id="16" name="warm-blank-4">
            <a:extLst xmlns:a="http://schemas.openxmlformats.org/drawingml/2006/main">
              <a:ext uri="{FF2B5EF4-FFF2-40B4-BE49-F238E27FC236}">
                <a16:creationId xmlns:a16="http://schemas.microsoft.com/office/drawing/2014/main" id="{697A49F8-2455-4156-91C3-EFFA1D4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8" name="warm-label-5">
            <a:extLst xmlns:a="http://schemas.openxmlformats.org/drawingml/2006/main">
              <a:ext uri="{FF2B5EF4-FFF2-40B4-BE49-F238E27FC236}">
                <a16:creationId xmlns:a16="http://schemas.microsoft.com/office/drawing/2014/main" id="{34BC9E27-3B21-416E-A98F-6802F1D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5</a:t>
            </a:r>
          </a:p>
        </p:txBody>
      </p:sp>
      <p:sp>
        <p:nvSpPr>
          <p:cNvPr id="19" name="warm-blank-5">
            <a:extLst xmlns:a="http://schemas.openxmlformats.org/drawingml/2006/main">
              <a:ext uri="{FF2B5EF4-FFF2-40B4-BE49-F238E27FC236}">
                <a16:creationId xmlns:a16="http://schemas.microsoft.com/office/drawing/2014/main" id="{D286A6C4-5EF0-46D4-84C2-8AB8C186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1" name="warm-label-6">
            <a:extLst xmlns:a="http://schemas.openxmlformats.org/drawingml/2006/main">
              <a:ext uri="{FF2B5EF4-FFF2-40B4-BE49-F238E27FC236}">
                <a16:creationId xmlns:a16="http://schemas.microsoft.com/office/drawing/2014/main" id="{562A7C83-5B5C-460C-AE6F-BBB1AD6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6</a:t>
            </a:r>
          </a:p>
        </p:txBody>
      </p:sp>
      <p:sp>
        <p:nvSpPr>
          <p:cNvPr id="22" name="warm-blank-6">
            <a:extLst xmlns:a="http://schemas.openxmlformats.org/drawingml/2006/main">
              <a:ext uri="{FF2B5EF4-FFF2-40B4-BE49-F238E27FC236}">
                <a16:creationId xmlns:a16="http://schemas.microsoft.com/office/drawing/2014/main" id="{74B1C8A0-C408-4027-98FB-A05C4C3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3" name="warm-wordbank">
            <a:extLst xmlns:a="http://schemas.openxmlformats.org/drawingml/2006/main">
              <a:ext uri="{FF2B5EF4-FFF2-40B4-BE49-F238E27FC236}">
                <a16:creationId xmlns:a16="http://schemas.microsoft.com/office/drawing/2014/main" id="{6BC1B801-8483-4833-AF8E-A61E609F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词语：A 手机　B 晚饭　C 超市　D 牛奶　E 出租车　F 米饭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EE9267-BDFD-4CA1-BBE2-B65169B5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ge-mark">
            <a:extLst xmlns:a="http://schemas.openxmlformats.org/drawingml/2006/main">
              <a:ext uri="{FF2B5EF4-FFF2-40B4-BE49-F238E27FC236}">
                <a16:creationId xmlns:a16="http://schemas.microsoft.com/office/drawing/2014/main" id="{94F19BF5-7EFB-43F4-ABB9-13F0E0F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02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4c52345e440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ff4dba67847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fd15ae81540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04ba85fb145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f92c3297647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ee85adb3543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3914775"/>
            <a:ext cx="2047875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shǒujī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手机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cell phone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diànhuà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电话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telephone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1725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学习提示：现在有时也用“电话”指“手机”。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03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75c4768bf4673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白家月的国家区号是多少：________________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李文的国家区号是多少：________________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手机号怎么读：________________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04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049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Jiāyuè, nǐ de shǒujīhào shì duōshao?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241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家月，你的手机号是多少？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81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05100"/>
            <a:ext cx="11049000" cy="1200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81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de shǒujīhào shì sān sān liù líng yāo sì jiǔ sān yāo jiǔ líng.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623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我的手机号是+33 601493190。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049000" cy="1200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95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de shǒujīhào shì bā liù yāo sān wǔ wǔ èr qī èr yāo yāo liù líng.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00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我的手机号是+86 13552721160。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578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81600"/>
            <a:ext cx="11049000" cy="11049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578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 de.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好的。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05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9995e177c4068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hào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号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number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读一读：号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06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950de1391404b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7254B29E-83B8-44BC-B3C4-ECE6572D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手机号的读法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A0E82A7-9DCA-49D1-AA7C-978F173D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B8453EE-E656-463E-8557-757962B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观察三组句子，说出共同规则。</a:t>
            </a:r>
          </a:p>
        </p:txBody>
      </p:sp>
      <p:sp>
        <p:nvSpPr>
          <p:cNvPr id="5" name="subject-label">
            <a:extLst xmlns:a="http://schemas.openxmlformats.org/drawingml/2006/main">
              <a:ext uri="{FF2B5EF4-FFF2-40B4-BE49-F238E27FC236}">
                <a16:creationId xmlns:a16="http://schemas.microsoft.com/office/drawing/2014/main" id="{E1A3CE3E-98C4-4E8B-9137-E742B42B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19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形式</a:t>
            </a:r>
          </a:p>
        </p:txBody>
      </p:sp>
      <p:sp>
        <p:nvSpPr>
          <p:cNvPr id="6" name="predicate-label">
            <a:extLst xmlns:a="http://schemas.openxmlformats.org/drawingml/2006/main">
              <a:ext uri="{FF2B5EF4-FFF2-40B4-BE49-F238E27FC236}">
                <a16:creationId xmlns:a16="http://schemas.microsoft.com/office/drawing/2014/main" id="{FDC7EF2A-BCB9-426B-A53D-F60520A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1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例句</a:t>
            </a:r>
          </a:p>
        </p:txBody>
      </p:sp>
      <p:sp>
        <p:nvSpPr>
          <p:cNvPr id="7" name="sub-0">
            <a:extLst xmlns:a="http://schemas.openxmlformats.org/drawingml/2006/main">
              <a:ext uri="{FF2B5EF4-FFF2-40B4-BE49-F238E27FC236}">
                <a16:creationId xmlns:a16="http://schemas.microsoft.com/office/drawing/2014/main" id="{84A33E1C-1229-4C42-9E01-7343545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数字逐位读</a:t>
            </a:r>
          </a:p>
        </p:txBody>
      </p:sp>
      <p:sp>
        <p:nvSpPr>
          <p:cNvPr id="8" name="arrow-530-251">
            <a:extLst xmlns:a="http://schemas.openxmlformats.org/drawingml/2006/main">
              <a:ext uri="{FF2B5EF4-FFF2-40B4-BE49-F238E27FC236}">
                <a16:creationId xmlns:a16="http://schemas.microsoft.com/office/drawing/2014/main" id="{7BB05CDD-1752-4C09-9A55-B39950B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574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red-0">
            <a:extLst xmlns:a="http://schemas.openxmlformats.org/drawingml/2006/main">
              <a:ext uri="{FF2B5EF4-FFF2-40B4-BE49-F238E27FC236}">
                <a16:creationId xmlns:a16="http://schemas.microsoft.com/office/drawing/2014/main" id="{E49BE655-EA30-4339-BCDF-5D8CBC2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+86 13552721160</a:t>
            </a:r>
          </a:p>
        </p:txBody>
      </p:sp>
      <p:sp>
        <p:nvSpPr>
          <p:cNvPr id="10" name="sub-1">
            <a:extLst xmlns:a="http://schemas.openxmlformats.org/drawingml/2006/main">
              <a:ext uri="{FF2B5EF4-FFF2-40B4-BE49-F238E27FC236}">
                <a16:creationId xmlns:a16="http://schemas.microsoft.com/office/drawing/2014/main" id="{DAAFDE11-861F-4215-AEF7-7AA2D8C6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 → yāo</a:t>
            </a:r>
          </a:p>
        </p:txBody>
      </p:sp>
      <p:sp>
        <p:nvSpPr>
          <p:cNvPr id="11" name="arrow-530-343">
            <a:extLst xmlns:a="http://schemas.openxmlformats.org/drawingml/2006/main">
              <a:ext uri="{FF2B5EF4-FFF2-40B4-BE49-F238E27FC236}">
                <a16:creationId xmlns:a16="http://schemas.microsoft.com/office/drawing/2014/main" id="{A07B9085-F539-40DA-BBE2-7E0D358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337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red-1">
            <a:extLst xmlns:a="http://schemas.openxmlformats.org/drawingml/2006/main">
              <a:ext uri="{FF2B5EF4-FFF2-40B4-BE49-F238E27FC236}">
                <a16:creationId xmlns:a16="http://schemas.microsoft.com/office/drawing/2014/main" id="{B631F6ED-3945-4C91-AB11-74D0FB9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135：yāo sān wǔ</a:t>
            </a:r>
          </a:p>
        </p:txBody>
      </p:sp>
      <p:sp>
        <p:nvSpPr>
          <p:cNvPr id="13" name="sub-2">
            <a:extLst xmlns:a="http://schemas.openxmlformats.org/drawingml/2006/main">
              <a:ext uri="{FF2B5EF4-FFF2-40B4-BE49-F238E27FC236}">
                <a16:creationId xmlns:a16="http://schemas.microsoft.com/office/drawing/2014/main" id="{D0FE9B3D-D8DF-465A-B116-3084D997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问号码</a:t>
            </a:r>
          </a:p>
        </p:txBody>
      </p:sp>
      <p:sp>
        <p:nvSpPr>
          <p:cNvPr id="14" name="arrow-530-435">
            <a:extLst xmlns:a="http://schemas.openxmlformats.org/drawingml/2006/main">
              <a:ext uri="{FF2B5EF4-FFF2-40B4-BE49-F238E27FC236}">
                <a16:creationId xmlns:a16="http://schemas.microsoft.com/office/drawing/2014/main" id="{B77AA3FA-5461-496E-8962-5545FC9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100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pred-2">
            <a:extLst xmlns:a="http://schemas.openxmlformats.org/drawingml/2006/main">
              <a:ext uri="{FF2B5EF4-FFF2-40B4-BE49-F238E27FC236}">
                <a16:creationId xmlns:a16="http://schemas.microsoft.com/office/drawing/2014/main" id="{B8319BAB-0044-4C82-BA44-4FD3A2C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你的手机号是多少？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EE6D98-B9A1-4161-98CC-48F1EEB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4629DC9A-F6C8-423C-990B-1967DF69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07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你的手机号是多少？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数字1怎么读？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号码怎么读？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08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bf6e5d0894416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9a9dffca348b7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1ae72825f4e02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两人交换虚构号码，记录一条结果。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你的手机号是多少？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我的手机号是________。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记录：只使用课堂提供的虚构号码，不收集真实隐私。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09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教材学习小结  Cumulative Review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完成三组小结任务，再标记“会／需复习”。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有字句、数字表达：各说一例。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语气助词“呢”、名量词结构：各说一句。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给这四项标记“会／需复习”，任选一项再说。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累计复习｜完成自评并圈出仍需复习的一项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10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快速复习  Retrieval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合上课本，回答三个复习问题。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课文一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2862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课文一发生在哪儿？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用了哪个重点句型？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说出一条关键信息。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说场景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说句型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说信息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11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míngtiān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明天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tomorrow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qù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去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nǎr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哪儿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where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xiǎng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想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want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补充词：超市 chāoshì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12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32d78b9ad40bd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白家月（　）想去超市。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现在　B 今天　C 明天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白家月想买（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菜　B 牛奶　C 面条儿和牛奶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她去哪儿买东西：________________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13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陈天中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Jiāyuè, míngtiān nǐ qù nǎr?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717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家月，明天你去哪儿？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289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5272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xiǎng qù chāoshì mǎi dōngxi.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623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我想去超市买东西。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陈天中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95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Nǐ qù chāoshì mǎi shénme?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529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你去超市买什么？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0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3397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01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xiǎng mǎi xiē niúnǎi.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我想买些牛奶。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14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9ae866c4448e6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mǎi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买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buy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dōngxi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东西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thing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xiē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些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some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niúnǎi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牛奶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milk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读一读：买｜东西｜些｜牛奶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15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e23bc5d1f42fb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能愿动词“想”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想 + 动词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我想买牛奶。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想 + 去 + 地点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我想去超市。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不想 + 动词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我不想吃包子。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“想”放在动词前，表示希望或打算。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16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明天你去哪儿？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你想买什么？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你想吃什么？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17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6559ca5d84a94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b5b4da74f42cb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02417d0d54ec4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两人问答并记录两项真实信息。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明天你去哪儿？你想买什么？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我想去________买________。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记录：记录同伴的地点和物品。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18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1763F6FB-5BC2-44A9-AD98-58FCAC2F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信息调查  Class Survey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2872834-2EE2-4D0B-9618-E67593C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40CCBB17-4DFC-4C4E-8F4E-CEB9A57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采访3人，记录答案，再汇报一人。</a:t>
            </a:r>
          </a:p>
        </p:txBody>
      </p:sp>
      <p:sp>
        <p:nvSpPr>
          <p:cNvPr id="5" name="survey-head-0">
            <a:extLst xmlns:a="http://schemas.openxmlformats.org/drawingml/2006/main">
              <a:ext uri="{FF2B5EF4-FFF2-40B4-BE49-F238E27FC236}">
                <a16:creationId xmlns:a16="http://schemas.microsoft.com/office/drawing/2014/main" id="{5145B36E-FBFA-4D7F-86C8-2B4C04D6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716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名字</a:t>
            </a:r>
          </a:p>
        </p:txBody>
      </p:sp>
      <p:sp>
        <p:nvSpPr>
          <p:cNvPr id="6" name="survey-head-1">
            <a:extLst xmlns:a="http://schemas.openxmlformats.org/drawingml/2006/main">
              <a:ext uri="{FF2B5EF4-FFF2-40B4-BE49-F238E27FC236}">
                <a16:creationId xmlns:a16="http://schemas.microsoft.com/office/drawing/2014/main" id="{183EC083-68CE-47E7-A015-D8A128E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去哪儿</a:t>
            </a:r>
          </a:p>
        </p:txBody>
      </p:sp>
      <p:sp>
        <p:nvSpPr>
          <p:cNvPr id="7" name="survey-head-2">
            <a:extLst xmlns:a="http://schemas.openxmlformats.org/drawingml/2006/main">
              <a:ext uri="{FF2B5EF4-FFF2-40B4-BE49-F238E27FC236}">
                <a16:creationId xmlns:a16="http://schemas.microsoft.com/office/drawing/2014/main" id="{0184456F-AE56-49F9-8AAF-3F79669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买什么</a:t>
            </a:r>
          </a:p>
        </p:txBody>
      </p:sp>
      <p:sp>
        <p:nvSpPr>
          <p:cNvPr id="8" name="survey-head-3">
            <a:extLst xmlns:a="http://schemas.openxmlformats.org/drawingml/2006/main">
              <a:ext uri="{FF2B5EF4-FFF2-40B4-BE49-F238E27FC236}">
                <a16:creationId xmlns:a16="http://schemas.microsoft.com/office/drawing/2014/main" id="{81BC3158-CA45-47B6-9391-A7D4D962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和谁去</a:t>
            </a:r>
          </a:p>
        </p:txBody>
      </p:sp>
      <p:sp>
        <p:nvSpPr>
          <p:cNvPr id="9" name="survey-0-0">
            <a:extLst xmlns:a="http://schemas.openxmlformats.org/drawingml/2006/main">
              <a:ext uri="{FF2B5EF4-FFF2-40B4-BE49-F238E27FC236}">
                <a16:creationId xmlns:a16="http://schemas.microsoft.com/office/drawing/2014/main" id="{B9E62284-3905-4789-B011-7C14E597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62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1. __________</a:t>
            </a:r>
          </a:p>
        </p:txBody>
      </p:sp>
      <p:sp>
        <p:nvSpPr>
          <p:cNvPr id="10" name="survey-0-1">
            <a:extLst xmlns:a="http://schemas.openxmlformats.org/drawingml/2006/main">
              <a:ext uri="{FF2B5EF4-FFF2-40B4-BE49-F238E27FC236}">
                <a16:creationId xmlns:a16="http://schemas.microsoft.com/office/drawing/2014/main" id="{E14E63F0-DF19-444A-9295-858C77E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1" name="survey-0-2">
            <a:extLst xmlns:a="http://schemas.openxmlformats.org/drawingml/2006/main">
              <a:ext uri="{FF2B5EF4-FFF2-40B4-BE49-F238E27FC236}">
                <a16:creationId xmlns:a16="http://schemas.microsoft.com/office/drawing/2014/main" id="{1787C582-1DF6-4506-8FB4-5664EBD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2" name="survey-0-3">
            <a:extLst xmlns:a="http://schemas.openxmlformats.org/drawingml/2006/main">
              <a:ext uri="{FF2B5EF4-FFF2-40B4-BE49-F238E27FC236}">
                <a16:creationId xmlns:a16="http://schemas.microsoft.com/office/drawing/2014/main" id="{4951FEC6-A9A6-49EB-9C38-C779818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3" name="survey-1-0">
            <a:extLst xmlns:a="http://schemas.openxmlformats.org/drawingml/2006/main">
              <a:ext uri="{FF2B5EF4-FFF2-40B4-BE49-F238E27FC236}">
                <a16:creationId xmlns:a16="http://schemas.microsoft.com/office/drawing/2014/main" id="{89D8F88F-0E00-4D5F-A10F-6F266762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71825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2. __________</a:t>
            </a:r>
          </a:p>
        </p:txBody>
      </p:sp>
      <p:sp>
        <p:nvSpPr>
          <p:cNvPr id="14" name="survey-1-1">
            <a:extLst xmlns:a="http://schemas.openxmlformats.org/drawingml/2006/main">
              <a:ext uri="{FF2B5EF4-FFF2-40B4-BE49-F238E27FC236}">
                <a16:creationId xmlns:a16="http://schemas.microsoft.com/office/drawing/2014/main" id="{25F73E1F-76E3-4D79-B03D-29603258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5" name="survey-1-2">
            <a:extLst xmlns:a="http://schemas.openxmlformats.org/drawingml/2006/main">
              <a:ext uri="{FF2B5EF4-FFF2-40B4-BE49-F238E27FC236}">
                <a16:creationId xmlns:a16="http://schemas.microsoft.com/office/drawing/2014/main" id="{B317FAED-677C-4EDC-8593-AA5407B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6" name="survey-1-3">
            <a:extLst xmlns:a="http://schemas.openxmlformats.org/drawingml/2006/main">
              <a:ext uri="{FF2B5EF4-FFF2-40B4-BE49-F238E27FC236}">
                <a16:creationId xmlns:a16="http://schemas.microsoft.com/office/drawing/2014/main" id="{2B2E2061-4DAC-4E99-8BDA-D7CD9D8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7" name="survey-2-0">
            <a:extLst xmlns:a="http://schemas.openxmlformats.org/drawingml/2006/main">
              <a:ext uri="{FF2B5EF4-FFF2-40B4-BE49-F238E27FC236}">
                <a16:creationId xmlns:a16="http://schemas.microsoft.com/office/drawing/2014/main" id="{FBAE2215-F0A1-459E-A7C0-EC3CC6BA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814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3. __________</a:t>
            </a:r>
          </a:p>
        </p:txBody>
      </p:sp>
      <p:sp>
        <p:nvSpPr>
          <p:cNvPr id="18" name="survey-2-1">
            <a:extLst xmlns:a="http://schemas.openxmlformats.org/drawingml/2006/main">
              <a:ext uri="{FF2B5EF4-FFF2-40B4-BE49-F238E27FC236}">
                <a16:creationId xmlns:a16="http://schemas.microsoft.com/office/drawing/2014/main" id="{888E5D51-1F6E-42F4-A923-F4D1C47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9" name="survey-2-2">
            <a:extLst xmlns:a="http://schemas.openxmlformats.org/drawingml/2006/main">
              <a:ext uri="{FF2B5EF4-FFF2-40B4-BE49-F238E27FC236}">
                <a16:creationId xmlns:a16="http://schemas.microsoft.com/office/drawing/2014/main" id="{FC02A57B-D22B-4553-BBB8-5CF9BE4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0" name="survey-2-3">
            <a:extLst xmlns:a="http://schemas.openxmlformats.org/drawingml/2006/main">
              <a:ext uri="{FF2B5EF4-FFF2-40B4-BE49-F238E27FC236}">
                <a16:creationId xmlns:a16="http://schemas.microsoft.com/office/drawing/2014/main" id="{8E47A208-6D9E-4987-AF6C-F17F5DD0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1" name="survey-report">
            <a:extLst xmlns:a="http://schemas.openxmlformats.org/drawingml/2006/main">
              <a:ext uri="{FF2B5EF4-FFF2-40B4-BE49-F238E27FC236}">
                <a16:creationId xmlns:a16="http://schemas.microsoft.com/office/drawing/2014/main" id="{FB8E3E5D-4E49-418F-9FB5-AAB7F01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054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汇报：________想和________去________买________。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7B2B5A-D4A4-4557-A63D-AF3DF4F9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-mark">
            <a:extLst xmlns:a="http://schemas.openxmlformats.org/drawingml/2006/main">
              <a:ext uri="{FF2B5EF4-FFF2-40B4-BE49-F238E27FC236}">
                <a16:creationId xmlns:a16="http://schemas.microsoft.com/office/drawing/2014/main" id="{535440BC-FF8D-48C0-B098-79C95561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19</a:t>
            </a:r>
          </a:p>
        </p:txBody>
      </p:sp>
    </p:spTree>
    <p:extLst>
      <p:ext uri="{BB962C8B-B14F-4D97-AF65-F5344CB8AC3E}">
        <p14:creationId xmlns:p14="http://schemas.microsoft.com/office/powerpoint/2010/main" val="20577003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教材学习小结  Cumulative Review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完成三组小结任务，再标记“会／需复习”。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询问年龄：说一个问句。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时间表达、名词谓语句：各说一例。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能愿动词“会”：说一种能力。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累计复习｜完成自评并圈出仍需复习的一项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20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快速复习  Retrieval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说出两个旧句，再预测课文三。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课文一、二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2862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用语言点一说一句。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用语言点二说一句。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预测课文三的场景。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复现两句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预测课文三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21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chī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吃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eat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wǎnfàn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晚饭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dinner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nàbiān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那边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over there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bāozi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包子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steamed bun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补充词：非常 fēicháng｜好吃 hǎochī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22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870c43cc2468b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王一雪一家人想去西安饭店（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吃早饭　B 吃午饭　C 吃晚饭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刘小明不想吃（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米饭　B 包子　C 面条儿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他们怎么去：________________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23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核对人物和顺序，再分角色朗读。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Xīngqītiān wǒmen qù nǎr chī wǎnfàn?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716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星期天我们去哪儿吃晚饭？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288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52675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288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hái xiǎng qù Xī’ān Fàndiàn.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622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我还想去西安饭店。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194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刘小雪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194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Nàbiān de bāozi fēicháng hǎochī, wǒ xiǎng chī bāozi.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那边的包子非常好吃，我想吃包子。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00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刘小明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33825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00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Māma, wǒ xiǎng chī mǐfàn, bù xiǎng chī bāozi.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434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妈妈，我想吃米饭，不想吃包子。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00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006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 de. Wǒmen zěnme qù?</a:t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339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好的。我们怎么去？</a:t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91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14975"/>
            <a:ext cx="11049000" cy="771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911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Zuò chūzūchē qù.</a:t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坐出租车去。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24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702345bb84b58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mǐfàn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米饭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cooked rice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zěnme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怎么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how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zuò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坐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take; sit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chūzūchē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出租车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taxi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补充词：西安饭店 Xī'ān Fàndiàn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25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baabbd8c54421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连动句与“怎么”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目的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我想去超市买东西。／</a:t>
            </a:r>
          </a:p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我们去西安饭店吃晚饭。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方式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我们坐出租车去西安饭店。</a:t>
            </a:r>
          </a:p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／她坐出租车去超市。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怎么＋动词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我们怎么去？／她怎么去超市？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19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两个或多个动词短语可表示动作的目的或方式；疑问代词“怎么”放在动词前询问方式。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26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D9220FA6-EC41-4FAF-94B9-9BDCBCB7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综合填空  Review · Fill in the Blanks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70ACD01-06B0-4C0E-B754-ACCACA3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30C38CBA-7012-4B28-83CD-53BCE4C3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独立填空，再读出完整句。</a:t>
            </a:r>
          </a:p>
        </p:txBody>
      </p:sp>
      <p:sp>
        <p:nvSpPr>
          <p:cNvPr id="5" name="word-bank">
            <a:extLst xmlns:a="http://schemas.openxmlformats.org/drawingml/2006/main">
              <a:ext uri="{FF2B5EF4-FFF2-40B4-BE49-F238E27FC236}">
                <a16:creationId xmlns:a16="http://schemas.microsoft.com/office/drawing/2014/main" id="{F336A700-E291-4A85-9899-3D7DF1DA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1009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词语（可重复使用）：A 多少　｜　B 买　｜　C 米饭　｜　D 坐　｜　E 去</a:t>
            </a:r>
          </a:p>
        </p:txBody>
      </p:sp>
      <p:sp>
        <p:nvSpPr>
          <p:cNvPr id="6" name="fill-1">
            <a:extLst xmlns:a="http://schemas.openxmlformats.org/drawingml/2006/main">
              <a:ext uri="{FF2B5EF4-FFF2-40B4-BE49-F238E27FC236}">
                <a16:creationId xmlns:a16="http://schemas.microsoft.com/office/drawing/2014/main" id="{91ABCF8C-F7AA-4360-B5FE-28661FD2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我想____超市____牛奶。</a:t>
            </a:r>
          </a:p>
        </p:txBody>
      </p:sp>
      <p:sp>
        <p:nvSpPr>
          <p:cNvPr id="7" name="fill-2">
            <a:extLst xmlns:a="http://schemas.openxmlformats.org/drawingml/2006/main">
              <a:ext uri="{FF2B5EF4-FFF2-40B4-BE49-F238E27FC236}">
                <a16:creationId xmlns:a16="http://schemas.microsoft.com/office/drawing/2014/main" id="{E7692F26-BBF8-4D20-81E8-32451BB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我们____出租车去西安饭店吃晚饭。</a:t>
            </a:r>
          </a:p>
        </p:txBody>
      </p:sp>
      <p:sp>
        <p:nvSpPr>
          <p:cNvPr id="8" name="fill-3a">
            <a:extLst xmlns:a="http://schemas.openxmlformats.org/drawingml/2006/main">
              <a:ext uri="{FF2B5EF4-FFF2-40B4-BE49-F238E27FC236}">
                <a16:creationId xmlns:a16="http://schemas.microsoft.com/office/drawing/2014/main" id="{7AE35D3B-F06E-4246-8B5D-7D4AF67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妈妈：你想吃什么？孩子：我想吃____。</a:t>
            </a:r>
          </a:p>
        </p:txBody>
      </p:sp>
      <p:sp>
        <p:nvSpPr>
          <p:cNvPr id="9" name="fill-3b">
            <a:extLst xmlns:a="http://schemas.openxmlformats.org/drawingml/2006/main">
              <a:ext uri="{FF2B5EF4-FFF2-40B4-BE49-F238E27FC236}">
                <a16:creationId xmlns:a16="http://schemas.microsoft.com/office/drawing/2014/main" id="{CD4C1D5E-05FB-4A5B-A928-C5D65CC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0" name="fill-4a">
            <a:extLst xmlns:a="http://schemas.openxmlformats.org/drawingml/2006/main">
              <a:ext uri="{FF2B5EF4-FFF2-40B4-BE49-F238E27FC236}">
                <a16:creationId xmlns:a16="http://schemas.microsoft.com/office/drawing/2014/main" id="{C80837A9-C530-4DA7-B934-F3D150AD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老‌师：你的手机号是____？学生：我的手机号是13126975002。</a:t>
            </a:r>
          </a:p>
        </p:txBody>
      </p:sp>
      <p:sp>
        <p:nvSpPr>
          <p:cNvPr id="11" name="fill-4b">
            <a:extLst xmlns:a="http://schemas.openxmlformats.org/drawingml/2006/main">
              <a:ext uri="{FF2B5EF4-FFF2-40B4-BE49-F238E27FC236}">
                <a16:creationId xmlns:a16="http://schemas.microsoft.com/office/drawing/2014/main" id="{470A0BF9-7698-4EE1-9BA1-DC29221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415A47-A02F-498B-8057-FB05B34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42E24C99-CA5A-4AE7-BF76-240A97E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27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E0579EF-FB2F-420B-B858-778D35A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教材看图输出  Picture-based Output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BE1CC3D0-F3A9-41ED-825B-06D35C14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60F6BC29-5F59-4D59-B12C-4DABBECB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看四幅教材图片，逐项补全并读出。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723c19b844894"/>
          <a:stretch xmlns:a="http://schemas.openxmlformats.org/drawingml/2006/main"/>
        </p:blipFill>
        <p:spPr>
          <a:xfrm xmlns:a="http://schemas.openxmlformats.org/drawingml/2006/main">
            <a:off x="857250" y="2312977"/>
            <a:ext cx="5191125" cy="1660547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aab190edc433c"/>
          <a:stretch xmlns:a="http://schemas.openxmlformats.org/drawingml/2006/main"/>
        </p:blipFill>
        <p:spPr>
          <a:xfrm xmlns:a="http://schemas.openxmlformats.org/drawingml/2006/main">
            <a:off x="6238875" y="2297742"/>
            <a:ext cx="5286375" cy="1691016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7" name="pic-output-1">
            <a:extLst xmlns:a="http://schemas.openxmlformats.org/drawingml/2006/main">
              <a:ext uri="{FF2B5EF4-FFF2-40B4-BE49-F238E27FC236}">
                <a16:creationId xmlns:a16="http://schemas.microsoft.com/office/drawing/2014/main" id="{57D6F79C-9113-401A-9FF1-B4D8D9B3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5191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她的______是多少？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我想______超市______牛奶。</a:t>
            </a:r>
          </a:p>
        </p:txBody>
      </p:sp>
      <p:sp>
        <p:nvSpPr>
          <p:cNvPr id="8" name="pic-output-2">
            <a:extLst xmlns:a="http://schemas.openxmlformats.org/drawingml/2006/main">
              <a:ext uri="{FF2B5EF4-FFF2-40B4-BE49-F238E27FC236}">
                <a16:creationId xmlns:a16="http://schemas.microsoft.com/office/drawing/2014/main" id="{8183D4D9-5F13-4F74-B46A-68D1B11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2863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王一雪想______去超市。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这些包子非常______。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D75215-00A3-4B66-8E4D-DC57CAA0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mark">
            <a:extLst xmlns:a="http://schemas.openxmlformats.org/drawingml/2006/main">
              <a:ext uri="{FF2B5EF4-FFF2-40B4-BE49-F238E27FC236}">
                <a16:creationId xmlns:a16="http://schemas.microsoft.com/office/drawing/2014/main" id="{53CFF65A-6532-4825-8CA0-1CF899C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28</a:t>
            </a:r>
          </a:p>
        </p:txBody>
      </p:sp>
    </p:spTree>
    <p:extLst>
      <p:ext uri="{BB962C8B-B14F-4D97-AF65-F5344CB8AC3E}">
        <p14:creationId xmlns:p14="http://schemas.microsoft.com/office/powerpoint/2010/main" val="8270871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0DAE86A-090F-479F-8C13-A2EE12A2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课堂活动与拓展  Activity &amp; Extension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EFCD709-3EA2-477B-B975-5B19E6A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0E5A216-9052-488B-86F2-47B78E1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按三步完成活动，并按材料分享结果。</a:t>
            </a:r>
          </a:p>
        </p:txBody>
      </p:sp>
      <p:sp>
        <p:nvSpPr>
          <p:cNvPr id="5" name="game-step-0">
            <a:extLst xmlns:a="http://schemas.openxmlformats.org/drawingml/2006/main">
              <a:ext uri="{FF2B5EF4-FFF2-40B4-BE49-F238E27FC236}">
                <a16:creationId xmlns:a16="http://schemas.microsoft.com/office/drawing/2014/main" id="{51850DDA-1CE0-45DE-BB6E-5E67D79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6" name="game-text-0">
            <a:extLst xmlns:a="http://schemas.openxmlformats.org/drawingml/2006/main">
              <a:ext uri="{FF2B5EF4-FFF2-40B4-BE49-F238E27FC236}">
                <a16:creationId xmlns:a16="http://schemas.microsoft.com/office/drawing/2014/main" id="{38E15123-F7F0-4667-A2C3-F4702E0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两人分别填写三天的早餐字母。</a:t>
            </a:r>
          </a:p>
        </p:txBody>
      </p:sp>
      <p:sp>
        <p:nvSpPr>
          <p:cNvPr id="7" name="game-step-1">
            <a:extLst xmlns:a="http://schemas.openxmlformats.org/drawingml/2006/main">
              <a:ext uri="{FF2B5EF4-FFF2-40B4-BE49-F238E27FC236}">
                <a16:creationId xmlns:a16="http://schemas.microsoft.com/office/drawing/2014/main" id="{ADAEC51E-7FC7-4EF5-AA79-9C14716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8" name="game-text-1">
            <a:extLst xmlns:a="http://schemas.openxmlformats.org/drawingml/2006/main">
              <a:ext uri="{FF2B5EF4-FFF2-40B4-BE49-F238E27FC236}">
                <a16:creationId xmlns:a16="http://schemas.microsoft.com/office/drawing/2014/main" id="{358246CF-8216-487C-849D-B31BE54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431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用“我想吃……”逐项交流。</a:t>
            </a:r>
          </a:p>
        </p:txBody>
      </p:sp>
      <p:sp>
        <p:nvSpPr>
          <p:cNvPr id="9" name="game-step-2">
            <a:extLst xmlns:a="http://schemas.openxmlformats.org/drawingml/2006/main">
              <a:ext uri="{FF2B5EF4-FFF2-40B4-BE49-F238E27FC236}">
                <a16:creationId xmlns:a16="http://schemas.microsoft.com/office/drawing/2014/main" id="{D1E49552-AA12-45EA-AD6D-4E186DC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0" name="game-text-2">
            <a:extLst xmlns:a="http://schemas.openxmlformats.org/drawingml/2006/main">
              <a:ext uri="{FF2B5EF4-FFF2-40B4-BE49-F238E27FC236}">
                <a16:creationId xmlns:a16="http://schemas.microsoft.com/office/drawing/2014/main" id="{648CAB9D-199E-4A19-BBDE-C6DDC2D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861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核对表格后向全班分享。</a:t>
            </a:r>
          </a:p>
        </p:txBody>
      </p:sp>
      <p:sp>
        <p:nvSpPr>
          <p:cNvPr id="11" name="game-example-label">
            <a:extLst xmlns:a="http://schemas.openxmlformats.org/drawingml/2006/main">
              <a:ext uri="{FF2B5EF4-FFF2-40B4-BE49-F238E27FC236}">
                <a16:creationId xmlns:a16="http://schemas.microsoft.com/office/drawing/2014/main" id="{837621B1-CD51-4C78-9A2C-D5BE83B9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任务材料与示例</a:t>
            </a:r>
          </a:p>
        </p:txBody>
      </p:sp>
      <p:sp>
        <p:nvSpPr>
          <p:cNvPr id="12" name="game-example-frame">
            <a:extLst xmlns:a="http://schemas.openxmlformats.org/drawingml/2006/main">
              <a:ext uri="{FF2B5EF4-FFF2-40B4-BE49-F238E27FC236}">
                <a16:creationId xmlns:a16="http://schemas.microsoft.com/office/drawing/2014/main" id="{571CD8A0-A03F-4828-A2D7-3E5B439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477500" cy="133350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F5449"/>
            </a:solidFill>
            <a:prstDash val="solid"/>
          </a:ln>
        </p:spPr>
      </p:sp>
      <p:sp>
        <p:nvSpPr>
          <p:cNvPr id="13" name="game-example-1">
            <a:extLst xmlns:a="http://schemas.openxmlformats.org/drawingml/2006/main">
              <a:ext uri="{FF2B5EF4-FFF2-40B4-BE49-F238E27FC236}">
                <a16:creationId xmlns:a16="http://schemas.microsoft.com/office/drawing/2014/main" id="{AC8F6DA0-BEEE-4C9A-B168-2F66A313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9763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姓名｜星期一｜星期二｜星期六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　｜________｜________｜________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同伴｜________｜________｜________</a:t>
            </a:r>
          </a:p>
        </p:txBody>
      </p:sp>
      <p:sp>
        <p:nvSpPr>
          <p:cNvPr id="14" name="game-example-2">
            <a:extLst xmlns:a="http://schemas.openxmlformats.org/drawingml/2006/main">
              <a:ext uri="{FF2B5EF4-FFF2-40B4-BE49-F238E27FC236}">
                <a16:creationId xmlns:a16="http://schemas.microsoft.com/office/drawing/2014/main" id="{C15A92DF-F84C-48FB-A971-AD74B4A4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38800"/>
            <a:ext cx="976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选项：A包子｜B面条儿｜C饺子｜D米饭；示例：星期一我想吃饺子。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71446F-220D-48B5-A406-48209FF7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8233E07E-3917-4247-A72E-8062AF3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29</a:t>
            </a:r>
          </a:p>
        </p:txBody>
      </p:sp>
    </p:spTree>
    <p:extLst>
      <p:ext uri="{BB962C8B-B14F-4D97-AF65-F5344CB8AC3E}">
        <p14:creationId xmlns:p14="http://schemas.microsoft.com/office/powerpoint/2010/main" val="3557139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本课出口条  Lesson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写一写，说一说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西安饭店的包子好吃吗？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他们怎么去西安饭店？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能愿动词“想”、连动句、疑问代词“怎么”：各说一句。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本课关键词：手机号｜想｜连动句｜怎么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第6课  |  30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2026-08-22T14:21:56.1350000Z</dcterms:created>
  <dcterms:modified xsi:type="dcterms:W3CDTF">2026-08-22T14:21:56.1350000Z</dcterms:modified>
</coreProperties>
</file>