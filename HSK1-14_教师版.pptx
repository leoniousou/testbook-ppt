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752643893c4d56" /><Relationship Type="http://schemas.openxmlformats.org/officeDocument/2006/relationships/extended-properties" Target="/docProps/app.xml" Id="R2cd25979668b4ae9" /><Relationship Type="http://schemas.openxmlformats.org/officeDocument/2006/relationships/officeDocument" Target="/ppt/presentation.xml" Id="R7c41f7ebd18440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ec1fd648344d07"/>
    <p:sldMasterId xmlns:r="http://schemas.openxmlformats.org/officeDocument/2006/relationships" id="2147483661" r:id="R19d9b757177f4159"/>
    <p:sldMasterId xmlns:r="http://schemas.openxmlformats.org/officeDocument/2006/relationships" id="2147483673" r:id="Rf86759e71b80402a"/>
  </p:sldMasterIdLst>
  <p:notesMasterIdLst>
    <p:notesMasterId xmlns:r="http://schemas.openxmlformats.org/officeDocument/2006/relationships" r:id="R5aaccd6a87e141d4"/>
  </p:notesMasterIdLst>
  <p:sldIdLst>
    <p:sldId xmlns:r="http://schemas.openxmlformats.org/officeDocument/2006/relationships" id="256" r:id="R531fc0b49a4644c3"/>
    <p:sldId xmlns:r="http://schemas.openxmlformats.org/officeDocument/2006/relationships" id="257" r:id="R37c2519f7c9947d5"/>
    <p:sldId xmlns:r="http://schemas.openxmlformats.org/officeDocument/2006/relationships" id="258" r:id="Rfc46dd120e6c4e31"/>
    <p:sldId xmlns:r="http://schemas.openxmlformats.org/officeDocument/2006/relationships" id="259" r:id="R0f5037489bd247c4"/>
    <p:sldId xmlns:r="http://schemas.openxmlformats.org/officeDocument/2006/relationships" id="260" r:id="Rbebf2ec8139c4086"/>
    <p:sldId xmlns:r="http://schemas.openxmlformats.org/officeDocument/2006/relationships" id="261" r:id="R59703b7bf1fa4804"/>
    <p:sldId xmlns:r="http://schemas.openxmlformats.org/officeDocument/2006/relationships" id="262" r:id="R5525f8185e96453c"/>
    <p:sldId xmlns:r="http://schemas.openxmlformats.org/officeDocument/2006/relationships" id="263" r:id="R9e3170d020ad4c73"/>
    <p:sldId xmlns:r="http://schemas.openxmlformats.org/officeDocument/2006/relationships" id="264" r:id="Rc64ffb6445e14d46"/>
    <p:sldId xmlns:r="http://schemas.openxmlformats.org/officeDocument/2006/relationships" id="265" r:id="R937fe526b99c4056"/>
    <p:sldId xmlns:r="http://schemas.openxmlformats.org/officeDocument/2006/relationships" id="266" r:id="Rbee6992c90374dd4"/>
    <p:sldId xmlns:r="http://schemas.openxmlformats.org/officeDocument/2006/relationships" id="267" r:id="R62775b83516b44bf"/>
    <p:sldId xmlns:r="http://schemas.openxmlformats.org/officeDocument/2006/relationships" id="268" r:id="R80302a6a20a84594"/>
    <p:sldId xmlns:r="http://schemas.openxmlformats.org/officeDocument/2006/relationships" id="269" r:id="R7ff58aa7c9c84925"/>
    <p:sldId xmlns:r="http://schemas.openxmlformats.org/officeDocument/2006/relationships" id="270" r:id="R7bb917213272413f"/>
    <p:sldId xmlns:r="http://schemas.openxmlformats.org/officeDocument/2006/relationships" id="271" r:id="R1d4d6f23ef9f4766"/>
    <p:sldId xmlns:r="http://schemas.openxmlformats.org/officeDocument/2006/relationships" id="272" r:id="Re40b7c15fa96474d"/>
    <p:sldId xmlns:r="http://schemas.openxmlformats.org/officeDocument/2006/relationships" id="273" r:id="R0fbb2766e2f94fa5"/>
    <p:sldId xmlns:r="http://schemas.openxmlformats.org/officeDocument/2006/relationships" id="274" r:id="R6b8eb65a435f4d9b"/>
    <p:sldId xmlns:r="http://schemas.openxmlformats.org/officeDocument/2006/relationships" id="275" r:id="R992b6d672a6d4f72"/>
    <p:sldId xmlns:r="http://schemas.openxmlformats.org/officeDocument/2006/relationships" id="276" r:id="R6de5e201cc934fbb"/>
    <p:sldId xmlns:r="http://schemas.openxmlformats.org/officeDocument/2006/relationships" id="277" r:id="Re2ee61ffca124b24"/>
    <p:sldId xmlns:r="http://schemas.openxmlformats.org/officeDocument/2006/relationships" id="278" r:id="Rb67448a1f13549ad"/>
    <p:sldId xmlns:r="http://schemas.openxmlformats.org/officeDocument/2006/relationships" id="279" r:id="R6ed9e98b62574b41"/>
    <p:sldId xmlns:r="http://schemas.openxmlformats.org/officeDocument/2006/relationships" id="280" r:id="Rec70f1dbd7fd4344"/>
    <p:sldId xmlns:r="http://schemas.openxmlformats.org/officeDocument/2006/relationships" id="281" r:id="Rec1b1e92056240cd"/>
    <p:sldId xmlns:r="http://schemas.openxmlformats.org/officeDocument/2006/relationships" id="282" r:id="R1a3f0cbccacb4c06"/>
    <p:sldId xmlns:r="http://schemas.openxmlformats.org/officeDocument/2006/relationships" id="283" r:id="Rb011ca7560c7404f"/>
    <p:sldId xmlns:r="http://schemas.openxmlformats.org/officeDocument/2006/relationships" id="284" r:id="R496b70d4c6e444bc"/>
    <p:sldId xmlns:r="http://schemas.openxmlformats.org/officeDocument/2006/relationships" id="285" r:id="R4e8b2c8dbea044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096df36ca643c1" /><Relationship Type="http://schemas.openxmlformats.org/officeDocument/2006/relationships/slideMaster" Target="/ppt/slideMasters/slideMaster1.xml" Id="R7fec1fd648344d07" /><Relationship Type="http://schemas.openxmlformats.org/officeDocument/2006/relationships/slideMaster" Target="/ppt/slideMasters/slideMaster2.xml" Id="R19d9b757177f4159" /><Relationship Type="http://schemas.openxmlformats.org/officeDocument/2006/relationships/slideMaster" Target="/ppt/slideMasters/slideMaster3.xml" Id="Rf86759e71b80402a" /><Relationship Type="http://schemas.openxmlformats.org/officeDocument/2006/relationships/notesMaster" Target="/ppt/notesMasters/notesMaster1.xml" Id="R5aaccd6a87e141d4" /><Relationship Type="http://schemas.openxmlformats.org/officeDocument/2006/relationships/presProps" Target="/ppt/presProps.xml" Id="Racc43e65064442f0" /><Relationship Type="http://schemas.openxmlformats.org/officeDocument/2006/relationships/viewProps" Target="/ppt/viewProps.xml" Id="Ra8d6636ea65a474c" /><Relationship Type="http://schemas.openxmlformats.org/officeDocument/2006/relationships/tableStyles" Target="/ppt/tableStyles.xml" Id="R03888b0aa0264fa7" /><Relationship Type="http://schemas.openxmlformats.org/officeDocument/2006/relationships/slide" Target="/ppt/slides/slide1.xml" Id="R531fc0b49a4644c3" /><Relationship Type="http://schemas.openxmlformats.org/officeDocument/2006/relationships/slide" Target="/ppt/slides/slide2.xml" Id="R37c2519f7c9947d5" /><Relationship Type="http://schemas.openxmlformats.org/officeDocument/2006/relationships/slide" Target="/ppt/slides/slide3.xml" Id="Rfc46dd120e6c4e31" /><Relationship Type="http://schemas.openxmlformats.org/officeDocument/2006/relationships/slide" Target="/ppt/slides/slide4.xml" Id="R0f5037489bd247c4" /><Relationship Type="http://schemas.openxmlformats.org/officeDocument/2006/relationships/slide" Target="/ppt/slides/slide5.xml" Id="Rbebf2ec8139c4086" /><Relationship Type="http://schemas.openxmlformats.org/officeDocument/2006/relationships/slide" Target="/ppt/slides/slide6.xml" Id="R59703b7bf1fa4804" /><Relationship Type="http://schemas.openxmlformats.org/officeDocument/2006/relationships/slide" Target="/ppt/slides/slide7.xml" Id="R5525f8185e96453c" /><Relationship Type="http://schemas.openxmlformats.org/officeDocument/2006/relationships/slide" Target="/ppt/slides/slide8.xml" Id="R9e3170d020ad4c73" /><Relationship Type="http://schemas.openxmlformats.org/officeDocument/2006/relationships/slide" Target="/ppt/slides/slide9.xml" Id="Rc64ffb6445e14d46" /><Relationship Type="http://schemas.openxmlformats.org/officeDocument/2006/relationships/slide" Target="/ppt/slides/slide10.xml" Id="R937fe526b99c4056" /><Relationship Type="http://schemas.openxmlformats.org/officeDocument/2006/relationships/slide" Target="/ppt/slides/slide11.xml" Id="Rbee6992c90374dd4" /><Relationship Type="http://schemas.openxmlformats.org/officeDocument/2006/relationships/slide" Target="/ppt/slides/slide12.xml" Id="R62775b83516b44bf" /><Relationship Type="http://schemas.openxmlformats.org/officeDocument/2006/relationships/slide" Target="/ppt/slides/slide13.xml" Id="R80302a6a20a84594" /><Relationship Type="http://schemas.openxmlformats.org/officeDocument/2006/relationships/slide" Target="/ppt/slides/slide14.xml" Id="R7ff58aa7c9c84925" /><Relationship Type="http://schemas.openxmlformats.org/officeDocument/2006/relationships/slide" Target="/ppt/slides/slide15.xml" Id="R7bb917213272413f" /><Relationship Type="http://schemas.openxmlformats.org/officeDocument/2006/relationships/slide" Target="/ppt/slides/slide16.xml" Id="R1d4d6f23ef9f4766" /><Relationship Type="http://schemas.openxmlformats.org/officeDocument/2006/relationships/slide" Target="/ppt/slides/slide17.xml" Id="Re40b7c15fa96474d" /><Relationship Type="http://schemas.openxmlformats.org/officeDocument/2006/relationships/slide" Target="/ppt/slides/slide18.xml" Id="R0fbb2766e2f94fa5" /><Relationship Type="http://schemas.openxmlformats.org/officeDocument/2006/relationships/slide" Target="/ppt/slides/slide19.xml" Id="R6b8eb65a435f4d9b" /><Relationship Type="http://schemas.openxmlformats.org/officeDocument/2006/relationships/slide" Target="/ppt/slides/slide20.xml" Id="R992b6d672a6d4f72" /><Relationship Type="http://schemas.openxmlformats.org/officeDocument/2006/relationships/slide" Target="/ppt/slides/slide21.xml" Id="R6de5e201cc934fbb" /><Relationship Type="http://schemas.openxmlformats.org/officeDocument/2006/relationships/slide" Target="/ppt/slides/slide22.xml" Id="Re2ee61ffca124b24" /><Relationship Type="http://schemas.openxmlformats.org/officeDocument/2006/relationships/slide" Target="/ppt/slides/slide23.xml" Id="Rb67448a1f13549ad" /><Relationship Type="http://schemas.openxmlformats.org/officeDocument/2006/relationships/slide" Target="/ppt/slides/slide24.xml" Id="R6ed9e98b62574b41" /><Relationship Type="http://schemas.openxmlformats.org/officeDocument/2006/relationships/slide" Target="/ppt/slides/slide25.xml" Id="Rec70f1dbd7fd4344" /><Relationship Type="http://schemas.openxmlformats.org/officeDocument/2006/relationships/slide" Target="/ppt/slides/slide26.xml" Id="Rec1b1e92056240cd" /><Relationship Type="http://schemas.openxmlformats.org/officeDocument/2006/relationships/slide" Target="/ppt/slides/slide27.xml" Id="R1a3f0cbccacb4c06" /><Relationship Type="http://schemas.openxmlformats.org/officeDocument/2006/relationships/slide" Target="/ppt/slides/slide28.xml" Id="Rb011ca7560c7404f" /><Relationship Type="http://schemas.openxmlformats.org/officeDocument/2006/relationships/slide" Target="/ppt/slides/slide29.xml" Id="R496b70d4c6e444bc" /><Relationship Type="http://schemas.openxmlformats.org/officeDocument/2006/relationships/slide" Target="/ppt/slides/slide30.xml" Id="R4e8b2c8dbea044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12893dcfc984c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0f20907922455e" /><Relationship Type="http://schemas.openxmlformats.org/officeDocument/2006/relationships/notesMaster" Target="/ppt/notesMasters/notesMaster1.xml" Id="R45e15b8ce2984e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f2bd51811741b7" /><Relationship Type="http://schemas.openxmlformats.org/officeDocument/2006/relationships/notesMaster" Target="/ppt/notesMasters/notesMaster1.xml" Id="R5e0c16fadc2c46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00da1e90c94df0" /><Relationship Type="http://schemas.openxmlformats.org/officeDocument/2006/relationships/notesMaster" Target="/ppt/notesMasters/notesMaster1.xml" Id="R0a02a5295ed94b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13d84076004dd0" /><Relationship Type="http://schemas.openxmlformats.org/officeDocument/2006/relationships/notesMaster" Target="/ppt/notesMasters/notesMaster1.xml" Id="Rb9489bec81e94a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54afd6f5214ce6" /><Relationship Type="http://schemas.openxmlformats.org/officeDocument/2006/relationships/notesMaster" Target="/ppt/notesMasters/notesMaster1.xml" Id="R0b8d6a5e9eed43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e7403fe854bf0" /><Relationship Type="http://schemas.openxmlformats.org/officeDocument/2006/relationships/notesMaster" Target="/ppt/notesMasters/notesMaster1.xml" Id="R397f9fd6a1b148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085e1364174d7e" /><Relationship Type="http://schemas.openxmlformats.org/officeDocument/2006/relationships/notesMaster" Target="/ppt/notesMasters/notesMaster1.xml" Id="R574323b8d1ef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0d20a6f1c74685" /><Relationship Type="http://schemas.openxmlformats.org/officeDocument/2006/relationships/notesMaster" Target="/ppt/notesMasters/notesMaster1.xml" Id="Rfde2e0a4c1de4e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b3cff4a4ea4db1" /><Relationship Type="http://schemas.openxmlformats.org/officeDocument/2006/relationships/notesMaster" Target="/ppt/notesMasters/notesMaster1.xml" Id="R2cf74eb45d9d44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f4c6e831664788" /><Relationship Type="http://schemas.openxmlformats.org/officeDocument/2006/relationships/notesMaster" Target="/ppt/notesMasters/notesMaster1.xml" Id="R492143756d4b47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9e18dc7ec54a78" /><Relationship Type="http://schemas.openxmlformats.org/officeDocument/2006/relationships/notesMaster" Target="/ppt/notesMasters/notesMaster1.xml" Id="R3ad06a272eda4c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5d9ac89fbf426e" /><Relationship Type="http://schemas.openxmlformats.org/officeDocument/2006/relationships/notesMaster" Target="/ppt/notesMasters/notesMaster1.xml" Id="R8381e5632c2e43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621f056100402c" /><Relationship Type="http://schemas.openxmlformats.org/officeDocument/2006/relationships/notesMaster" Target="/ppt/notesMasters/notesMaster1.xml" Id="R37779ae389d949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762d8697a24d84" /><Relationship Type="http://schemas.openxmlformats.org/officeDocument/2006/relationships/notesMaster" Target="/ppt/notesMasters/notesMaster1.xml" Id="Read546bb7b0e44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72695f5d5b45c6" /><Relationship Type="http://schemas.openxmlformats.org/officeDocument/2006/relationships/notesMaster" Target="/ppt/notesMasters/notesMaster1.xml" Id="R2af6143b272b42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49d8552d814494" /><Relationship Type="http://schemas.openxmlformats.org/officeDocument/2006/relationships/notesMaster" Target="/ppt/notesMasters/notesMaster1.xml" Id="R16bda02e0aa643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b541f84c364fce" /><Relationship Type="http://schemas.openxmlformats.org/officeDocument/2006/relationships/notesMaster" Target="/ppt/notesMasters/notesMaster1.xml" Id="R21228a4fe1594d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ff6389f1de4bd6" /><Relationship Type="http://schemas.openxmlformats.org/officeDocument/2006/relationships/notesMaster" Target="/ppt/notesMasters/notesMaster1.xml" Id="Refa9926c8b0c45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621029cf534e55" /><Relationship Type="http://schemas.openxmlformats.org/officeDocument/2006/relationships/notesMaster" Target="/ppt/notesMasters/notesMaster1.xml" Id="R18700e87201d49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5d756d29e1454d" /><Relationship Type="http://schemas.openxmlformats.org/officeDocument/2006/relationships/notesMaster" Target="/ppt/notesMasters/notesMaster1.xml" Id="R5eca4aef5f3a4d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337cc669c54055" /><Relationship Type="http://schemas.openxmlformats.org/officeDocument/2006/relationships/notesMaster" Target="/ppt/notesMasters/notesMaster1.xml" Id="R45c3e3b5be7d42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9d91838e1e43ff" /><Relationship Type="http://schemas.openxmlformats.org/officeDocument/2006/relationships/notesMaster" Target="/ppt/notesMasters/notesMaster1.xml" Id="R00f86ab13db24c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2bd7d36ffaf4605" /><Relationship Type="http://schemas.openxmlformats.org/officeDocument/2006/relationships/notesMaster" Target="/ppt/notesMasters/notesMaster1.xml" Id="Rc96c51c1c02d4b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a95a0ac69c34f39" /><Relationship Type="http://schemas.openxmlformats.org/officeDocument/2006/relationships/notesMaster" Target="/ppt/notesMasters/notesMaster1.xml" Id="R259e682309d448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b069bbcf49547b5" /><Relationship Type="http://schemas.openxmlformats.org/officeDocument/2006/relationships/notesMaster" Target="/ppt/notesMasters/notesMaster1.xml" Id="R80c3eeb1f175477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d1e226bf854b36" /><Relationship Type="http://schemas.openxmlformats.org/officeDocument/2006/relationships/notesMaster" Target="/ppt/notesMasters/notesMaster1.xml" Id="Rd3b56a09653e43a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4bee196f85477e" /><Relationship Type="http://schemas.openxmlformats.org/officeDocument/2006/relationships/notesMaster" Target="/ppt/notesMasters/notesMaster1.xml" Id="R3e0ddd24571242a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d3ae2c554a44f2b" /><Relationship Type="http://schemas.openxmlformats.org/officeDocument/2006/relationships/notesMaster" Target="/ppt/notesMasters/notesMaster1.xml" Id="R8b528e4f450b4aa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e65c582f71b4e52" /><Relationship Type="http://schemas.openxmlformats.org/officeDocument/2006/relationships/notesMaster" Target="/ppt/notesMasters/notesMaster1.xml" Id="Rddcb027ebce04ea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fc3c6aa27b412e" /><Relationship Type="http://schemas.openxmlformats.org/officeDocument/2006/relationships/notesMaster" Target="/ppt/notesMasters/notesMaster1.xml" Id="Rea603755605b42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【课时定位】第1课时｜导入</a:t>
            </a:r>
          </a:p>
          <a:p xmlns:a="http://schemas.openxmlformats.org/drawingml/2006/main">
            <a:r>
              <a:t>【本页目标】说出本课三项学习任务。</a:t>
            </a:r>
          </a:p>
          <a:p xmlns:a="http://schemas.openxmlformats.org/drawingml/2006/main">
            <a:r>
              <a:t>【建议用时】3分钟。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【教学顺序】读课题→读目标→说已知词。</a:t>
            </a:r>
          </a:p>
          <a:p xmlns:a="http://schemas.openxmlformats.org/drawingml/2006/main">
            <a:r>
              <a:t>【教师动作/话术】逐项目标追问；不提前讲规则。</a:t>
            </a:r>
          </a:p>
          <a:p xmlns:a="http://schemas.openxmlformats.org/drawingml/2006/main">
            <a:r>
              <a:t>【学生任务】读课题，说已知词。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【常见问题】只读课题→指目标词→学生复述。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【教材来源】印P.103/PDF117；教材目标：能听懂并使用动态助词“了”表示动作已经发生或完成；掌握范围副词“都”的用法；掌握部分离合词的基本用法；了解并能简单描述学习情况。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【答案/检查标准】1-D 听；2-C 汉字；3-F 说话；4-B 看见；5-E 小学生；6-A 火车</a:t>
            </a:r>
            <a:endParaRPr/>
          </a:p>
          <a:p xmlns:a="http://schemas.openxmlformats.org/drawingml/2006/main">
            <a:r>
              <a:t>【教材来源】教材印刷P.103（PDF第117页）。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【答案/检查标准】上 shàng；火车 huǒchē；中午 zhōngwǔ；开 kāi；检查读音，并用其中一词说完整短句。</a:t>
            </a:r>
            <a:endParaRPr/>
          </a:p>
          <a:p xmlns:a="http://schemas.openxmlformats.org/drawingml/2006/main">
            <a:r>
              <a:t>【教材来源】教材印刷P.105（PDF第119页）。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【教师动作/话术】教材音频14-1未嵌入。教师朗读两遍：第一遍自然语速完整朗读，全文后停5秒；第二遍逐句朗读，每句后停2秒。朗读稿：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场景：白家月和陈天中谈论上一次课外旅行。</a:t>
            </a:r>
          </a:p>
          <a:p xmlns:a="http://schemas.openxmlformats.org/drawingml/2006/main">
            <a:r>
              <a:t>白家月：你们上火车以后看见王老师了吗？</a:t>
            </a:r>
          </a:p>
          <a:p xmlns:a="http://schemas.openxmlformats.org/drawingml/2006/main">
            <a:r>
              <a:t>陈天中：没看见。中午车开后，有些人在看书，有些人睡觉了。</a:t>
            </a:r>
          </a:p>
          <a:p xmlns:a="http://schemas.openxmlformats.org/drawingml/2006/main">
            <a:r>
              <a:t>白家月：你呢？</a:t>
            </a:r>
          </a:p>
          <a:p xmlns:a="http://schemas.openxmlformats.org/drawingml/2006/main">
            <a:r>
              <a:t>陈天中：我看了一个电影。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陈天中没看见王老师。”；证据：“白家月：你们上火车以后看见王老师了吗？；陈天中：没看见。中午车开后，有些人在看书，有些人睡觉了。”；2.完整答案是“陈天中在火车上看了一个电影。”；证据：“陈天中：我看了一个电影。”；3.完整答案是“陈天中看了一个电影。”；证据：“陈天中：我看了一个电影。”；可接受同义完整句，关键信息须一致。</a:t>
            </a:r>
          </a:p>
          <a:p xmlns:a="http://schemas.openxmlformats.org/drawingml/2006/main">
            <a:r>
              <a:t>【教材来源】教材印刷P.104（PDF第118页），课文1；其中2题为教材选择题，1题为教师设计的课文证据题；实际音频状态：未嵌入，使用教师朗读。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【教材来源】教材印刷P.104（PDF第118页）。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【答案/检查标准】有些 yǒuxiē；有的 yǒude；了 le；检查读音，并用其中一词说完整短句。</a:t>
            </a:r>
            <a:endParaRPr/>
          </a:p>
          <a:p xmlns:a="http://schemas.openxmlformats.org/drawingml/2006/main">
            <a:r>
              <a:t>【教材来源】教材印刷P.105（PDF第119页）。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【本页目标】学生能理解并使用动态助词“了”（2）。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【学生任务】观察三组句子，说出共同规则。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【答案/检查标准】“了”放在动词后表示动作已经发生或完成；否定用“没”，不加“了”。</a:t>
            </a:r>
            <a:endParaRPr/>
          </a:p>
          <a:p xmlns:a="http://schemas.openxmlformats.org/drawingml/2006/main">
            <a:r>
              <a:t>【教材来源】教材印刷P.105（PDF第119页）。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【本页目标】学生能按句架完成三组问答。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【答案/检查标准】1.我昨天看了一个电影。；2.我昨天没去商店。；3.动作完成时，在动词后加“了”。</a:t>
            </a:r>
            <a:endParaRPr/>
          </a:p>
          <a:p xmlns:a="http://schemas.openxmlformats.org/drawingml/2006/main">
            <a:r>
              <a:t>【教材来源】教材印刷P.105（PDF第119页）；教师设计补充；依据本课课文、语言点与教材练习。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【课时定位】第1课时｜问答</a:t>
            </a:r>
            <a:endParaRPr/>
          </a:p>
          <a:p xmlns:a="http://schemas.openxmlformats.org/drawingml/2006/main">
            <a:r>
              <a:t>【本页目标】完成问答并准确记录。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【教师动作/话术】先示范一轮，再要求离开课文看同伴说。</a:t>
            </a:r>
            <a:endParaRPr/>
          </a:p>
          <a:p xmlns:a="http://schemas.openxmlformats.org/drawingml/2006/main">
            <a:r>
              <a:t>【学生任务】两人交换信息，记录一条真实结果。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【常见问题】问答不对应→回指问词→重答并改记录。</a:t>
            </a:r>
            <a:endParaRPr/>
          </a:p>
          <a:p xmlns:a="http://schemas.openxmlformats.org/drawingml/2006/main">
            <a:r>
              <a:t>【答案/检查标准】提问可接受：你昨天________了吗？；回答可接受：我________了／没________。；记录要求：记录两个已完成或未完成动作。</a:t>
            </a:r>
            <a:endParaRPr/>
          </a:p>
          <a:p xmlns:a="http://schemas.openxmlformats.org/drawingml/2006/main">
            <a:r>
              <a:t>【教材来源】印P.104/PDF118；教师设计补充；依据本课课文、语言点与教材练习。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【课时定位】第1课时｜第一课时出口</a:t>
            </a:r>
            <a:endParaRPr/>
          </a:p>
          <a:p xmlns:a="http://schemas.openxmlformats.org/drawingml/2006/main">
            <a:r>
              <a:t>【本页目标】检查课文一词语、听读和语言点。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【教师动作/话术】按三题快速抽查；错题要求当场重说。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【答案/检查标准】1.陈天中没看见王老师。；2.陈天中在火车上看了一个电影。；3.陈天中看了一个电影。；开放题同义且含目标结构即可。</a:t>
            </a:r>
            <a:endParaRPr/>
          </a:p>
          <a:p xmlns:a="http://schemas.openxmlformats.org/drawingml/2006/main">
            <a:r>
              <a:t>【教材来源】教材印刷P.104（PDF第118页）；教师设计补充；依据本课课文、语言点与教材练习。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【本页目标】学生能回答课文1的教材理解题。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【教学顺序】独立回忆→同桌互答→回到课文找依据。</a:t>
            </a:r>
            <a:endParaRPr/>
          </a:p>
          <a:p xmlns:a="http://schemas.openxmlformats.org/drawingml/2006/main">
            <a:r>
              <a:t>【教师动作/话术】逐题追问；答案不完整时只提示课文人物或关键词。</a:t>
            </a:r>
            <a:endParaRPr/>
          </a:p>
          <a:p xmlns:a="http://schemas.openxmlformats.org/drawingml/2006/main">
            <a:r>
              <a:t>【学生任务】根据课文，回答两个问题。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【答案/检查标准】1.车开后，大家在做什么？→车开后，有些人在看书，有些人睡觉了。；2.陈天中为什么没看见王老师？→因为陈天中看了一个电影。</a:t>
            </a:r>
            <a:endParaRPr/>
          </a:p>
          <a:p xmlns:a="http://schemas.openxmlformats.org/drawingml/2006/main">
            <a:r>
              <a:t>【教材来源】教材印刷P.104（PDF第118页）；教材课文1理解题；按原题回答并回到课文找依据。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【答案/检查标准】写 xiě；都 dōu；听见 tīngjiàn；不要 búyào；说话 shuōhuà；检查读音，并用其中一词说完整短句。</a:t>
            </a:r>
            <a:endParaRPr/>
          </a:p>
          <a:p xmlns:a="http://schemas.openxmlformats.org/drawingml/2006/main">
            <a:r>
              <a:t>【教材来源】教材印刷P.107（PDF第121页）。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【教师动作/话术】教材音频14-3未嵌入。教师朗读两遍：第一遍自然语速完整朗读，全文后停5秒；第二遍逐句朗读，每句后停2秒。朗读稿：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场景：同学们已经都会说汉语了。王一飞在课堂上询问他们会不会写汉字。</a:t>
            </a:r>
          </a:p>
          <a:p xmlns:a="http://schemas.openxmlformats.org/drawingml/2006/main">
            <a:r>
              <a:t>王一飞：你们会说汉语了，也会写汉字了吗？</a:t>
            </a:r>
          </a:p>
          <a:p xmlns:a="http://schemas.openxmlformats.org/drawingml/2006/main">
            <a:r>
              <a:t>白家月：我们都会写了。</a:t>
            </a:r>
          </a:p>
          <a:p xmlns:a="http://schemas.openxmlformats.org/drawingml/2006/main">
            <a:r>
              <a:t>陈天中：老师，我听不见。</a:t>
            </a:r>
          </a:p>
          <a:p xmlns:a="http://schemas.openxmlformats.org/drawingml/2006/main">
            <a:r>
              <a:t>王一飞：请大家不要说话！请听老师的问题：你们都会写哪些汉字了？</a:t>
            </a:r>
          </a:p>
          <a:p xmlns:a="http://schemas.openxmlformats.org/drawingml/2006/main">
            <a:r>
              <a:t>陈天中：我会写这些字了，您看！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同学们都会说汉语了。”；证据：“教师补充场景明确说明：同学们已经都会说汉语了。”；2.完整答案是“陈天中没听见王老师在说什么。”；证据：“陈天中对王老师说：老师，我听不见。”；3.完整答案是“陈天中听不见，因为大家在说话。”；证据：“陈天中说：老师，我听不见；王一飞随即请大家不要说话。”；可接受同义完整句，关键信息须一致。</a:t>
            </a:r>
          </a:p>
          <a:p xmlns:a="http://schemas.openxmlformats.org/drawingml/2006/main">
            <a:r>
              <a:t>【教材来源】教材印刷P.106（PDF第120页）、教材印刷P.107（PDF第121页），课文2；其中2题为教材选择题，1题为教师设计的课文证据题；教师补充场景用于补足教材选择题的可听证据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【教师动作/话术】逐轮指人物；长句先分段读，再连起来读。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【答案/检查标准】按5轮原顺序分角色朗读；人物、轮次、汉字和拼音准确，不漏轮、不串角色。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【教材来源】教材印刷P.107（PDF第121页）。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【答案/检查标准】听 tīng；哪些 nǎxiē；字 zì；汉语 Hànyǔ；汉字 Hànzì；检查读音，并用其中一词说完整短句。</a:t>
            </a:r>
            <a:endParaRPr/>
          </a:p>
          <a:p xmlns:a="http://schemas.openxmlformats.org/drawingml/2006/main">
            <a:r>
              <a:t>【教材来源】教材印刷P.107（PDF第121页）。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【本页目标】学生能使用离合词（1）。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【答案/检查标准】上课、下课、上班、下班、说话、读书、睡觉、看病、生病等可合可分。</a:t>
            </a:r>
            <a:endParaRPr/>
          </a:p>
          <a:p xmlns:a="http://schemas.openxmlformats.org/drawingml/2006/main">
            <a:r>
              <a:t>【教材来源】教材印刷P.105（PDF第119页）、教材印刷P.106（PDF第120页）。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【答案/检查标准】1.我们都会写了。；2.同学们都没听见。；3.“睡觉”可以分开说“睡了（一）觉”。</a:t>
            </a:r>
            <a:endParaRPr/>
          </a:p>
          <a:p xmlns:a="http://schemas.openxmlformats.org/drawingml/2006/main">
            <a:r>
              <a:t>【教材来源】教材印刷P.108（PDF第122页）；教师设计补充；依据本课课文、语言点与教材练习。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【课时定位】第2课时｜课文二真实任务</a:t>
            </a:r>
            <a:endParaRPr/>
          </a:p>
          <a:p xmlns:a="http://schemas.openxmlformats.org/drawingml/2006/main">
            <a:r>
              <a:t>【本页目标】学生能在真实问答中使用本页目标句型。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【答案/检查标准】提问可接受：你们都会________了吗？；回答可接受：我们都________了／都没________。；记录要求：检查“都”在否定词前。</a:t>
            </a:r>
            <a:endParaRPr/>
          </a:p>
          <a:p xmlns:a="http://schemas.openxmlformats.org/drawingml/2006/main">
            <a:r>
              <a:t>【教材来源】教材印刷P.107（PDF第121页）；教师设计补充；依据本课课文、语言点与教材练习。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【教材来源】教材印刷P.107（PDF第121页）；教师设计补充；依据本课课文、语言点与教材练习。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【课时定位】第2课时｜第二课时出口</a:t>
            </a:r>
            <a:endParaRPr/>
          </a:p>
          <a:p xmlns:a="http://schemas.openxmlformats.org/drawingml/2006/main">
            <a:r>
              <a:t>【本页目标】检查课文二词语、理解与语言点。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【教师动作/话术】抽查弱项并要求完整重说。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【答案/检查标准】1.同学们都会说汉语了。；2.上了课、睡了觉。；3.姐姐和弟弟都上学了。；开放题同义且含目标结构即可。</a:t>
            </a:r>
            <a:endParaRPr/>
          </a:p>
          <a:p xmlns:a="http://schemas.openxmlformats.org/drawingml/2006/main">
            <a:r>
              <a:t>【教材来源】教材印刷P.107（PDF第121页）；教师设计补充；依据本课课文、语言点与教材练习。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【本页目标】学生能回答课文2的教材理解题。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【教学顺序】独立回忆→同桌互答→回到课文找依据。</a:t>
            </a:r>
            <a:endParaRPr/>
          </a:p>
          <a:p xmlns:a="http://schemas.openxmlformats.org/drawingml/2006/main">
            <a:r>
              <a:t>【教师动作/话术】逐题追问；答案不完整时只提示课文人物或关键词。</a:t>
            </a:r>
            <a:endParaRPr/>
          </a:p>
          <a:p xmlns:a="http://schemas.openxmlformats.org/drawingml/2006/main">
            <a:r>
              <a:t>【学生任务】根据课文，回答两个问题。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【答案/检查标准】1.白家月会写汉字了吗？→白家月会写汉字了。；2.陈天中会写汉字了吗？→陈天中会写汉字了。</a:t>
            </a:r>
            <a:endParaRPr/>
          </a:p>
          <a:p xmlns:a="http://schemas.openxmlformats.org/drawingml/2006/main">
            <a:r>
              <a:t>【教材来源】教材印刷P.107（PDF第121页）；教材课文2理解题；按原题回答并回到课文找依据。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【课时定位】第3课时｜词语</a:t>
            </a:r>
            <a:endParaRPr/>
          </a:p>
          <a:p xmlns:a="http://schemas.openxmlformats.org/drawingml/2006/main">
            <a:r>
              <a:t>【本页目标】认读本组词并说短句。</a:t>
            </a:r>
            <a:endParaRPr/>
          </a:p>
          <a:p xmlns:a="http://schemas.openxmlformats.org/drawingml/2006/main">
            <a:r>
              <a:t>【建议用时】4分钟。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【常见问题】声调错→给首音→重读并造句。</a:t>
            </a:r>
            <a:endParaRPr/>
          </a:p>
          <a:p xmlns:a="http://schemas.openxmlformats.org/drawingml/2006/main">
            <a:r>
              <a:t>【答案/检查标准】明年 míngnián；上 shàng；中学 zhōngxué；小学 xiǎoxué；中学生 zhōngxuéshēng；小学生 xiǎoxuéshēng；检查读音，并用其中一词说完整短句。</a:t>
            </a:r>
            <a:endParaRPr/>
          </a:p>
          <a:p xmlns:a="http://schemas.openxmlformats.org/drawingml/2006/main">
            <a:r>
              <a:t>【教材来源】印P.109/PDF123。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【教师动作/话术】教材音频14-5未嵌入。教师朗读两遍：第一遍自然语速完整朗读，全文后停5秒；第二遍逐句朗读，每句后停2秒。朗读稿：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场景：刘明和王一雪谈论孩子明年上学。</a:t>
            </a:r>
          </a:p>
          <a:p xmlns:a="http://schemas.openxmlformats.org/drawingml/2006/main">
            <a:r>
              <a:t>刘明：明年女儿上中学。</a:t>
            </a:r>
          </a:p>
          <a:p xmlns:a="http://schemas.openxmlformats.org/drawingml/2006/main">
            <a:r>
              <a:t>王一雪：对。儿子也上小学了。</a:t>
            </a:r>
          </a:p>
          <a:p xmlns:a="http://schemas.openxmlformats.org/drawingml/2006/main">
            <a:r>
              <a:t>刘明：我们家有了一个中学生。</a:t>
            </a:r>
          </a:p>
          <a:p xmlns:a="http://schemas.openxmlformats.org/drawingml/2006/main">
            <a:r>
              <a:t>王一雪：还有了一个小学生。</a:t>
            </a:r>
          </a:p>
          <a:p xmlns:a="http://schemas.openxmlformats.org/drawingml/2006/main">
            <a:r>
              <a:t>刘明：上学后，他们都忙了。</a:t>
            </a:r>
          </a:p>
          <a:p xmlns:a="http://schemas.openxmlformats.org/drawingml/2006/main">
            <a:r>
              <a:t>王一雪：是的。太晚了，睡觉吧。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明年刘明和王一雪的女儿上中学。”；证据：“场景：刘明和王一雪谈论孩子明年上学。；刘明：明年女儿上中学。”；2.完整答案是“上学后孩子们都忙了。”；证据：“王一雪说：女儿明年上中学，儿子明年上小学；刘明接着说：明年上学后，他们都忙了。”；3.完整答案是“儿子明年上小学。”；证据：“刘明：明年女儿上中学。；王一雪：对。儿子也上小学了。”；可接受同义完整句，关键信息须一致。</a:t>
            </a:r>
          </a:p>
          <a:p xmlns:a="http://schemas.openxmlformats.org/drawingml/2006/main">
            <a:r>
              <a:t>【教材来源】教材印刷P.108（PDF第122页）、教材印刷P.109（PDF第123页），课文3；其中2题为教材选择题，1题为教师设计的课文证据题；实际音频状态：未嵌入，使用教师朗读。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【教师动作/话术】长句先分段读，再连起来恢复自然语速。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【教材来源】教材印刷P.109（PDF第123页）。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【答案/检查标准】上学 shàngxué；他们 tāmen；她们 tāmen；它们 tāmen；晚 wǎn；检查读音，并用其中一词说完整短句。</a:t>
            </a:r>
            <a:endParaRPr/>
          </a:p>
          <a:p xmlns:a="http://schemas.openxmlformats.org/drawingml/2006/main">
            <a:r>
              <a:t>【教材来源】教材印刷P.109（PDF第123页）。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【本页目标】学生能使用范围副词“都”。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【答案/检查标准】“都”表示全部，所总括对象在“都”前，否定词在“都”后。</a:t>
            </a:r>
            <a:endParaRPr/>
          </a:p>
          <a:p xmlns:a="http://schemas.openxmlformats.org/drawingml/2006/main">
            <a:r>
              <a:t>【教材来源】教材印刷P.108（PDF第122页）。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【答案/检查标准】1.我写了很多汉字。；2.他没听见老师说什么。；3.白家月：你们昨天在车上做什么了？陈天中：我看了一本书，有的人在睡觉。；4.刘明：明年上学后，他们都忙了。王一雪：是的。</a:t>
            </a:r>
          </a:p>
          <a:p xmlns:a="http://schemas.openxmlformats.org/drawingml/2006/main">
            <a:r>
              <a:t>【教材来源】教材印刷P.110（PDF第124页）。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【课时定位】第3课时｜提示词输出</a:t>
            </a:r>
          </a:p>
          <a:p xmlns:a="http://schemas.openxmlformats.org/drawingml/2006/main">
            <a:r>
              <a:t>【本页目标】学生能用教材四组看图句架完成表达。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【常见问题】只念提示词→追问人物、地点或动作→学生补成完整句。</a:t>
            </a:r>
          </a:p>
          <a:p xmlns:a="http://schemas.openxmlformats.org/drawingml/2006/main">
            <a:r>
              <a:t>【答案/检查标准】1.姐姐和弟弟都上学了。；2.我们昨天上了课，没去看电影。；3.鸡蛋、面包我都吃了。；4.老师说：“请大家不要说话！”</a:t>
            </a:r>
          </a:p>
          <a:p xmlns:a="http://schemas.openxmlformats.org/drawingml/2006/main">
            <a:r>
              <a:t>【教材来源】教材印刷P.110（PDF第124页）、教材印刷P.111（PDF第125页）。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【课时定位】第3课时｜课堂活动与本课观察</a:t>
            </a:r>
            <a:endParaRPr/>
          </a:p>
          <a:p xmlns:a="http://schemas.openxmlformats.org/drawingml/2006/main">
            <a:r>
              <a:t>【本页目标】学生能按材料完成课堂活动并分享结果。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【教学顺序】读材料→分组完成→分享→同伴核对。</a:t>
            </a:r>
            <a:endParaRPr/>
          </a:p>
          <a:p xmlns:a="http://schemas.openxmlformats.org/drawingml/2006/main">
            <a:r>
              <a:t>【教师动作/话术】先示范一轮；巡视检查材料使用，最后抽查个人产出。</a:t>
            </a:r>
            <a:endParaRPr/>
          </a:p>
          <a:p xmlns:a="http://schemas.openxmlformats.org/drawingml/2006/main">
            <a:r>
              <a:t>【学生任务】按三步完成活动，并按材料分享结果。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【常见问题】跳过步骤或只齐读→回到当前步骤→指定个人完成产出并复述提示。</a:t>
            </a:r>
            <a:endParaRPr/>
          </a:p>
          <a:p xmlns:a="http://schemas.openxmlformats.org/drawingml/2006/main">
            <a:r>
              <a:t>【答案/检查标准】完成三步；产出使用本课目标结构，并与任务材料一致。</a:t>
            </a:r>
            <a:endParaRPr/>
          </a:p>
          <a:p xmlns:a="http://schemas.openxmlformats.org/drawingml/2006/main">
            <a:r>
              <a:t>【教材来源】教材印刷P.111（PDF第125页）；教材活动改编：双人活动：两人一组，说一说上星期六或星期日你都做了什么。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【课时定位】第3课时｜全课出口与小结</a:t>
            </a:r>
            <a:endParaRPr/>
          </a:p>
          <a:p xmlns:a="http://schemas.openxmlformats.org/drawingml/2006/main">
            <a:r>
              <a:t>【本页目标】学生能回答课文三理解题并展示一项本课能力。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【教学顺序】独立写→两人互读→教师抽查→自评。</a:t>
            </a:r>
            <a:endParaRPr/>
          </a:p>
          <a:p xmlns:a="http://schemas.openxmlformats.org/drawingml/2006/main">
            <a:r>
              <a:t>【教师动作/话术】按三项目标逐项核对，不以齐读代替个人产出。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【答案/检查标准】1.不，明年女儿上中学，儿子上小学。；2.上学后，他们都忙了。；3.我昨天看了一个电影。；开放题同义且含目标结构即可。</a:t>
            </a:r>
            <a:endParaRPr/>
          </a:p>
          <a:p xmlns:a="http://schemas.openxmlformats.org/drawingml/2006/main">
            <a:r>
              <a:t>【教材来源】教材印刷P.110（PDF第124页）；本页为教师设计的形成性出口题，依据本课目标与教材练习。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19d99a03a41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ddbe5901749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bfe0b212440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4329f45fc46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020c694f146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435186d3f4bb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6c37d6bcd47f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c411d0fa24e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c5bf83ed247b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0fab39d434b9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3a4fd90cc4c6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f40f2c5184af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3a165f742b428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5eb453665e4e3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3dc7fb27dc4f9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ede4b25801407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92e1fe57aa48b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dc1c4347d54b9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0f1a8b02804d1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cb3ac5dbf3450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dfa6dd4d16452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385001880d4d7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e4154a040b47a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d8c2f18c9ef4d3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17ce6a24311455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037373155834db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a3bc24228ea417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04977081df34dd0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97cc69437064062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84bcb8a278f42f5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6234b80781d47a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cc04ce23c154b15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4c8c1bfe6194159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60b40b01840430b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311fc33ab4b4d0c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39292dd1f6407f" /><Relationship Type="http://schemas.openxmlformats.org/officeDocument/2006/relationships/slideLayout" Target="/ppt/slideLayouts/slideLayout1.xml" Id="Rb2b17bf9a16d40b0" /><Relationship Type="http://schemas.openxmlformats.org/officeDocument/2006/relationships/slideLayout" Target="/ppt/slideLayouts/slideLayout2.xml" Id="R659a5573f66e40bf" /><Relationship Type="http://schemas.openxmlformats.org/officeDocument/2006/relationships/slideLayout" Target="/ppt/slideLayouts/slideLayout3.xml" Id="Rc1e78dfaf0fe4ff0" /><Relationship Type="http://schemas.openxmlformats.org/officeDocument/2006/relationships/slideLayout" Target="/ppt/slideLayouts/slideLayout4.xml" Id="Rb6aa39f5199249be" /><Relationship Type="http://schemas.openxmlformats.org/officeDocument/2006/relationships/slideLayout" Target="/ppt/slideLayouts/slideLayout5.xml" Id="Rda9de020e0114e2e" /><Relationship Type="http://schemas.openxmlformats.org/officeDocument/2006/relationships/slideLayout" Target="/ppt/slideLayouts/slideLayout6.xml" Id="R898f2797956b4ff1" /><Relationship Type="http://schemas.openxmlformats.org/officeDocument/2006/relationships/slideLayout" Target="/ppt/slideLayouts/slideLayout7.xml" Id="R87ecd3a4abd34c70" /><Relationship Type="http://schemas.openxmlformats.org/officeDocument/2006/relationships/slideLayout" Target="/ppt/slideLayouts/slideLayout8.xml" Id="R35f616f92e244e48" /><Relationship Type="http://schemas.openxmlformats.org/officeDocument/2006/relationships/slideLayout" Target="/ppt/slideLayouts/slideLayout9.xml" Id="Ra3fb640c49584449" /><Relationship Type="http://schemas.openxmlformats.org/officeDocument/2006/relationships/slideLayout" Target="/ppt/slideLayouts/slideLayout10.xml" Id="R07e426d931004a01" /><Relationship Type="http://schemas.openxmlformats.org/officeDocument/2006/relationships/slideLayout" Target="/ppt/slideLayouts/slideLayout11.xml" Id="R1471764f91ef488b" /><Relationship Type="http://schemas.openxmlformats.org/officeDocument/2006/relationships/slideLayout" Target="/ppt/slideLayouts/slideLayout12.xml" Id="R2d88363d150e43f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138e676aadb4ffa" /><Relationship Type="http://schemas.openxmlformats.org/officeDocument/2006/relationships/slideLayout" Target="/ppt/slideLayouts/slideLayout13.xml" Id="R7347600761624b9a" /><Relationship Type="http://schemas.openxmlformats.org/officeDocument/2006/relationships/slideLayout" Target="/ppt/slideLayouts/slideLayout14.xml" Id="Rafd84225695443df" /><Relationship Type="http://schemas.openxmlformats.org/officeDocument/2006/relationships/slideLayout" Target="/ppt/slideLayouts/slideLayout15.xml" Id="R3491fbff8c144186" /><Relationship Type="http://schemas.openxmlformats.org/officeDocument/2006/relationships/slideLayout" Target="/ppt/slideLayouts/slideLayout16.xml" Id="Ra7a1d0027a21482c" /><Relationship Type="http://schemas.openxmlformats.org/officeDocument/2006/relationships/slideLayout" Target="/ppt/slideLayouts/slideLayout17.xml" Id="R64a3c642bfbb425b" /><Relationship Type="http://schemas.openxmlformats.org/officeDocument/2006/relationships/slideLayout" Target="/ppt/slideLayouts/slideLayout18.xml" Id="Ree6601e0f0934c5d" /><Relationship Type="http://schemas.openxmlformats.org/officeDocument/2006/relationships/slideLayout" Target="/ppt/slideLayouts/slideLayout19.xml" Id="R917e0baf78354522" /><Relationship Type="http://schemas.openxmlformats.org/officeDocument/2006/relationships/slideLayout" Target="/ppt/slideLayouts/slideLayout20.xml" Id="R3aaef29431cb466a" /><Relationship Type="http://schemas.openxmlformats.org/officeDocument/2006/relationships/slideLayout" Target="/ppt/slideLayouts/slideLayout21.xml" Id="Rc5aeab89a2aa43d2" /><Relationship Type="http://schemas.openxmlformats.org/officeDocument/2006/relationships/slideLayout" Target="/ppt/slideLayouts/slideLayout22.xml" Id="Rd18de6e89653499c" /><Relationship Type="http://schemas.openxmlformats.org/officeDocument/2006/relationships/slideLayout" Target="/ppt/slideLayouts/slideLayout23.xml" Id="R8d7285655ef84b0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2d00370103f47c3" /><Relationship Type="http://schemas.openxmlformats.org/officeDocument/2006/relationships/slideLayout" Target="/ppt/slideLayouts/slideLayout24.xml" Id="R552eb575bc674c6c" /><Relationship Type="http://schemas.openxmlformats.org/officeDocument/2006/relationships/slideLayout" Target="/ppt/slideLayouts/slideLayout25.xml" Id="Rea38b553ab4b408a" /><Relationship Type="http://schemas.openxmlformats.org/officeDocument/2006/relationships/slideLayout" Target="/ppt/slideLayouts/slideLayout26.xml" Id="Ra7108df8fde0414f" /><Relationship Type="http://schemas.openxmlformats.org/officeDocument/2006/relationships/slideLayout" Target="/ppt/slideLayouts/slideLayout27.xml" Id="R3621fbca915f4a81" /><Relationship Type="http://schemas.openxmlformats.org/officeDocument/2006/relationships/slideLayout" Target="/ppt/slideLayouts/slideLayout28.xml" Id="R8800d4668dc5455f" /><Relationship Type="http://schemas.openxmlformats.org/officeDocument/2006/relationships/slideLayout" Target="/ppt/slideLayouts/slideLayout29.xml" Id="R056922a4a797432b" /><Relationship Type="http://schemas.openxmlformats.org/officeDocument/2006/relationships/slideLayout" Target="/ppt/slideLayouts/slideLayout30.xml" Id="R9725a033fab24e5d" /><Relationship Type="http://schemas.openxmlformats.org/officeDocument/2006/relationships/slideLayout" Target="/ppt/slideLayouts/slideLayout31.xml" Id="R0550ea23b03042ae" /><Relationship Type="http://schemas.openxmlformats.org/officeDocument/2006/relationships/slideLayout" Target="/ppt/slideLayouts/slideLayout32.xml" Id="R9f21974fc17b4a69" /><Relationship Type="http://schemas.openxmlformats.org/officeDocument/2006/relationships/slideLayout" Target="/ppt/slideLayouts/slideLayout33.xml" Id="Re5d157fd4bab49dd" /><Relationship Type="http://schemas.openxmlformats.org/officeDocument/2006/relationships/slideLayout" Target="/ppt/slideLayouts/slideLayout34.xml" Id="Reb94e9b45020480a" /><Relationship Type="http://schemas.openxmlformats.org/officeDocument/2006/relationships/slideLayout" Target="/ppt/slideLayouts/slideLayout35.xml" Id="R260074edd59241b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17bf9a16d40b0"/>
    <p:sldLayoutId xmlns:r="http://schemas.openxmlformats.org/officeDocument/2006/relationships" id="2147483650" r:id="R659a5573f66e40bf"/>
    <p:sldLayoutId xmlns:r="http://schemas.openxmlformats.org/officeDocument/2006/relationships" id="2147483651" r:id="Rc1e78dfaf0fe4ff0"/>
    <p:sldLayoutId xmlns:r="http://schemas.openxmlformats.org/officeDocument/2006/relationships" id="2147483652" r:id="Rb6aa39f5199249be"/>
    <p:sldLayoutId xmlns:r="http://schemas.openxmlformats.org/officeDocument/2006/relationships" id="2147483653" r:id="Rda9de020e0114e2e"/>
    <p:sldLayoutId xmlns:r="http://schemas.openxmlformats.org/officeDocument/2006/relationships" id="2147483654" r:id="R898f2797956b4ff1"/>
    <p:sldLayoutId xmlns:r="http://schemas.openxmlformats.org/officeDocument/2006/relationships" id="2147483655" r:id="R87ecd3a4abd34c70"/>
    <p:sldLayoutId xmlns:r="http://schemas.openxmlformats.org/officeDocument/2006/relationships" id="2147483656" r:id="R35f616f92e244e48"/>
    <p:sldLayoutId xmlns:r="http://schemas.openxmlformats.org/officeDocument/2006/relationships" id="2147483657" r:id="Ra3fb640c49584449"/>
    <p:sldLayoutId xmlns:r="http://schemas.openxmlformats.org/officeDocument/2006/relationships" id="2147483658" r:id="R07e426d931004a01"/>
    <p:sldLayoutId xmlns:r="http://schemas.openxmlformats.org/officeDocument/2006/relationships" id="2147483659" r:id="R1471764f91ef488b"/>
    <p:sldLayoutId xmlns:r="http://schemas.openxmlformats.org/officeDocument/2006/relationships" id="2147483660" r:id="R2d88363d150e43f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7347600761624b9a"/>
    <p:sldLayoutId xmlns:r="http://schemas.openxmlformats.org/officeDocument/2006/relationships" id="2147483663" r:id="Rafd84225695443df"/>
    <p:sldLayoutId xmlns:r="http://schemas.openxmlformats.org/officeDocument/2006/relationships" id="2147483664" r:id="R3491fbff8c144186"/>
    <p:sldLayoutId xmlns:r="http://schemas.openxmlformats.org/officeDocument/2006/relationships" id="2147483665" r:id="Ra7a1d0027a21482c"/>
    <p:sldLayoutId xmlns:r="http://schemas.openxmlformats.org/officeDocument/2006/relationships" id="2147483666" r:id="R64a3c642bfbb425b"/>
    <p:sldLayoutId xmlns:r="http://schemas.openxmlformats.org/officeDocument/2006/relationships" id="2147483667" r:id="Ree6601e0f0934c5d"/>
    <p:sldLayoutId xmlns:r="http://schemas.openxmlformats.org/officeDocument/2006/relationships" id="2147483668" r:id="R917e0baf78354522"/>
    <p:sldLayoutId xmlns:r="http://schemas.openxmlformats.org/officeDocument/2006/relationships" id="2147483669" r:id="R3aaef29431cb466a"/>
    <p:sldLayoutId xmlns:r="http://schemas.openxmlformats.org/officeDocument/2006/relationships" id="2147483670" r:id="Rc5aeab89a2aa43d2"/>
    <p:sldLayoutId xmlns:r="http://schemas.openxmlformats.org/officeDocument/2006/relationships" id="2147483671" r:id="Rd18de6e89653499c"/>
    <p:sldLayoutId xmlns:r="http://schemas.openxmlformats.org/officeDocument/2006/relationships" id="2147483672" r:id="R8d7285655ef84b0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552eb575bc674c6c"/>
    <p:sldLayoutId xmlns:r="http://schemas.openxmlformats.org/officeDocument/2006/relationships" id="2147483675" r:id="Rea38b553ab4b408a"/>
    <p:sldLayoutId xmlns:r="http://schemas.openxmlformats.org/officeDocument/2006/relationships" id="2147483676" r:id="Ra7108df8fde0414f"/>
    <p:sldLayoutId xmlns:r="http://schemas.openxmlformats.org/officeDocument/2006/relationships" id="2147483677" r:id="R3621fbca915f4a81"/>
    <p:sldLayoutId xmlns:r="http://schemas.openxmlformats.org/officeDocument/2006/relationships" id="2147483678" r:id="R8800d4668dc5455f"/>
    <p:sldLayoutId xmlns:r="http://schemas.openxmlformats.org/officeDocument/2006/relationships" id="2147483679" r:id="R056922a4a797432b"/>
    <p:sldLayoutId xmlns:r="http://schemas.openxmlformats.org/officeDocument/2006/relationships" id="2147483680" r:id="R9725a033fab24e5d"/>
    <p:sldLayoutId xmlns:r="http://schemas.openxmlformats.org/officeDocument/2006/relationships" id="2147483681" r:id="R0550ea23b03042ae"/>
    <p:sldLayoutId xmlns:r="http://schemas.openxmlformats.org/officeDocument/2006/relationships" id="2147483682" r:id="R9f21974fc17b4a69"/>
    <p:sldLayoutId xmlns:r="http://schemas.openxmlformats.org/officeDocument/2006/relationships" id="2147483683" r:id="Re5d157fd4bab49dd"/>
    <p:sldLayoutId xmlns:r="http://schemas.openxmlformats.org/officeDocument/2006/relationships" id="2147483684" r:id="Reb94e9b45020480a"/>
    <p:sldLayoutId xmlns:r="http://schemas.openxmlformats.org/officeDocument/2006/relationships" id="2147483685" r:id="R260074edd59241b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ebdfd710e4a6b" /><Relationship Type="http://schemas.openxmlformats.org/officeDocument/2006/relationships/notesSlide" Target="/ppt/notesSlides/notesSlide1.xml" Id="R590568f569fc42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1bf6f1301448af" /><Relationship Type="http://schemas.openxmlformats.org/officeDocument/2006/relationships/image" Target="/ppt/media/image.jpeg" Id="R25cf3f1021ac460b" /><Relationship Type="http://schemas.openxmlformats.org/officeDocument/2006/relationships/image" Target="/ppt/media/image2.jpeg" Id="Rbfd43468cb884770" /><Relationship Type="http://schemas.openxmlformats.org/officeDocument/2006/relationships/image" Target="/ppt/media/image3.jpeg" Id="Rc37183a1d2214a3f" /><Relationship Type="http://schemas.openxmlformats.org/officeDocument/2006/relationships/image" Target="/ppt/media/image4.jpeg" Id="R0b4c5cd7c32a4e1f" /><Relationship Type="http://schemas.openxmlformats.org/officeDocument/2006/relationships/image" Target="/ppt/media/image5.jpeg" Id="Rd2eefc562f1f4788" /><Relationship Type="http://schemas.openxmlformats.org/officeDocument/2006/relationships/image" Target="/ppt/media/image6.jpeg" Id="Rd481b4d69a6a4648" /><Relationship Type="http://schemas.openxmlformats.org/officeDocument/2006/relationships/notesSlide" Target="/ppt/notesSlides/notesSlide2.xml" Id="R1fcfb8c103d546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91832ce56548a9" /><Relationship Type="http://schemas.openxmlformats.org/officeDocument/2006/relationships/image" Target="/ppt/media/image7.jpeg" Id="R596720a8a0bc484a" /><Relationship Type="http://schemas.openxmlformats.org/officeDocument/2006/relationships/notesSlide" Target="/ppt/notesSlides/notesSlide3.xml" Id="R43c14a2d79db48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0a679fc5abb431c" /><Relationship Type="http://schemas.openxmlformats.org/officeDocument/2006/relationships/notesSlide" Target="/ppt/notesSlides/notesSlide4.xml" Id="Rdf5f897bd5eb40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43bdb97ae4f8a" /><Relationship Type="http://schemas.openxmlformats.org/officeDocument/2006/relationships/image" Target="/ppt/media/image8.jpeg" Id="Rb709bd98757a4635" /><Relationship Type="http://schemas.openxmlformats.org/officeDocument/2006/relationships/notesSlide" Target="/ppt/notesSlides/notesSlide5.xml" Id="R573baa3b2dd740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57949b11054508" /><Relationship Type="http://schemas.openxmlformats.org/officeDocument/2006/relationships/image" Target="/ppt/media/image9.jpeg" Id="R71ad0e810fb04b32" /><Relationship Type="http://schemas.openxmlformats.org/officeDocument/2006/relationships/notesSlide" Target="/ppt/notesSlides/notesSlide6.xml" Id="R7395b436577d4d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524c34d3884ccc" /><Relationship Type="http://schemas.openxmlformats.org/officeDocument/2006/relationships/notesSlide" Target="/ppt/notesSlides/notesSlide7.xml" Id="Ra6a96c7a937e43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d4f07803f44f10" /><Relationship Type="http://schemas.openxmlformats.org/officeDocument/2006/relationships/image" Target="/ppt/media/image.png" Id="R187c4f6d8b054794" /><Relationship Type="http://schemas.openxmlformats.org/officeDocument/2006/relationships/image" Target="/ppt/media/image2.png" Id="R58c2e16dd0da4f56" /><Relationship Type="http://schemas.openxmlformats.org/officeDocument/2006/relationships/image" Target="/ppt/media/image3.png" Id="Raa6d6d8a6eb34c89" /><Relationship Type="http://schemas.openxmlformats.org/officeDocument/2006/relationships/notesSlide" Target="/ppt/notesSlides/notesSlide8.xml" Id="R1b4d1e9fc55b40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e985c4b4c64a3b" /><Relationship Type="http://schemas.openxmlformats.org/officeDocument/2006/relationships/notesSlide" Target="/ppt/notesSlides/notesSlide9.xml" Id="R9be67456d38a4c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e389ed8d84225" /><Relationship Type="http://schemas.openxmlformats.org/officeDocument/2006/relationships/notesSlide" Target="/ppt/notesSlides/notesSlide10.xml" Id="Re136cd52e2a349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af7ae894ce473c" /><Relationship Type="http://schemas.openxmlformats.org/officeDocument/2006/relationships/notesSlide" Target="/ppt/notesSlides/notesSlide11.xml" Id="R2cad2b26ca3742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dedd9465ee41a4" /><Relationship Type="http://schemas.openxmlformats.org/officeDocument/2006/relationships/image" Target="/ppt/media/image10.jpeg" Id="Rac9cd73e09164e85" /><Relationship Type="http://schemas.openxmlformats.org/officeDocument/2006/relationships/notesSlide" Target="/ppt/notesSlides/notesSlide12.xml" Id="R6d03e4065d6249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0969ecb01746a2" /><Relationship Type="http://schemas.openxmlformats.org/officeDocument/2006/relationships/notesSlide" Target="/ppt/notesSlides/notesSlide13.xml" Id="R8a519f4b8fed44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b8e66864c440a" /><Relationship Type="http://schemas.openxmlformats.org/officeDocument/2006/relationships/image" Target="/ppt/media/image11.jpeg" Id="Rcd38c41d971147a0" /><Relationship Type="http://schemas.openxmlformats.org/officeDocument/2006/relationships/notesSlide" Target="/ppt/notesSlides/notesSlide14.xml" Id="R826359ddf50242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2369960e7b430a" /><Relationship Type="http://schemas.openxmlformats.org/officeDocument/2006/relationships/image" Target="/ppt/media/image12.jpeg" Id="R928c85945bf24232" /><Relationship Type="http://schemas.openxmlformats.org/officeDocument/2006/relationships/notesSlide" Target="/ppt/notesSlides/notesSlide15.xml" Id="R0dcfd84f212140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fb17eb88814f8e" /><Relationship Type="http://schemas.openxmlformats.org/officeDocument/2006/relationships/notesSlide" Target="/ppt/notesSlides/notesSlide16.xml" Id="R5191058b32994b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4016f743f74135" /><Relationship Type="http://schemas.openxmlformats.org/officeDocument/2006/relationships/image" Target="/ppt/media/image4.png" Id="Rdd837869b94046d3" /><Relationship Type="http://schemas.openxmlformats.org/officeDocument/2006/relationships/image" Target="/ppt/media/image5.png" Id="R364e1443c3cc42b9" /><Relationship Type="http://schemas.openxmlformats.org/officeDocument/2006/relationships/image" Target="/ppt/media/image6.png" Id="Re25d8699c56b4c1f" /><Relationship Type="http://schemas.openxmlformats.org/officeDocument/2006/relationships/notesSlide" Target="/ppt/notesSlides/notesSlide17.xml" Id="Rc77e2542c6214b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b7ec42c35044a0" /><Relationship Type="http://schemas.openxmlformats.org/officeDocument/2006/relationships/notesSlide" Target="/ppt/notesSlides/notesSlide18.xml" Id="R622e41efea2645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c0f5d2fedf44d21" /><Relationship Type="http://schemas.openxmlformats.org/officeDocument/2006/relationships/notesSlide" Target="/ppt/notesSlides/notesSlide19.xml" Id="R9c2e8f5f25df42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f4162fa7f4167" /><Relationship Type="http://schemas.openxmlformats.org/officeDocument/2006/relationships/notesSlide" Target="/ppt/notesSlides/notesSlide20.xml" Id="R2779312a8326406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b19f1c7dcb4c28" /><Relationship Type="http://schemas.openxmlformats.org/officeDocument/2006/relationships/notesSlide" Target="/ppt/notesSlides/notesSlide21.xml" Id="R3191731b740d4a0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0c38116ed14591" /><Relationship Type="http://schemas.openxmlformats.org/officeDocument/2006/relationships/image" Target="/ppt/media/image13.jpeg" Id="R8ec7d39a323a47e9" /><Relationship Type="http://schemas.openxmlformats.org/officeDocument/2006/relationships/notesSlide" Target="/ppt/notesSlides/notesSlide22.xml" Id="R27ea3aa303ce4d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67a89eb649d46d1" /><Relationship Type="http://schemas.openxmlformats.org/officeDocument/2006/relationships/notesSlide" Target="/ppt/notesSlides/notesSlide23.xml" Id="R13d04c1205814b0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613dfa0bd4160" /><Relationship Type="http://schemas.openxmlformats.org/officeDocument/2006/relationships/image" Target="/ppt/media/image14.jpeg" Id="R8e78a044e45e476b" /><Relationship Type="http://schemas.openxmlformats.org/officeDocument/2006/relationships/notesSlide" Target="/ppt/notesSlides/notesSlide24.xml" Id="Rdfe28e89941046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c7c83d859648b6" /><Relationship Type="http://schemas.openxmlformats.org/officeDocument/2006/relationships/image" Target="/ppt/media/image15.jpeg" Id="Rcdb6d5dc4a284b58" /><Relationship Type="http://schemas.openxmlformats.org/officeDocument/2006/relationships/notesSlide" Target="/ppt/notesSlides/notesSlide25.xml" Id="R782edc286aaa4bb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8f8454bd424de6" /><Relationship Type="http://schemas.openxmlformats.org/officeDocument/2006/relationships/notesSlide" Target="/ppt/notesSlides/notesSlide26.xml" Id="R1be0470d57204eb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fdba37b1804e70" /><Relationship Type="http://schemas.openxmlformats.org/officeDocument/2006/relationships/notesSlide" Target="/ppt/notesSlides/notesSlide27.xml" Id="Rc7598c75ee8840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39085726f04425" /><Relationship Type="http://schemas.openxmlformats.org/officeDocument/2006/relationships/image" Target="/ppt/media/image7.png" Id="R8b98b0c5455b4339" /><Relationship Type="http://schemas.openxmlformats.org/officeDocument/2006/relationships/image" Target="/ppt/media/image8.png" Id="R7a424e6b7eb746d2" /><Relationship Type="http://schemas.openxmlformats.org/officeDocument/2006/relationships/notesSlide" Target="/ppt/notesSlides/notesSlide28.xml" Id="Rb24c0743872a4f5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70d26b28a74aeb" /><Relationship Type="http://schemas.openxmlformats.org/officeDocument/2006/relationships/notesSlide" Target="/ppt/notesSlides/notesSlide29.xml" Id="R8fb483e3cd5b43c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bd5f4632148fb" /><Relationship Type="http://schemas.openxmlformats.org/officeDocument/2006/relationships/notesSlide" Target="/ppt/notesSlides/notesSlide30.xml" Id="Rc3524fe49a2f46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第14课｜我看了一个电影  Lesson 14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第14课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我看了一个电影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用“了”表达动作完成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用“都”总括对象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使用离合词并描述学习进步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了（2）｜离合词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都｜学习进步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火车　B 看见　C 汉字　D 听　E 小学生　F 说话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f3f1021ac46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43468cb8847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183a1d2214a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c5cd7c32a4e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efc562f1f47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1b4d69a6a46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shàng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board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huǒchē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火车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zhōngwǔ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中午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noon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kāi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开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depart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读一读：上｜火车｜中午｜开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720a8a0bc484a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陈天中（　）王老‌师。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正在看　B 没看见　C 看见了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陈天中在火车上（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读书　B 找王老‌师　C 看了一个电影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陈天中做什么：________________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Nǐmen shàng huǒchē yǐhòu kànjiàn Wáng lǎoshī le ma?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431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你们上火车以后看见王老‌师了吗？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11049000" cy="12192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00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Méi kànjiàn. Zhōngwǔ chē kāi hòu, yǒuxiē rén zài kàn shū, yǒuxiē rén shuìjiào le.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004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没看见。中午车开后，有些人在看书，有些人睡觉了。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57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8145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576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 ne?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625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你呢？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11049000" cy="11430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kànle yí ge diànyǐng.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我看了一个电影。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9bd98757a4635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yǒuxiē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有些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some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yǒude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有的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some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le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了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aspect particle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读一读：有些｜有的｜了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d0e810fb04b32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动态助词“了”（2）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观察三组句子，说出共同规则。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动词 + 了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我看了一个电影。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动词 + 了 + 宾语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我买了一个新电脑。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没 + 动词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我昨天没去商店。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07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昨天看电影了吗？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昨天去商店了吗？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动作完成怎么说？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c4f6d8b05479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2e16dd0da4f56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d6d8a6eb34c89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两人交换信息，记录一条真实结果。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你昨天________了吗？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我________了／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没________。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记录：记录两个已完成或未完成动作。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陈天中（　）王老‌师。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正在看　B 没看见　C 看见了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陈天中在火车上（　）。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读书　B 找王老‌师　C 看了一个电影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陈天中做什么？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本课关键词：了（2）｜离合词｜都｜学习进步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课文1｜理解检查  Comprehension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根据课文，回答两个问题。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课文1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5238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车开后，大家在做什么？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陈天中为什么没看见王老‌师？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完整回答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说出依据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xiě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写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dōu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都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all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tīngjiàn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听见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hear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búyào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不要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do not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补充词：说话 shuōhuà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cd73e09164e85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同学们（　）汉语了。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想说　B 不会说　C 都会说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陈天中（　）王老‌师在说什么。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听见了　B 没听见　C 不想听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陈天中为什么说听不见：________________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8953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Nǐmen huì shuō Hànyǔ le, yě huì xiě Hànzì le ma?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145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你们会说汉语了，也会写汉字了吗？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717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95550"/>
            <a:ext cx="11049000" cy="8953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Wǒmen dōu huì xiě le.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480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我们都会写了。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052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11049000" cy="8953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052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Lǎoshī, wǒ tīng bu jiàn.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814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老‌师，我听不见。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38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11049000" cy="9906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386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Qǐng dàjiā búyào shuōhuà! Qǐng tīng lǎoshī de wèntí: Nǐmen dōu huì xiě nǎxiē Hànzì le?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101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请大家不要说话！请听老‌师的问题：你们都会写哪些汉字了？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91150"/>
            <a:ext cx="11049000" cy="8953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67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huì xiě zhèxiē zì le, nín kàn!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我会写这些字了，您看！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8c41d971147a0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tīng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听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listen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nǎxiē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哪些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which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zì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字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character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Hànyǔ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汉语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Chinese language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补充词：汉字 Hànzì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c85945bf24232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离合词（1）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合用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上课、睡觉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插入“了”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上了课、睡了觉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插入成分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上了中文课、说了很多话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19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上课、下课、上班、下班、说话、读书、睡觉、看病、生病等可合可分。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我们都会写了吗？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同学们听见了吗？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“睡觉”怎么分开？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37869b94046d3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e1443c3cc42b9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d8699c56b4c1f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你们都会________了吗？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我们都________了／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都没________。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记录：检查“都”在否定词前。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名字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看了什么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去了哪儿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都会什么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汇报：________看了________，去了／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没去________，大家都________。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同学们（　）汉语了。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想说　B 不会说　C 都会说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给“上课、睡觉”各加“了”，写成分开形式。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用本课句型说一条真实信息。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本课关键词：了（2）｜离合词｜都｜学习进步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课文2｜理解检查  Comprehension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根据课文，回答两个问题。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课文2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5238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白家月会写汉字了吗？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陈天中会写汉字了吗？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完整回答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说出依据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míngnián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明年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next year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shàng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zhōngxué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中学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middle school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xiǎoxué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小学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primary school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补充词：中学生 zhōngxuéshēng｜小学生 xiǎoxuéshēng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7d39a323a47e9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明年刘明和王一雪的女儿（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上小学　B 上中学　C 上大学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（　）孩子们都忙了。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上学　B 上学前　C 上学后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儿子明年上什么学校：________________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Míngnián nǚ’ér shàng zhōngxué.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716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明年女儿上中学。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288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Duì. Érzi yě shàng xiǎoxué le.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622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对。儿子也上小学了。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19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194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Wǒmen jiā yǒule yí ge zhōngxuéshēng.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我们家有了一个中学生。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00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Hái yǒule yí ge xiǎoxuéshēng.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434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还有了一个小学生。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006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Shàngxué hòu, tāmen dōu máng le.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339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上学后，他们都忙了。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91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14975"/>
            <a:ext cx="11049000" cy="771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911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Shì de. Tài wǎn le, shuìjiào ba.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是的。太晚了，睡觉吧。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8a044e45e476b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shàngxué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上学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start school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tāmen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他们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they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tāmen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她们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they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tāmen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它们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they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补充词：晚 wǎn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6d5dc4a284b58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范围副词“都”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复数主语 + 都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我们都会写了。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并列对象 + 都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我和朋友们都去。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都 + 没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同学们都没听见。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“都”表示全部，所总括对象在“都”前，否定词在“都”后。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上学　｜　B 了　｜　C 都　｜　D 听见　｜　E 有的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我写____很多汉字。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他没____老‌师说什么。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白家月：你们昨天在车上做什么了？陈天中：我看了一本书，____人在睡觉。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刘明：明年____后，他们____忙了。王一雪：是的。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8b0c5455b4339"/>
          <a:stretch xmlns:a="http://schemas.openxmlformats.org/drawingml/2006/main"/>
        </p:blipFill>
        <p:spPr>
          <a:xfrm xmlns:a="http://schemas.openxmlformats.org/drawingml/2006/main">
            <a:off x="876130" y="1905000"/>
            <a:ext cx="5153364" cy="24765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24e6b7eb746d2"/>
          <a:stretch xmlns:a="http://schemas.openxmlformats.org/drawingml/2006/main"/>
        </p:blipFill>
        <p:spPr>
          <a:xfrm xmlns:a="http://schemas.openxmlformats.org/drawingml/2006/main">
            <a:off x="6238875" y="2158357"/>
            <a:ext cx="5286375" cy="1969787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姐姐和弟弟______。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我们昨天______，没去看电影。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鸡蛋、面包我______。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老‌师说：“______！”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按三步完成活动，并按材料分享结果。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两人互说上周末做了什么。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至少说一句“上了课／睡了觉”这样的句子。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用“都”汇总共同活动。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任务材料与示例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976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话题：上星期六或星期日做了什么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示例：我星期六上了中文课。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明年女儿和儿子都上小学吗？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上学后，他们忙不忙？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说一个完成动作。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本课关键词：了（2）｜离合词｜都｜学习进步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第14课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2026-08-22T14:35:46.9490000Z</dcterms:created>
  <dcterms:modified xsi:type="dcterms:W3CDTF">2026-08-22T14:35:46.9490000Z</dcterms:modified>
</coreProperties>
</file>