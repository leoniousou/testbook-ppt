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e563d0ce234442" /><Relationship Type="http://schemas.openxmlformats.org/officeDocument/2006/relationships/extended-properties" Target="/docProps/app.xml" Id="R31a3a51686414ec8" /><Relationship Type="http://schemas.openxmlformats.org/officeDocument/2006/relationships/officeDocument" Target="/ppt/presentation.xml" Id="R6327b9d4fc89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5ff038f034637"/>
    <p:sldMasterId xmlns:r="http://schemas.openxmlformats.org/officeDocument/2006/relationships" id="2147483661" r:id="R7bc40b01831f4f38"/>
    <p:sldMasterId xmlns:r="http://schemas.openxmlformats.org/officeDocument/2006/relationships" id="2147483673" r:id="R651772e6c7004268"/>
  </p:sldMasterIdLst>
  <p:notesMasterIdLst>
    <p:notesMasterId xmlns:r="http://schemas.openxmlformats.org/officeDocument/2006/relationships" r:id="R190aec100dd44053"/>
  </p:notesMasterIdLst>
  <p:sldIdLst>
    <p:sldId xmlns:r="http://schemas.openxmlformats.org/officeDocument/2006/relationships" id="256" r:id="Rb646c56ee1ec4d27"/>
    <p:sldId xmlns:r="http://schemas.openxmlformats.org/officeDocument/2006/relationships" id="257" r:id="R8422dc4db1c04d89"/>
    <p:sldId xmlns:r="http://schemas.openxmlformats.org/officeDocument/2006/relationships" id="258" r:id="Rb7104c095ca54889"/>
    <p:sldId xmlns:r="http://schemas.openxmlformats.org/officeDocument/2006/relationships" id="259" r:id="R6b9dfa42eb114f58"/>
    <p:sldId xmlns:r="http://schemas.openxmlformats.org/officeDocument/2006/relationships" id="260" r:id="R59b61c460e7b493e"/>
    <p:sldId xmlns:r="http://schemas.openxmlformats.org/officeDocument/2006/relationships" id="261" r:id="Rf816272546084293"/>
    <p:sldId xmlns:r="http://schemas.openxmlformats.org/officeDocument/2006/relationships" id="262" r:id="R161e8381d9e049aa"/>
    <p:sldId xmlns:r="http://schemas.openxmlformats.org/officeDocument/2006/relationships" id="263" r:id="Rc5e9ba6e55564da4"/>
    <p:sldId xmlns:r="http://schemas.openxmlformats.org/officeDocument/2006/relationships" id="264" r:id="R60ec2f9a3b6244a4"/>
    <p:sldId xmlns:r="http://schemas.openxmlformats.org/officeDocument/2006/relationships" id="265" r:id="R2bf2c68b8f264cbc"/>
    <p:sldId xmlns:r="http://schemas.openxmlformats.org/officeDocument/2006/relationships" id="266" r:id="R6801f9c2e1f8440d"/>
    <p:sldId xmlns:r="http://schemas.openxmlformats.org/officeDocument/2006/relationships" id="267" r:id="R8e619770efa8423b"/>
    <p:sldId xmlns:r="http://schemas.openxmlformats.org/officeDocument/2006/relationships" id="268" r:id="Recc146bfa61840fb"/>
    <p:sldId xmlns:r="http://schemas.openxmlformats.org/officeDocument/2006/relationships" id="269" r:id="R1bdeeabc4dd1465a"/>
    <p:sldId xmlns:r="http://schemas.openxmlformats.org/officeDocument/2006/relationships" id="270" r:id="R5d10b28e6dad4442"/>
    <p:sldId xmlns:r="http://schemas.openxmlformats.org/officeDocument/2006/relationships" id="271" r:id="R5c8e8b1dc30e4b1a"/>
    <p:sldId xmlns:r="http://schemas.openxmlformats.org/officeDocument/2006/relationships" id="272" r:id="R3c358ff9da254294"/>
    <p:sldId xmlns:r="http://schemas.openxmlformats.org/officeDocument/2006/relationships" id="273" r:id="R24f519771e634f60"/>
    <p:sldId xmlns:r="http://schemas.openxmlformats.org/officeDocument/2006/relationships" id="274" r:id="Re2712b9c14f741b9"/>
    <p:sldId xmlns:r="http://schemas.openxmlformats.org/officeDocument/2006/relationships" id="275" r:id="R6b8876ab30a947c2"/>
    <p:sldId xmlns:r="http://schemas.openxmlformats.org/officeDocument/2006/relationships" id="276" r:id="R9439af7098f344a6"/>
    <p:sldId xmlns:r="http://schemas.openxmlformats.org/officeDocument/2006/relationships" id="277" r:id="R28e77e4944224638"/>
    <p:sldId xmlns:r="http://schemas.openxmlformats.org/officeDocument/2006/relationships" id="278" r:id="R65cc629c656e4d28"/>
    <p:sldId xmlns:r="http://schemas.openxmlformats.org/officeDocument/2006/relationships" id="279" r:id="R508ffaf4fd7c491b"/>
    <p:sldId xmlns:r="http://schemas.openxmlformats.org/officeDocument/2006/relationships" id="280" r:id="R8b14f56956074b63"/>
    <p:sldId xmlns:r="http://schemas.openxmlformats.org/officeDocument/2006/relationships" id="281" r:id="R03cd7f2c32f94b5d"/>
    <p:sldId xmlns:r="http://schemas.openxmlformats.org/officeDocument/2006/relationships" id="282" r:id="R8d12d303b30b4cf8"/>
    <p:sldId xmlns:r="http://schemas.openxmlformats.org/officeDocument/2006/relationships" id="283" r:id="R5fc7c20ce9ef4f71"/>
    <p:sldId xmlns:r="http://schemas.openxmlformats.org/officeDocument/2006/relationships" id="284" r:id="Ra0de30e1c6a444bb"/>
    <p:sldId xmlns:r="http://schemas.openxmlformats.org/officeDocument/2006/relationships" id="285" r:id="R9a730301cb2e40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241b5b15ce4ef2" /><Relationship Type="http://schemas.openxmlformats.org/officeDocument/2006/relationships/slideMaster" Target="/ppt/slideMasters/slideMaster1.xml" Id="R4e25ff038f034637" /><Relationship Type="http://schemas.openxmlformats.org/officeDocument/2006/relationships/slideMaster" Target="/ppt/slideMasters/slideMaster2.xml" Id="R7bc40b01831f4f38" /><Relationship Type="http://schemas.openxmlformats.org/officeDocument/2006/relationships/slideMaster" Target="/ppt/slideMasters/slideMaster3.xml" Id="R651772e6c7004268" /><Relationship Type="http://schemas.openxmlformats.org/officeDocument/2006/relationships/notesMaster" Target="/ppt/notesMasters/notesMaster1.xml" Id="R190aec100dd44053" /><Relationship Type="http://schemas.openxmlformats.org/officeDocument/2006/relationships/presProps" Target="/ppt/presProps.xml" Id="Rb7007db9efad4b10" /><Relationship Type="http://schemas.openxmlformats.org/officeDocument/2006/relationships/viewProps" Target="/ppt/viewProps.xml" Id="R28bf8bbf44984dfa" /><Relationship Type="http://schemas.openxmlformats.org/officeDocument/2006/relationships/tableStyles" Target="/ppt/tableStyles.xml" Id="R26c24f7740d04e6c" /><Relationship Type="http://schemas.openxmlformats.org/officeDocument/2006/relationships/slide" Target="/ppt/slides/slide1.xml" Id="Rb646c56ee1ec4d27" /><Relationship Type="http://schemas.openxmlformats.org/officeDocument/2006/relationships/slide" Target="/ppt/slides/slide2.xml" Id="R8422dc4db1c04d89" /><Relationship Type="http://schemas.openxmlformats.org/officeDocument/2006/relationships/slide" Target="/ppt/slides/slide3.xml" Id="Rb7104c095ca54889" /><Relationship Type="http://schemas.openxmlformats.org/officeDocument/2006/relationships/slide" Target="/ppt/slides/slide4.xml" Id="R6b9dfa42eb114f58" /><Relationship Type="http://schemas.openxmlformats.org/officeDocument/2006/relationships/slide" Target="/ppt/slides/slide5.xml" Id="R59b61c460e7b493e" /><Relationship Type="http://schemas.openxmlformats.org/officeDocument/2006/relationships/slide" Target="/ppt/slides/slide6.xml" Id="Rf816272546084293" /><Relationship Type="http://schemas.openxmlformats.org/officeDocument/2006/relationships/slide" Target="/ppt/slides/slide7.xml" Id="R161e8381d9e049aa" /><Relationship Type="http://schemas.openxmlformats.org/officeDocument/2006/relationships/slide" Target="/ppt/slides/slide8.xml" Id="Rc5e9ba6e55564da4" /><Relationship Type="http://schemas.openxmlformats.org/officeDocument/2006/relationships/slide" Target="/ppt/slides/slide9.xml" Id="R60ec2f9a3b6244a4" /><Relationship Type="http://schemas.openxmlformats.org/officeDocument/2006/relationships/slide" Target="/ppt/slides/slide10.xml" Id="R2bf2c68b8f264cbc" /><Relationship Type="http://schemas.openxmlformats.org/officeDocument/2006/relationships/slide" Target="/ppt/slides/slide11.xml" Id="R6801f9c2e1f8440d" /><Relationship Type="http://schemas.openxmlformats.org/officeDocument/2006/relationships/slide" Target="/ppt/slides/slide12.xml" Id="R8e619770efa8423b" /><Relationship Type="http://schemas.openxmlformats.org/officeDocument/2006/relationships/slide" Target="/ppt/slides/slide13.xml" Id="Recc146bfa61840fb" /><Relationship Type="http://schemas.openxmlformats.org/officeDocument/2006/relationships/slide" Target="/ppt/slides/slide14.xml" Id="R1bdeeabc4dd1465a" /><Relationship Type="http://schemas.openxmlformats.org/officeDocument/2006/relationships/slide" Target="/ppt/slides/slide15.xml" Id="R5d10b28e6dad4442" /><Relationship Type="http://schemas.openxmlformats.org/officeDocument/2006/relationships/slide" Target="/ppt/slides/slide16.xml" Id="R5c8e8b1dc30e4b1a" /><Relationship Type="http://schemas.openxmlformats.org/officeDocument/2006/relationships/slide" Target="/ppt/slides/slide17.xml" Id="R3c358ff9da254294" /><Relationship Type="http://schemas.openxmlformats.org/officeDocument/2006/relationships/slide" Target="/ppt/slides/slide18.xml" Id="R24f519771e634f60" /><Relationship Type="http://schemas.openxmlformats.org/officeDocument/2006/relationships/slide" Target="/ppt/slides/slide19.xml" Id="Re2712b9c14f741b9" /><Relationship Type="http://schemas.openxmlformats.org/officeDocument/2006/relationships/slide" Target="/ppt/slides/slide20.xml" Id="R6b8876ab30a947c2" /><Relationship Type="http://schemas.openxmlformats.org/officeDocument/2006/relationships/slide" Target="/ppt/slides/slide21.xml" Id="R9439af7098f344a6" /><Relationship Type="http://schemas.openxmlformats.org/officeDocument/2006/relationships/slide" Target="/ppt/slides/slide22.xml" Id="R28e77e4944224638" /><Relationship Type="http://schemas.openxmlformats.org/officeDocument/2006/relationships/slide" Target="/ppt/slides/slide23.xml" Id="R65cc629c656e4d28" /><Relationship Type="http://schemas.openxmlformats.org/officeDocument/2006/relationships/slide" Target="/ppt/slides/slide24.xml" Id="R508ffaf4fd7c491b" /><Relationship Type="http://schemas.openxmlformats.org/officeDocument/2006/relationships/slide" Target="/ppt/slides/slide25.xml" Id="R8b14f56956074b63" /><Relationship Type="http://schemas.openxmlformats.org/officeDocument/2006/relationships/slide" Target="/ppt/slides/slide26.xml" Id="R03cd7f2c32f94b5d" /><Relationship Type="http://schemas.openxmlformats.org/officeDocument/2006/relationships/slide" Target="/ppt/slides/slide27.xml" Id="R8d12d303b30b4cf8" /><Relationship Type="http://schemas.openxmlformats.org/officeDocument/2006/relationships/slide" Target="/ppt/slides/slide28.xml" Id="R5fc7c20ce9ef4f71" /><Relationship Type="http://schemas.openxmlformats.org/officeDocument/2006/relationships/slide" Target="/ppt/slides/slide29.xml" Id="Ra0de30e1c6a444bb" /><Relationship Type="http://schemas.openxmlformats.org/officeDocument/2006/relationships/slide" Target="/ppt/slides/slide30.xml" Id="R9a730301cb2e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46da848d4dd43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152e33bda4616" /><Relationship Type="http://schemas.openxmlformats.org/officeDocument/2006/relationships/notesMaster" Target="/ppt/notesMasters/notesMaster1.xml" Id="R663a86068b3f47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59bcbc710f4a1e" /><Relationship Type="http://schemas.openxmlformats.org/officeDocument/2006/relationships/notesMaster" Target="/ppt/notesMasters/notesMaster1.xml" Id="R8ec2589341f141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c7a770bb04d8f" /><Relationship Type="http://schemas.openxmlformats.org/officeDocument/2006/relationships/notesMaster" Target="/ppt/notesMasters/notesMaster1.xml" Id="R2e9462ebef084d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cefb560be47d6" /><Relationship Type="http://schemas.openxmlformats.org/officeDocument/2006/relationships/notesMaster" Target="/ppt/notesMasters/notesMaster1.xml" Id="Rb30c157bdd4541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9e47e63cbe45fe" /><Relationship Type="http://schemas.openxmlformats.org/officeDocument/2006/relationships/notesMaster" Target="/ppt/notesMasters/notesMaster1.xml" Id="Rbdd2e7599de943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31c0b62264013" /><Relationship Type="http://schemas.openxmlformats.org/officeDocument/2006/relationships/notesMaster" Target="/ppt/notesMasters/notesMaster1.xml" Id="R85b2e6f0d3cf4a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c60e3b74fc4bf0" /><Relationship Type="http://schemas.openxmlformats.org/officeDocument/2006/relationships/notesMaster" Target="/ppt/notesMasters/notesMaster1.xml" Id="R8a671286cb59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7404d261543b2" /><Relationship Type="http://schemas.openxmlformats.org/officeDocument/2006/relationships/notesMaster" Target="/ppt/notesMasters/notesMaster1.xml" Id="Re05647e616154d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46d802b55f40d7" /><Relationship Type="http://schemas.openxmlformats.org/officeDocument/2006/relationships/notesMaster" Target="/ppt/notesMasters/notesMaster1.xml" Id="Re1dbd3a03cb542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37e950e353414a" /><Relationship Type="http://schemas.openxmlformats.org/officeDocument/2006/relationships/notesMaster" Target="/ppt/notesMasters/notesMaster1.xml" Id="Rbd536ad68c004c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6d6ffa26654cfb" /><Relationship Type="http://schemas.openxmlformats.org/officeDocument/2006/relationships/notesMaster" Target="/ppt/notesMasters/notesMaster1.xml" Id="R98c3c24d618c40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b527309558469c" /><Relationship Type="http://schemas.openxmlformats.org/officeDocument/2006/relationships/notesMaster" Target="/ppt/notesMasters/notesMaster1.xml" Id="Rf18166a0b4fa43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f2177942c843b1" /><Relationship Type="http://schemas.openxmlformats.org/officeDocument/2006/relationships/notesMaster" Target="/ppt/notesMasters/notesMaster1.xml" Id="R45f2ca9ec58643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c44f9f46de406a" /><Relationship Type="http://schemas.openxmlformats.org/officeDocument/2006/relationships/notesMaster" Target="/ppt/notesMasters/notesMaster1.xml" Id="Rdba4b4d51fd74f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1ecd8b92314c2a" /><Relationship Type="http://schemas.openxmlformats.org/officeDocument/2006/relationships/notesMaster" Target="/ppt/notesMasters/notesMaster1.xml" Id="Raff7a0fbef2c49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1bcd61386344df" /><Relationship Type="http://schemas.openxmlformats.org/officeDocument/2006/relationships/notesMaster" Target="/ppt/notesMasters/notesMaster1.xml" Id="R3517efa27e244e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e0c993c8974328" /><Relationship Type="http://schemas.openxmlformats.org/officeDocument/2006/relationships/notesMaster" Target="/ppt/notesMasters/notesMaster1.xml" Id="R30a2e9bdb2824f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afa75baa0a4a33" /><Relationship Type="http://schemas.openxmlformats.org/officeDocument/2006/relationships/notesMaster" Target="/ppt/notesMasters/notesMaster1.xml" Id="R266ca6f8088140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cfae78c08e42cd" /><Relationship Type="http://schemas.openxmlformats.org/officeDocument/2006/relationships/notesMaster" Target="/ppt/notesMasters/notesMaster1.xml" Id="R643ba34fb3dd42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26322f3b4e4fc9" /><Relationship Type="http://schemas.openxmlformats.org/officeDocument/2006/relationships/notesMaster" Target="/ppt/notesMasters/notesMaster1.xml" Id="R7e78b8da63824fa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6af1f53bcf452a" /><Relationship Type="http://schemas.openxmlformats.org/officeDocument/2006/relationships/notesMaster" Target="/ppt/notesMasters/notesMaster1.xml" Id="Rb12d233f9f2d4ee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3e924a94ea4f0a" /><Relationship Type="http://schemas.openxmlformats.org/officeDocument/2006/relationships/notesMaster" Target="/ppt/notesMasters/notesMaster1.xml" Id="R3c5cf08265134b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dfb436e67df4b77" /><Relationship Type="http://schemas.openxmlformats.org/officeDocument/2006/relationships/notesMaster" Target="/ppt/notesMasters/notesMaster1.xml" Id="R5532fb29cebe40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69c3a8cef1645e4" /><Relationship Type="http://schemas.openxmlformats.org/officeDocument/2006/relationships/notesMaster" Target="/ppt/notesMasters/notesMaster1.xml" Id="R404e214647c3465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f8a939996c343c6" /><Relationship Type="http://schemas.openxmlformats.org/officeDocument/2006/relationships/notesMaster" Target="/ppt/notesMasters/notesMaster1.xml" Id="Rb0472120a32841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26b6a019654340" /><Relationship Type="http://schemas.openxmlformats.org/officeDocument/2006/relationships/notesMaster" Target="/ppt/notesMasters/notesMaster1.xml" Id="R3db44cd4877c451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3aca60775ad48f3" /><Relationship Type="http://schemas.openxmlformats.org/officeDocument/2006/relationships/notesMaster" Target="/ppt/notesMasters/notesMaster1.xml" Id="Ra58160600b84434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4bbbbade98c4445" /><Relationship Type="http://schemas.openxmlformats.org/officeDocument/2006/relationships/notesMaster" Target="/ppt/notesMasters/notesMaster1.xml" Id="Rc0f2b103df7645c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2d5f2e91534cc5" /><Relationship Type="http://schemas.openxmlformats.org/officeDocument/2006/relationships/notesMaster" Target="/ppt/notesMasters/notesMaster1.xml" Id="R4b40c6ff56114b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d8b17589674e29" /><Relationship Type="http://schemas.openxmlformats.org/officeDocument/2006/relationships/notesMaster" Target="/ppt/notesMasters/notesMaster1.xml" Id="Recb6feff99ab4e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【课时定位】第1课时｜导入</a:t>
            </a:r>
          </a:p>
          <a:p xmlns:a="http://schemas.openxmlformats.org/drawingml/2006/main">
            <a:r>
              <a:t>【本页目标】说出本课三项学习任务。</a:t>
            </a:r>
          </a:p>
          <a:p xmlns:a="http://schemas.openxmlformats.org/drawingml/2006/main">
            <a:r>
              <a:t>【建议用时】3分钟。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【教学顺序】读课题→读目标→说已知词。</a:t>
            </a:r>
          </a:p>
          <a:p xmlns:a="http://schemas.openxmlformats.org/drawingml/2006/main">
            <a:r>
              <a:t>【教师动作/话术】逐项目标追问；不提前讲规则。</a:t>
            </a:r>
          </a:p>
          <a:p xmlns:a="http://schemas.openxmlformats.org/drawingml/2006/main">
            <a:r>
              <a:t>【学生任务】读课题，说已知词。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【常见问题】只读课题→指目标词→学生复述。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【教材来源】印P.45/PDF59；教材目标：能听懂并描述事情发生的时间；掌握语气助词“吧”表达建议、商量等的用法；掌握语气助词“呢”表达确认事实的用法；掌握副词、时间词作状语的位置。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【答案/检查标准】1-C 10:10；2-E 12:30；3-D 13:45；4-B 15:20；5-F 18:00；6-A 8:15</a:t>
            </a:r>
            <a:endParaRPr/>
          </a:p>
          <a:p xmlns:a="http://schemas.openxmlformats.org/drawingml/2006/main">
            <a:r>
              <a:t>【教材来源】教材印刷P.45（PDF第59页）。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【答案/检查标准】现在 xiànzài；点 diǎn；早上 zǎoshang；上午 shàngwǔ；分 fēn；检查读音，并用其中一词说完整短句。</a:t>
            </a:r>
            <a:endParaRPr/>
          </a:p>
          <a:p xmlns:a="http://schemas.openxmlformats.org/drawingml/2006/main">
            <a:r>
              <a:t>【教材来源】教材印刷P.46（PDF第60页）。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【教师动作/话术】教材音频7-1未嵌入。教师朗读两遍：第一遍自然语速完整朗读，全文后停5秒；第二遍逐句朗读，每句后停2秒。朗读稿：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场景：白家月和安妮在打电话。</a:t>
            </a:r>
          </a:p>
          <a:p xmlns:a="http://schemas.openxmlformats.org/drawingml/2006/main">
            <a:r>
              <a:t>白家月：现在几点？</a:t>
            </a:r>
          </a:p>
          <a:p xmlns:a="http://schemas.openxmlformats.org/drawingml/2006/main">
            <a:r>
              <a:t>安妮：早上八点四十。</a:t>
            </a:r>
          </a:p>
          <a:p xmlns:a="http://schemas.openxmlformats.org/drawingml/2006/main">
            <a:r>
              <a:t>白家月：我上午十点十分有课。</a:t>
            </a:r>
          </a:p>
          <a:p xmlns:a="http://schemas.openxmlformats.org/drawingml/2006/main">
            <a:r>
              <a:t>安妮：好的，我们下午两点见吧。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现在是早上八点四十。”；证据：“白家月：现在几点？；安妮：早上八点四十。”；2.完整答案是“白家月上午十点十分有课。”；证据：“白家月：我上午十点十分有课。”；3.完整答案是“她们下午两点见。”；证据：“安妮：好的，我们下午两点见吧。”；可接受同义完整句，关键信息须一致。</a:t>
            </a:r>
          </a:p>
          <a:p xmlns:a="http://schemas.openxmlformats.org/drawingml/2006/main">
            <a:r>
              <a:t>【教材来源】教材印刷P.46（PDF第60页），课文1；3题均为教师设计的课文证据题；实际音频状态：未嵌入，使用教师朗读。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【教材来源】教材印刷P.46（PDF第60页）。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【答案/检查标准】课 kè；下午 xiàwǔ；见 jiàn；吧 ba；检查读音，并用其中一词说完整短句。</a:t>
            </a:r>
            <a:endParaRPr/>
          </a:p>
          <a:p xmlns:a="http://schemas.openxmlformats.org/drawingml/2006/main">
            <a:r>
              <a:t>【教材来源】教材印刷P.46（PDF第60页）。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【本页目标】学生能理解并使用时间表达与语气助词“吧”。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【答案/检查标准】整点用“点”；十分保留“分”；不足十分加“零”；上午、中午、下午、晚上放在钟点前。“吧”读轻声，放在句末表示建议、劝告或商量。</a:t>
            </a:r>
            <a:endParaRPr/>
          </a:p>
          <a:p xmlns:a="http://schemas.openxmlformats.org/drawingml/2006/main">
            <a:r>
              <a:t>【教材来源】教材印刷P.47（PDF第61页）、教材印刷P.48（PDF第62页）。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【本页目标】学生能完整朗读教材三组“吧”对话并识别其句末位置。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【学生任务】朗读三组教材对话，圈出句末的“吧”。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【答案/检查标准】1.A：我们下午三点见吧。B：好的。；2.A：你去超市买吧。B：超市没有。；3.A：我们去西安饭店</a:t>
            </a:r>
            <a:endParaRPr/>
          </a:p>
          <a:p xmlns:a="http://schemas.openxmlformats.org/drawingml/2006/main">
            <a:r>
              <a:t>吃晚饭吧。B：好的。</a:t>
            </a:r>
            <a:endParaRPr/>
          </a:p>
          <a:p xmlns:a="http://schemas.openxmlformats.org/drawingml/2006/main">
            <a:r>
              <a:t>【教材来源】教材印刷P.48（PDF第62页）；教材印刷P.48（PDF62）三组“吧”对话朗读练习。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【课时定位】第1课时｜课文一真实任务</a:t>
            </a:r>
            <a:endParaRPr/>
          </a:p>
          <a:p xmlns:a="http://schemas.openxmlformats.org/drawingml/2006/main">
            <a:r>
              <a:t>【本页目标】学生能用课文一功能完成信息交换。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【答案/检查标准】提问可接受：现在几点？我们几点见？；回答可接受：现在________。我们________见吧。；记录要求：记录见面时间。</a:t>
            </a:r>
            <a:endParaRPr/>
          </a:p>
          <a:p xmlns:a="http://schemas.openxmlformats.org/drawingml/2006/main">
            <a:r>
              <a:t>【教材来源】教材印刷P.46（PDF第60页）；教师设计补充；依据本课课文、语言点与教材练习。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【课时定位】第1课时｜第一课时出口</a:t>
            </a:r>
            <a:endParaRPr/>
          </a:p>
          <a:p xmlns:a="http://schemas.openxmlformats.org/drawingml/2006/main">
            <a:r>
              <a:t>【本页目标】检查课文一词语、听读和语言点。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【教师动作/话术】按三题快速抽查；错题要求当场重说。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【答案/检查标准】1.现在是早上八点四十。；2.白家月上午十点十分有课。；3.她们下午两点见。；开放题同义且含目标结构即可。</a:t>
            </a:r>
            <a:endParaRPr/>
          </a:p>
          <a:p xmlns:a="http://schemas.openxmlformats.org/drawingml/2006/main">
            <a:r>
              <a:t>【教材来源】教材印刷P.46（PDF第60页）；教师设计补充；依据本课课文、语言点与教材练习。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【教材来源】教材印刷P.49（PDF第63页）；教师设计补充；依据本课课文、语言点与教材练习。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【答案/检查标准】电影院 diànyǐngyuàn；看 kàn；电影 diànyǐng；事 shì；检查读音，并用其中一词说完整短句。</a:t>
            </a:r>
            <a:endParaRPr/>
          </a:p>
          <a:p xmlns:a="http://schemas.openxmlformats.org/drawingml/2006/main">
            <a:r>
              <a:t>【教材来源】教材印刷P.49（PDF第63页）。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【教师动作/话术】教材音频7-3未嵌入。教师朗读两遍：第一遍自然语速完整朗读，全文后停5秒；第二遍逐句朗读，每句后停2秒。朗读稿：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场景：李文在校园里遇到白家月。</a:t>
            </a:r>
          </a:p>
          <a:p xmlns:a="http://schemas.openxmlformats.org/drawingml/2006/main">
            <a:r>
              <a:t>李文：下午我想去电影院看电影，你去吗？</a:t>
            </a:r>
          </a:p>
          <a:p xmlns:a="http://schemas.openxmlformats.org/drawingml/2006/main">
            <a:r>
              <a:t>白家月：我不想去，下午还有事。</a:t>
            </a:r>
          </a:p>
          <a:p xmlns:a="http://schemas.openxmlformats.org/drawingml/2006/main">
            <a:r>
              <a:t>李文：好的。明天呢？</a:t>
            </a:r>
          </a:p>
          <a:p xmlns:a="http://schemas.openxmlformats.org/drawingml/2006/main">
            <a:r>
              <a:t>白家月：我明天下午两点还上课呢，四点半下课。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李文下午想去看电影。”；证据：“李文：下午我想去电影院看电影，你去吗？”；2.完整答案是“白家月明天下午还上课。”；证据：“白家月：我明天下午两点还上课呢，四点半下课。”；3.完整答案是“白家月明天下午四点半下课。”；证据：“白家月：我明天下午两点还上课呢，四点半下课。”；可接受同义完整句，关键信息须一致。</a:t>
            </a:r>
          </a:p>
          <a:p xmlns:a="http://schemas.openxmlformats.org/drawingml/2006/main">
            <a:r>
              <a:t>【教材来源】教材印刷P.48（PDF第62页）、教材印刷P.49（PDF第63页），课文2；其中2题为教材选择题，1题为教师设计的课文证据题；实际音频状态：未嵌入，使用教师朗读。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【答案/检查标准】按4轮原顺序分角色朗读；人物、轮次、汉字和拼音准确，不漏轮、不串角色。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【教材来源】教材印刷P.49（PDF第63页）。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【答案/检查标准】上课 shàngkè；呢 ne；半 bàn；下课 xiàkè；检查读音，并用其中一词说完整短句。</a:t>
            </a:r>
            <a:endParaRPr/>
          </a:p>
          <a:p xmlns:a="http://schemas.openxmlformats.org/drawingml/2006/main">
            <a:r>
              <a:t>【教材来源】教材印刷P.49（PDF第63页）。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【本页目标】学生能使用副词、时间词作状语的位置。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【答案/检查标准】副词、时间词语作状语时，一般放在动词或形容词前。</a:t>
            </a:r>
            <a:endParaRPr/>
          </a:p>
          <a:p xmlns:a="http://schemas.openxmlformats.org/drawingml/2006/main">
            <a:r>
              <a:t>【教材来源】教材印刷P.49（PDF第63页）、教材印刷P.50（PDF第64页）。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【答案/检查标准】1.A：我们几点见？B：我们下午三点见吧。；2.B：对，我上午有课。；3.A：我们下午去超市吧。B：对不起，我下午有课。</a:t>
            </a:r>
            <a:endParaRPr/>
          </a:p>
          <a:p xmlns:a="http://schemas.openxmlformats.org/drawingml/2006/main">
            <a:r>
              <a:t>【教材来源】教材印刷P.50（PDF第64页）；教师设计补充；依据本课课文、语言点与教材练习。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【课时定位】第2课时｜课文二真实任务</a:t>
            </a:r>
            <a:endParaRPr/>
          </a:p>
          <a:p xmlns:a="http://schemas.openxmlformats.org/drawingml/2006/main">
            <a:r>
              <a:t>【本页目标】学生能在真实问答中使用本页目标句型。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【答案/检查标准】提问可接受：你明天下午有事吗？几点下课？；回答可接受：我________呢，________下课。；记录要求：记录同伴的安排。</a:t>
            </a:r>
            <a:endParaRPr/>
          </a:p>
          <a:p xmlns:a="http://schemas.openxmlformats.org/drawingml/2006/main">
            <a:r>
              <a:t>【教材来源】教材印刷P.49（PDF第63页）；教师设计补充；依据本课课文、语言点与教材练习。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【教材来源】教材印刷P.49（PDF第63页）；教师设计补充；依据本课课文、语言点与教材练习。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【课时定位】第2课时｜第二课时出口</a:t>
            </a:r>
            <a:endParaRPr/>
          </a:p>
          <a:p xmlns:a="http://schemas.openxmlformats.org/drawingml/2006/main">
            <a:r>
              <a:t>【本页目标】检查课文二词语、理解与语言点。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【教师动作/话术】抽查弱项并要求完整重说。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【答案/检查标准】1.李文下午想去看电影。；2.我不想去。；3.现在是八点十五分。；开放题同义且含目标结构即可。</a:t>
            </a:r>
            <a:endParaRPr/>
          </a:p>
          <a:p xmlns:a="http://schemas.openxmlformats.org/drawingml/2006/main">
            <a:r>
              <a:t>【教材来源】教材印刷P.49（PDF第63页）；教师设计补充；依据本课课文、语言点与教材练习。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【本页目标】学生能复现前两课时并预测课文三。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【教学顺序】回忆→同桌核对→看标题预测。</a:t>
            </a:r>
            <a:endParaRPr/>
          </a:p>
          <a:p xmlns:a="http://schemas.openxmlformats.org/drawingml/2006/main">
            <a:r>
              <a:t>【教师动作/话术】先让学生说，再用关键词补足。</a:t>
            </a:r>
            <a:endParaRPr/>
          </a:p>
          <a:p xmlns:a="http://schemas.openxmlformats.org/drawingml/2006/main">
            <a:r>
              <a:t>【学生任务】说出两个旧句，再预测课文三。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【答案/检查标准】至少说出两个旧句和一个合理预测。</a:t>
            </a:r>
            <a:endParaRPr/>
          </a:p>
          <a:p xmlns:a="http://schemas.openxmlformats.org/drawingml/2006/main">
            <a:r>
              <a:t>【教材来源】教材印刷P.51（PDF第65页）；教师设计补充；依据本课课文、语言点与教材练习。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【答案/检查标准】在 zài；家 jiā；里 lǐ；晚上 wǎnshang；医院 yīyuàn；检查读音，并用其中一词说完整短句。</a:t>
            </a:r>
            <a:endParaRPr/>
          </a:p>
          <a:p xmlns:a="http://schemas.openxmlformats.org/drawingml/2006/main">
            <a:r>
              <a:t>【教材来源】教材印刷P.51（PDF第65页）。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【教师动作/话术】教材音频7-5未嵌入。教师朗读两遍：第一遍自然语速完整朗读，全文后停5秒；第二遍逐句朗读，每句后停2秒。朗读稿：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场景：王一雪在办公室给刘明打电话。</a:t>
            </a:r>
          </a:p>
          <a:p xmlns:a="http://schemas.openxmlformats.org/drawingml/2006/main">
            <a:r>
              <a:t>王一雪：喂，你在哪儿呢？</a:t>
            </a:r>
          </a:p>
          <a:p xmlns:a="http://schemas.openxmlformats.org/drawingml/2006/main">
            <a:r>
              <a:t>刘明：我在家里呢。</a:t>
            </a:r>
          </a:p>
          <a:p xmlns:a="http://schemas.openxmlformats.org/drawingml/2006/main">
            <a:r>
              <a:t>王一雪：我晚上六点半下班。</a:t>
            </a:r>
          </a:p>
          <a:p xmlns:a="http://schemas.openxmlformats.org/drawingml/2006/main">
            <a:r>
              <a:t>刘明：我八点去医院上班。</a:t>
            </a:r>
          </a:p>
          <a:p xmlns:a="http://schemas.openxmlformats.org/drawingml/2006/main">
            <a:r>
              <a:t>王一雪：好的，你去店里买些菜吧。</a:t>
            </a:r>
          </a:p>
          <a:p xmlns:a="http://schemas.openxmlformats.org/drawingml/2006/main">
            <a:r>
              <a:t>刘明：好，我十分钟后去。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刘明在家里呢。”；证据：“刘明：我在家里呢。”；2.完整答案是“王一雪六点半下班。”；证据：“王一雪：我晚上六点半下班。”；3.完整答案是“刘明十分钟后去店里买菜。”；证据：“王一雪说：你去店里买些菜吧；刘明回答：好，我十分钟后去。”；可接受同义完整句，关键信息须一致。</a:t>
            </a:r>
          </a:p>
          <a:p xmlns:a="http://schemas.openxmlformats.org/drawingml/2006/main">
            <a:r>
              <a:t>【教材来源】教材印刷P.50（PDF第64页）、教材印刷P.51（PDF第65页），课文3；其中2题为教材选择题，1题为教师设计的课文证据题；实际音频状态：未嵌入，使用教师朗读。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【教材来源】教材印刷P.51（PDF第65页）。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【答案/检查标准】上班 shàngbān；店 diàn；菜 cài；分钟 fēnzhōng；后 hòu；检查读音，并用其中一词说完整短句。</a:t>
            </a:r>
            <a:endParaRPr/>
          </a:p>
          <a:p xmlns:a="http://schemas.openxmlformats.org/drawingml/2006/main">
            <a:r>
              <a:t>【教材来源】教材印刷P.51（PDF第65页）。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【本页目标】学生能使用语气助词“呢”。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【答案/检查标准】本课的“呢”位于句末，表示确认的事实，基本结构是“……呢”。</a:t>
            </a:r>
            <a:endParaRPr/>
          </a:p>
          <a:p xmlns:a="http://schemas.openxmlformats.org/drawingml/2006/main">
            <a:r>
              <a:t>【教材来源】教材印刷P.50（PDF第64页）。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她星期天没有课。；2.我们中午十二点半下课，下午两点见吧。；3.白家月：对不起，我现在有事呢，你去吧。李文：好的，你忙吧。；4.王一雪：你今天晚上几点去医院上班？刘明：晚上八点。</a:t>
            </a:r>
          </a:p>
          <a:p xmlns:a="http://schemas.openxmlformats.org/drawingml/2006/main">
            <a:r>
              <a:t>【教材来源】教材印刷P.52（PDF第66页）。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【课时定位】第3课时｜提示输出</a:t>
            </a:r>
          </a:p>
          <a:p xmlns:a="http://schemas.openxmlformats.org/drawingml/2006/main">
            <a:r>
              <a:t>【本页目标】根据提示说完整句。</a:t>
            </a:r>
          </a:p>
          <a:p xmlns:a="http://schemas.openxmlformats.org/drawingml/2006/main">
            <a:r>
              <a:t>【建议用时】5分钟。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【常见问题】只念提示→追问要素→补成全句。</a:t>
            </a:r>
          </a:p>
          <a:p xmlns:a="http://schemas.openxmlformats.org/drawingml/2006/main">
            <a:r>
              <a:t>【答案/检查标准】1.现在是八点十五分。；2.我们上午十点十分见吧。；3.我今天晚上九点十分还上课呢。；4.妹妹下午两点有课。</a:t>
            </a:r>
          </a:p>
          <a:p xmlns:a="http://schemas.openxmlformats.org/drawingml/2006/main">
            <a:r>
              <a:t>【教材来源】印P.52/PDF66；教材四幅看图题改用教师高清无文字语义图呈现；四个句架与教材题意一一对应。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【课时定位】第3课时｜课堂活动与本课观察</a:t>
            </a:r>
            <a:endParaRPr/>
          </a:p>
          <a:p xmlns:a="http://schemas.openxmlformats.org/drawingml/2006/main">
            <a:r>
              <a:t>【本页目标】学生能按材料完成课堂活动并分享结果。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【教学顺序】读材料→分组完成→分享→同伴核对。</a:t>
            </a:r>
            <a:endParaRPr/>
          </a:p>
          <a:p xmlns:a="http://schemas.openxmlformats.org/drawingml/2006/main">
            <a:r>
              <a:t>【教师动作/话术】先示范一轮；巡视检查材料使用，最后抽查个人产出。</a:t>
            </a:r>
            <a:endParaRPr/>
          </a:p>
          <a:p xmlns:a="http://schemas.openxmlformats.org/drawingml/2006/main">
            <a:r>
              <a:t>【学生任务】按三步完成活动，并按材料分享结果。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【常见问题】跳过步骤或只齐读→回到当前步骤→指定个人完成产出并复述提示。</a:t>
            </a:r>
            <a:endParaRPr/>
          </a:p>
          <a:p xmlns:a="http://schemas.openxmlformats.org/drawingml/2006/main">
            <a:r>
              <a:t>【答案/检查标准】完成三步；产出使用本课目标结构，并与任务材料一致。</a:t>
            </a:r>
            <a:endParaRPr/>
          </a:p>
          <a:p xmlns:a="http://schemas.openxmlformats.org/drawingml/2006/main">
            <a:r>
              <a:t>【教材来源】教材印刷P.53（PDF第67页）；7-1为教材媒体入口；媒体文件未随PDF提供，课件未嵌入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【课时定位】第3课时｜全课出口与小结</a:t>
            </a:r>
            <a:endParaRPr/>
          </a:p>
          <a:p xmlns:a="http://schemas.openxmlformats.org/drawingml/2006/main">
            <a:r>
              <a:t>【本页目标】学生能回答课文三理解题并展示一项本课能力。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【教学顺序】独立写→两人互读→教师抽查→自评。</a:t>
            </a:r>
            <a:endParaRPr/>
          </a:p>
          <a:p xmlns:a="http://schemas.openxmlformats.org/drawingml/2006/main">
            <a:r>
              <a:t>【教师动作/话术】按三项目标逐项核对，不以齐读代替个人产出。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【答案/检查标准】1.刘明晚上八点去医院上班。；2.刘明十分钟后去店里买菜。；3.现在是晚上九点十分。；开放题同义且含目标结构即可。</a:t>
            </a:r>
            <a:endParaRPr/>
          </a:p>
          <a:p xmlns:a="http://schemas.openxmlformats.org/drawingml/2006/main">
            <a:r>
              <a:t>【教材来源】教材印刷P.51（PDF第65页）；本页为教师设计的形成性出口题，依据本课目标与教材练习。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6bde625ce48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aa71265e042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2f35351b941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bf4aa5f4f4d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26c2d87c242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af1e0b61c48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c51bfd4774b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40a3484ec48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c7bc3d9c66432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2527082cc41c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cd08e9902413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7e777f475449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59e669eba7421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c52062f4ae43d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88d0d4526b433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c571a254cb425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76e9db1414455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a80f44f9f7459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264fc4146b4be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b54232c3124a6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0c2f08065b43b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12c98ae3b7453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b978460bb4413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5d34f973185404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6062e6614a143a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307ea3606c4bc3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65786d71cf4aa9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67f9daaf97458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115220c511483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1453a5947524f36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245e409fd5e4687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b5ddab12614e4f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0f35bbe6be4847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812421607a64d5e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79460590d9e453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1b81487914b0d" /><Relationship Type="http://schemas.openxmlformats.org/officeDocument/2006/relationships/slideLayout" Target="/ppt/slideLayouts/slideLayout1.xml" Id="Rc2671649439f4d3a" /><Relationship Type="http://schemas.openxmlformats.org/officeDocument/2006/relationships/slideLayout" Target="/ppt/slideLayouts/slideLayout2.xml" Id="R1a78eb2d549948aa" /><Relationship Type="http://schemas.openxmlformats.org/officeDocument/2006/relationships/slideLayout" Target="/ppt/slideLayouts/slideLayout3.xml" Id="R8eb811a0ca0d4f99" /><Relationship Type="http://schemas.openxmlformats.org/officeDocument/2006/relationships/slideLayout" Target="/ppt/slideLayouts/slideLayout4.xml" Id="Rb79f222e74a94180" /><Relationship Type="http://schemas.openxmlformats.org/officeDocument/2006/relationships/slideLayout" Target="/ppt/slideLayouts/slideLayout5.xml" Id="R5a84535dad7d47ec" /><Relationship Type="http://schemas.openxmlformats.org/officeDocument/2006/relationships/slideLayout" Target="/ppt/slideLayouts/slideLayout6.xml" Id="R1476fcae20b44a48" /><Relationship Type="http://schemas.openxmlformats.org/officeDocument/2006/relationships/slideLayout" Target="/ppt/slideLayouts/slideLayout7.xml" Id="Rac5b1a4fb09247bf" /><Relationship Type="http://schemas.openxmlformats.org/officeDocument/2006/relationships/slideLayout" Target="/ppt/slideLayouts/slideLayout8.xml" Id="R01af16108c314568" /><Relationship Type="http://schemas.openxmlformats.org/officeDocument/2006/relationships/slideLayout" Target="/ppt/slideLayouts/slideLayout9.xml" Id="R6f9d68900e1440db" /><Relationship Type="http://schemas.openxmlformats.org/officeDocument/2006/relationships/slideLayout" Target="/ppt/slideLayouts/slideLayout10.xml" Id="R24b24da81c5c4aa7" /><Relationship Type="http://schemas.openxmlformats.org/officeDocument/2006/relationships/slideLayout" Target="/ppt/slideLayouts/slideLayout11.xml" Id="Rb2cd72352fce4f2d" /><Relationship Type="http://schemas.openxmlformats.org/officeDocument/2006/relationships/slideLayout" Target="/ppt/slideLayouts/slideLayout12.xml" Id="R797fef423a8d4a6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56060bc35734686" /><Relationship Type="http://schemas.openxmlformats.org/officeDocument/2006/relationships/slideLayout" Target="/ppt/slideLayouts/slideLayout13.xml" Id="R31299fcf44d248fc" /><Relationship Type="http://schemas.openxmlformats.org/officeDocument/2006/relationships/slideLayout" Target="/ppt/slideLayouts/slideLayout14.xml" Id="R8300d4a1c3354cb8" /><Relationship Type="http://schemas.openxmlformats.org/officeDocument/2006/relationships/slideLayout" Target="/ppt/slideLayouts/slideLayout15.xml" Id="R441bf7bcac344130" /><Relationship Type="http://schemas.openxmlformats.org/officeDocument/2006/relationships/slideLayout" Target="/ppt/slideLayouts/slideLayout16.xml" Id="R047c354fbe404190" /><Relationship Type="http://schemas.openxmlformats.org/officeDocument/2006/relationships/slideLayout" Target="/ppt/slideLayouts/slideLayout17.xml" Id="Rf92167e646774b24" /><Relationship Type="http://schemas.openxmlformats.org/officeDocument/2006/relationships/slideLayout" Target="/ppt/slideLayouts/slideLayout18.xml" Id="Rf5d57a7775304ed1" /><Relationship Type="http://schemas.openxmlformats.org/officeDocument/2006/relationships/slideLayout" Target="/ppt/slideLayouts/slideLayout19.xml" Id="R36b9b2d3800046e0" /><Relationship Type="http://schemas.openxmlformats.org/officeDocument/2006/relationships/slideLayout" Target="/ppt/slideLayouts/slideLayout20.xml" Id="Rd1fb5baae0ad4ed7" /><Relationship Type="http://schemas.openxmlformats.org/officeDocument/2006/relationships/slideLayout" Target="/ppt/slideLayouts/slideLayout21.xml" Id="R582113957643438e" /><Relationship Type="http://schemas.openxmlformats.org/officeDocument/2006/relationships/slideLayout" Target="/ppt/slideLayouts/slideLayout22.xml" Id="Rb52c4ce937524b4f" /><Relationship Type="http://schemas.openxmlformats.org/officeDocument/2006/relationships/slideLayout" Target="/ppt/slideLayouts/slideLayout23.xml" Id="R0214374bd101462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eca1420257b43ae" /><Relationship Type="http://schemas.openxmlformats.org/officeDocument/2006/relationships/slideLayout" Target="/ppt/slideLayouts/slideLayout24.xml" Id="R0a33001413344f34" /><Relationship Type="http://schemas.openxmlformats.org/officeDocument/2006/relationships/slideLayout" Target="/ppt/slideLayouts/slideLayout25.xml" Id="R78097d6e6ae04274" /><Relationship Type="http://schemas.openxmlformats.org/officeDocument/2006/relationships/slideLayout" Target="/ppt/slideLayouts/slideLayout26.xml" Id="Rd30d6b4a8b1f42e5" /><Relationship Type="http://schemas.openxmlformats.org/officeDocument/2006/relationships/slideLayout" Target="/ppt/slideLayouts/slideLayout27.xml" Id="Ree4c367328d74684" /><Relationship Type="http://schemas.openxmlformats.org/officeDocument/2006/relationships/slideLayout" Target="/ppt/slideLayouts/slideLayout28.xml" Id="Rd81261f6f0714146" /><Relationship Type="http://schemas.openxmlformats.org/officeDocument/2006/relationships/slideLayout" Target="/ppt/slideLayouts/slideLayout29.xml" Id="Rcbea892c436940ac" /><Relationship Type="http://schemas.openxmlformats.org/officeDocument/2006/relationships/slideLayout" Target="/ppt/slideLayouts/slideLayout30.xml" Id="R8863e088ba114f6d" /><Relationship Type="http://schemas.openxmlformats.org/officeDocument/2006/relationships/slideLayout" Target="/ppt/slideLayouts/slideLayout31.xml" Id="R95cc6eba6d754cfb" /><Relationship Type="http://schemas.openxmlformats.org/officeDocument/2006/relationships/slideLayout" Target="/ppt/slideLayouts/slideLayout32.xml" Id="R15d8541efc844645" /><Relationship Type="http://schemas.openxmlformats.org/officeDocument/2006/relationships/slideLayout" Target="/ppt/slideLayouts/slideLayout33.xml" Id="R2db49c52a0394052" /><Relationship Type="http://schemas.openxmlformats.org/officeDocument/2006/relationships/slideLayout" Target="/ppt/slideLayouts/slideLayout34.xml" Id="R3f0b445d6f2440b4" /><Relationship Type="http://schemas.openxmlformats.org/officeDocument/2006/relationships/slideLayout" Target="/ppt/slideLayouts/slideLayout35.xml" Id="R4df437b4415d4f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671649439f4d3a"/>
    <p:sldLayoutId xmlns:r="http://schemas.openxmlformats.org/officeDocument/2006/relationships" id="2147483650" r:id="R1a78eb2d549948aa"/>
    <p:sldLayoutId xmlns:r="http://schemas.openxmlformats.org/officeDocument/2006/relationships" id="2147483651" r:id="R8eb811a0ca0d4f99"/>
    <p:sldLayoutId xmlns:r="http://schemas.openxmlformats.org/officeDocument/2006/relationships" id="2147483652" r:id="Rb79f222e74a94180"/>
    <p:sldLayoutId xmlns:r="http://schemas.openxmlformats.org/officeDocument/2006/relationships" id="2147483653" r:id="R5a84535dad7d47ec"/>
    <p:sldLayoutId xmlns:r="http://schemas.openxmlformats.org/officeDocument/2006/relationships" id="2147483654" r:id="R1476fcae20b44a48"/>
    <p:sldLayoutId xmlns:r="http://schemas.openxmlformats.org/officeDocument/2006/relationships" id="2147483655" r:id="Rac5b1a4fb09247bf"/>
    <p:sldLayoutId xmlns:r="http://schemas.openxmlformats.org/officeDocument/2006/relationships" id="2147483656" r:id="R01af16108c314568"/>
    <p:sldLayoutId xmlns:r="http://schemas.openxmlformats.org/officeDocument/2006/relationships" id="2147483657" r:id="R6f9d68900e1440db"/>
    <p:sldLayoutId xmlns:r="http://schemas.openxmlformats.org/officeDocument/2006/relationships" id="2147483658" r:id="R24b24da81c5c4aa7"/>
    <p:sldLayoutId xmlns:r="http://schemas.openxmlformats.org/officeDocument/2006/relationships" id="2147483659" r:id="Rb2cd72352fce4f2d"/>
    <p:sldLayoutId xmlns:r="http://schemas.openxmlformats.org/officeDocument/2006/relationships" id="2147483660" r:id="R797fef423a8d4a6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31299fcf44d248fc"/>
    <p:sldLayoutId xmlns:r="http://schemas.openxmlformats.org/officeDocument/2006/relationships" id="2147483663" r:id="R8300d4a1c3354cb8"/>
    <p:sldLayoutId xmlns:r="http://schemas.openxmlformats.org/officeDocument/2006/relationships" id="2147483664" r:id="R441bf7bcac344130"/>
    <p:sldLayoutId xmlns:r="http://schemas.openxmlformats.org/officeDocument/2006/relationships" id="2147483665" r:id="R047c354fbe404190"/>
    <p:sldLayoutId xmlns:r="http://schemas.openxmlformats.org/officeDocument/2006/relationships" id="2147483666" r:id="Rf92167e646774b24"/>
    <p:sldLayoutId xmlns:r="http://schemas.openxmlformats.org/officeDocument/2006/relationships" id="2147483667" r:id="Rf5d57a7775304ed1"/>
    <p:sldLayoutId xmlns:r="http://schemas.openxmlformats.org/officeDocument/2006/relationships" id="2147483668" r:id="R36b9b2d3800046e0"/>
    <p:sldLayoutId xmlns:r="http://schemas.openxmlformats.org/officeDocument/2006/relationships" id="2147483669" r:id="Rd1fb5baae0ad4ed7"/>
    <p:sldLayoutId xmlns:r="http://schemas.openxmlformats.org/officeDocument/2006/relationships" id="2147483670" r:id="R582113957643438e"/>
    <p:sldLayoutId xmlns:r="http://schemas.openxmlformats.org/officeDocument/2006/relationships" id="2147483671" r:id="Rb52c4ce937524b4f"/>
    <p:sldLayoutId xmlns:r="http://schemas.openxmlformats.org/officeDocument/2006/relationships" id="2147483672" r:id="R0214374bd101462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0a33001413344f34"/>
    <p:sldLayoutId xmlns:r="http://schemas.openxmlformats.org/officeDocument/2006/relationships" id="2147483675" r:id="R78097d6e6ae04274"/>
    <p:sldLayoutId xmlns:r="http://schemas.openxmlformats.org/officeDocument/2006/relationships" id="2147483676" r:id="Rd30d6b4a8b1f42e5"/>
    <p:sldLayoutId xmlns:r="http://schemas.openxmlformats.org/officeDocument/2006/relationships" id="2147483677" r:id="Ree4c367328d74684"/>
    <p:sldLayoutId xmlns:r="http://schemas.openxmlformats.org/officeDocument/2006/relationships" id="2147483678" r:id="Rd81261f6f0714146"/>
    <p:sldLayoutId xmlns:r="http://schemas.openxmlformats.org/officeDocument/2006/relationships" id="2147483679" r:id="Rcbea892c436940ac"/>
    <p:sldLayoutId xmlns:r="http://schemas.openxmlformats.org/officeDocument/2006/relationships" id="2147483680" r:id="R8863e088ba114f6d"/>
    <p:sldLayoutId xmlns:r="http://schemas.openxmlformats.org/officeDocument/2006/relationships" id="2147483681" r:id="R95cc6eba6d754cfb"/>
    <p:sldLayoutId xmlns:r="http://schemas.openxmlformats.org/officeDocument/2006/relationships" id="2147483682" r:id="R15d8541efc844645"/>
    <p:sldLayoutId xmlns:r="http://schemas.openxmlformats.org/officeDocument/2006/relationships" id="2147483683" r:id="R2db49c52a0394052"/>
    <p:sldLayoutId xmlns:r="http://schemas.openxmlformats.org/officeDocument/2006/relationships" id="2147483684" r:id="R3f0b445d6f2440b4"/>
    <p:sldLayoutId xmlns:r="http://schemas.openxmlformats.org/officeDocument/2006/relationships" id="2147483685" r:id="R4df437b4415d4f5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bc758aa8f4fbf" /><Relationship Type="http://schemas.openxmlformats.org/officeDocument/2006/relationships/notesSlide" Target="/ppt/notesSlides/notesSlide1.xml" Id="R1ed3ff76d4b549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a27c1cdb6a4c58" /><Relationship Type="http://schemas.openxmlformats.org/officeDocument/2006/relationships/image" Target="/ppt/media/image.jpeg" Id="R245a352651d540fb" /><Relationship Type="http://schemas.openxmlformats.org/officeDocument/2006/relationships/image" Target="/ppt/media/image2.jpeg" Id="R2efeb8ac01784120" /><Relationship Type="http://schemas.openxmlformats.org/officeDocument/2006/relationships/image" Target="/ppt/media/image3.jpeg" Id="R57ace0b41bf44f26" /><Relationship Type="http://schemas.openxmlformats.org/officeDocument/2006/relationships/image" Target="/ppt/media/image4.jpeg" Id="Rf51af6688eee41c0" /><Relationship Type="http://schemas.openxmlformats.org/officeDocument/2006/relationships/image" Target="/ppt/media/image5.jpeg" Id="R6357a3e92a324ffd" /><Relationship Type="http://schemas.openxmlformats.org/officeDocument/2006/relationships/image" Target="/ppt/media/image6.jpeg" Id="R04bff5a4e73d4414" /><Relationship Type="http://schemas.openxmlformats.org/officeDocument/2006/relationships/notesSlide" Target="/ppt/notesSlides/notesSlide2.xml" Id="R70cc09ddcd784f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ffa786a74f44c3" /><Relationship Type="http://schemas.openxmlformats.org/officeDocument/2006/relationships/image" Target="/ppt/media/image7.jpeg" Id="Rdecd47f465964501" /><Relationship Type="http://schemas.openxmlformats.org/officeDocument/2006/relationships/notesSlide" Target="/ppt/notesSlides/notesSlide3.xml" Id="R2508cbaaf8ee47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94c6a6e11d44a8f" /><Relationship Type="http://schemas.openxmlformats.org/officeDocument/2006/relationships/notesSlide" Target="/ppt/notesSlides/notesSlide4.xml" Id="Raba64f6d4d8346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1b86bb7a04895" /><Relationship Type="http://schemas.openxmlformats.org/officeDocument/2006/relationships/image" Target="/ppt/media/image8.jpeg" Id="Rf47fcc8d45704cd1" /><Relationship Type="http://schemas.openxmlformats.org/officeDocument/2006/relationships/notesSlide" Target="/ppt/notesSlides/notesSlide5.xml" Id="Ra90eda6da99046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f44eb305384c99" /><Relationship Type="http://schemas.openxmlformats.org/officeDocument/2006/relationships/image" Target="/ppt/media/image9.jpeg" Id="R4dd00476615642c7" /><Relationship Type="http://schemas.openxmlformats.org/officeDocument/2006/relationships/notesSlide" Target="/ppt/notesSlides/notesSlide6.xml" Id="R616c00eb385a48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97a385972b4299" /><Relationship Type="http://schemas.openxmlformats.org/officeDocument/2006/relationships/notesSlide" Target="/ppt/notesSlides/notesSlide7.xml" Id="R37337a15203d4a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e01239cc00479c" /><Relationship Type="http://schemas.openxmlformats.org/officeDocument/2006/relationships/image" Target="/ppt/media/image.png" Id="R0ea043c6478246ed" /><Relationship Type="http://schemas.openxmlformats.org/officeDocument/2006/relationships/image" Target="/ppt/media/image2.png" Id="R174732f614934ad6" /><Relationship Type="http://schemas.openxmlformats.org/officeDocument/2006/relationships/image" Target="/ppt/media/image3.png" Id="R573f3cc8e79e4614" /><Relationship Type="http://schemas.openxmlformats.org/officeDocument/2006/relationships/notesSlide" Target="/ppt/notesSlides/notesSlide8.xml" Id="R3b9c94980db04c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68b42a36e44953" /><Relationship Type="http://schemas.openxmlformats.org/officeDocument/2006/relationships/notesSlide" Target="/ppt/notesSlides/notesSlide9.xml" Id="R221921eef43742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5054de37a4176" /><Relationship Type="http://schemas.openxmlformats.org/officeDocument/2006/relationships/notesSlide" Target="/ppt/notesSlides/notesSlide10.xml" Id="R81b3a50b08ae40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ca7635951244a7" /><Relationship Type="http://schemas.openxmlformats.org/officeDocument/2006/relationships/notesSlide" Target="/ppt/notesSlides/notesSlide11.xml" Id="R7a4789924d3d41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ca526198c645b8" /><Relationship Type="http://schemas.openxmlformats.org/officeDocument/2006/relationships/image" Target="/ppt/media/image10.jpeg" Id="R2ce07e518d7e4826" /><Relationship Type="http://schemas.openxmlformats.org/officeDocument/2006/relationships/notesSlide" Target="/ppt/notesSlides/notesSlide12.xml" Id="R5cd2ecb1b1d543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3fc7bff7fc4fa4" /><Relationship Type="http://schemas.openxmlformats.org/officeDocument/2006/relationships/notesSlide" Target="/ppt/notesSlides/notesSlide13.xml" Id="R4d5cc2b1c6b740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b8083edfa4940" /><Relationship Type="http://schemas.openxmlformats.org/officeDocument/2006/relationships/image" Target="/ppt/media/image11.jpeg" Id="R193f663306384adb" /><Relationship Type="http://schemas.openxmlformats.org/officeDocument/2006/relationships/notesSlide" Target="/ppt/notesSlides/notesSlide14.xml" Id="R9733291cc9ef43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4a108a6b384a85" /><Relationship Type="http://schemas.openxmlformats.org/officeDocument/2006/relationships/image" Target="/ppt/media/image12.jpeg" Id="Rc9cc832e262942d8" /><Relationship Type="http://schemas.openxmlformats.org/officeDocument/2006/relationships/notesSlide" Target="/ppt/notesSlides/notesSlide15.xml" Id="R6358b54e045643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ef918079f44e5d" /><Relationship Type="http://schemas.openxmlformats.org/officeDocument/2006/relationships/notesSlide" Target="/ppt/notesSlides/notesSlide16.xml" Id="Rdcc0371605c348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889fb9e375493b" /><Relationship Type="http://schemas.openxmlformats.org/officeDocument/2006/relationships/image" Target="/ppt/media/image4.png" Id="Rf709eceef0234ff5" /><Relationship Type="http://schemas.openxmlformats.org/officeDocument/2006/relationships/image" Target="/ppt/media/image5.png" Id="R27cb7727514249ac" /><Relationship Type="http://schemas.openxmlformats.org/officeDocument/2006/relationships/image" Target="/ppt/media/image6.png" Id="R77beab019cc441f1" /><Relationship Type="http://schemas.openxmlformats.org/officeDocument/2006/relationships/notesSlide" Target="/ppt/notesSlides/notesSlide17.xml" Id="R6c78f832b8d946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ab7ba14d124b63" /><Relationship Type="http://schemas.openxmlformats.org/officeDocument/2006/relationships/notesSlide" Target="/ppt/notesSlides/notesSlide18.xml" Id="R25b0652ff1164a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1670d4969441ab" /><Relationship Type="http://schemas.openxmlformats.org/officeDocument/2006/relationships/notesSlide" Target="/ppt/notesSlides/notesSlide19.xml" Id="Re6379b89e2d044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1fa68883f4b2a" /><Relationship Type="http://schemas.openxmlformats.org/officeDocument/2006/relationships/notesSlide" Target="/ppt/notesSlides/notesSlide20.xml" Id="R52eaf396c89743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ece01b8ef74de9" /><Relationship Type="http://schemas.openxmlformats.org/officeDocument/2006/relationships/notesSlide" Target="/ppt/notesSlides/notesSlide21.xml" Id="Rd62cb159231f4f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0813f9b26844c7" /><Relationship Type="http://schemas.openxmlformats.org/officeDocument/2006/relationships/image" Target="/ppt/media/image13.jpeg" Id="R887e7e0c18b84cb6" /><Relationship Type="http://schemas.openxmlformats.org/officeDocument/2006/relationships/notesSlide" Target="/ppt/notesSlides/notesSlide22.xml" Id="Rc003c8f0a42c46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786031970b54fbe" /><Relationship Type="http://schemas.openxmlformats.org/officeDocument/2006/relationships/notesSlide" Target="/ppt/notesSlides/notesSlide23.xml" Id="R50072fec6143445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82d51cfa24068" /><Relationship Type="http://schemas.openxmlformats.org/officeDocument/2006/relationships/image" Target="/ppt/media/image14.jpeg" Id="Rcf0968239e9d4a73" /><Relationship Type="http://schemas.openxmlformats.org/officeDocument/2006/relationships/notesSlide" Target="/ppt/notesSlides/notesSlide24.xml" Id="R101a5a419a1e40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f68952c2384e45" /><Relationship Type="http://schemas.openxmlformats.org/officeDocument/2006/relationships/image" Target="/ppt/media/image15.jpeg" Id="R8c324844b6c342ea" /><Relationship Type="http://schemas.openxmlformats.org/officeDocument/2006/relationships/notesSlide" Target="/ppt/notesSlides/notesSlide25.xml" Id="R5d7332c50b01404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4f73dbb5ca42d2" /><Relationship Type="http://schemas.openxmlformats.org/officeDocument/2006/relationships/notesSlide" Target="/ppt/notesSlides/notesSlide26.xml" Id="R9b76b92513284b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b104850eee4dfc" /><Relationship Type="http://schemas.openxmlformats.org/officeDocument/2006/relationships/notesSlide" Target="/ppt/notesSlides/notesSlide27.xml" Id="R865be8236c044eb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33062674564766" /><Relationship Type="http://schemas.openxmlformats.org/officeDocument/2006/relationships/image" Target="/ppt/media/image7.png" Id="Rec1a2e6e30b447b0" /><Relationship Type="http://schemas.openxmlformats.org/officeDocument/2006/relationships/image" Target="/ppt/media/image8.png" Id="R627135f81ac545ab" /><Relationship Type="http://schemas.openxmlformats.org/officeDocument/2006/relationships/notesSlide" Target="/ppt/notesSlides/notesSlide28.xml" Id="Rf9f5b7ca438e48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6eaed4575d446f" /><Relationship Type="http://schemas.openxmlformats.org/officeDocument/2006/relationships/notesSlide" Target="/ppt/notesSlides/notesSlide29.xml" Id="Rfd32dac4743b41f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931a98f5d4703" /><Relationship Type="http://schemas.openxmlformats.org/officeDocument/2006/relationships/notesSlide" Target="/ppt/notesSlides/notesSlide30.xml" Id="R2d23f5707a454c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第7课｜我晚上六点半下班  Lesson 7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第7课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我晚上六点半下班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听懂并描述时间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用“吧／呢”建议或确认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掌握时间词、副词的位置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几点｜吧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呢｜时间状语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8:15　B 15:20　C 10:10　D 13:45　E 12:30　F 18:00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a352651d540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eb8ac017841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ce0b41bf44f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af6688eee41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7a3e92a324f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ff5a4e73d44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xiànzài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现在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diǎn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点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o’clock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zǎoshang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早上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early morning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shàngwǔ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上午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morning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补充词：分 fēn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d47f465964501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现在几点：________________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白家月几点有课：________________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她们几点见：________________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Xiànzài jǐ diǎn?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现在几点？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289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安妮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5272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289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Zǎoshang bā diǎn sìshí.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早上八点四十。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shàngwǔ shí diǎn shí fēn yǒu kè.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52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我上午十点十分有课。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0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安妮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33975"/>
            <a:ext cx="11049000" cy="1152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0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de, wǒmen xiàwǔ liǎng diǎn jiàn ba.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好的，我们下午两点见吧。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fcc8d45704cd1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kè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xiàwǔ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下午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afternoon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jiàn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见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meet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ba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吧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modal particle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读一读：课｜下午｜见｜吧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00476615642c7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时间表达与语气助词“吧”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点／分／零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90800"/>
            <a:ext cx="619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9:00九点｜20:00二十点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15:40十五点四十分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上午／中午／下午／晚上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67100"/>
            <a:ext cx="619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上午｜中午十二点｜下午两点半</a:t>
            </a:r>
          </a:p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21:10晚上九点十分｜22:05二十二点零五分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句末＋吧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43400"/>
            <a:ext cx="619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我们下午三点见吧。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朗读三组教材对话，圈出句末的“吧”。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A：我们下午三点见吧。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B：好的。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圈出：____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A：你去超市买吧。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B：超市没有。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圈出：____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A：我们去西安饭店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吃晚饭吧。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B：好的。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圈出：____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043c6478246ed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32f614934ad6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f3cc8e79e4614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现在几点？我们几点见？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现在________。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我们________见吧。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记录：记录见面时间。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现在几点？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白家月几点有课？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她们几点见？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本课关键词：几点｜吧｜呢｜时间状语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diànyǐngyuàn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电影院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cinema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watch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diànyǐng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电影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movie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shì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事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matter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读一读：电影院｜看｜电影｜事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07e518d7e482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李文下午想去（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超市　B 看电影　C 西安饭店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白家月明天下午还（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上课　B 有事　C 去超市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白家月明天几点下课：________________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Xiàwǔ wǒ xiǎng qù diànyǐngyuàn kàn diànyǐng, nǐ qù ma?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43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下午我想去电影院看电影，你去吗？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2415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bù xiǎng qù, xiàwǔ hái yǒu shì.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052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我不想去，下午还有事。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624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李文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11049000" cy="11239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624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 Míngtiān ne?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672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好的。明天呢？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24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白家月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1049000" cy="12382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244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míngtiān xiàwǔ liǎng diǎn hái shàngkè ne, sì diǎn bàn xiàkè.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我明天下午两点还上课呢，四点半下课。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f663306384adb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shàngkè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上课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attend class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ne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呢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modal particle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bàn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半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half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xiàkè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下课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finish class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读一读：上课｜呢｜半｜下课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c832e262942d8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副词、时间词作状语的位置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副词＋动词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我不想去。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副词＋形容词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妹妹很高兴。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时间词＋动词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她上午十点半上课。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副词、时间词语作状语时，一般放在动词或形容词前。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A：我们（　）点见？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我们下午（　）见吧。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A：你上午去上课，是吗？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B：对，我（　）有课。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A：我们（　）去超市吧。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B：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对不起，我（　）有课。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9eceef0234ff5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b7727514249ac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eab019cc441f1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你明天下午有事吗？几点下课？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我________呢，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________下课。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记录：记录同伴的安排。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名字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午饭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休息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下课／下班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汇报：________在________吃午饭，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________休息，________下课／下班。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李文下午想去（　）。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超市　B 看电影　C 西安饭店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我不想去怎么说？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用本课句型说一条真实信息。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本课关键词：几点｜吧｜呢｜时间状语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说出两个旧句，再预测课文三。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课文一、二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用语言点一说一句。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用语言点二说一句。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预测课文三的场景。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复现两句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zài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在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jiā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家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lǐ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里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inside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wǎnshang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晚上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evening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补充词：医院 yīyuàn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e7e0c18b84cb6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刘明（　）呢。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上班　B 买菜　C 在家里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王一雪（　）下班。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五点　B 六点　C 六点半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刘明十分钟后做什么：________________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Wèi, nǐ zài nǎr ne?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9716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喂，你在哪儿呢？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5267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288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zài jiā li ne.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622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我在家里呢。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194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194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wǎnshang liù diǎn bàn xiàbān.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528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我晚上六点半下班。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00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bā diǎn qù yīyuàn shàngbān.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434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我八点去医院上班。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049000" cy="75247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006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de, nǐ qù diàn li mǎi xiē cài ba.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3397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好的，你去店里买些菜吧。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91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14975"/>
            <a:ext cx="11049000" cy="771525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9117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Hǎo, wǒ shí fēnzhōng hòu qù.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好，我十分钟后去。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968239e9d4a73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shàngbān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上班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go to work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diàn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店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shop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cài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菜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vegetable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fēnzhōng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分钟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minute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1487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57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补充词：后 hòu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57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学习提示：“里”在“家里、超市里”等词中读轻声，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1575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在“里边”中读三声。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24844b6c342ea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语气助词“呢”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时间事实＋呢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我明天下午两点还上课呢。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能力事实＋呢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妹妹会做两个菜呢。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事情事实＋呢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李文晚上还有事呢。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本课的“呢”位于句末，表示确认的事实，基本结构是“……呢”。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医院　｜　B 十二点半　｜　C 课　｜　D 现在　｜　E 见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她星期天没有____。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我们中午____下课，下午两点____吧。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白家月：对不起，我____有事呢，你去吧。李文：好的，你忙吧。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王一雪：你今天晚上几点去____上班？刘明：晚上八点。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a2e6e30b447b0"/>
          <a:stretch xmlns:a="http://schemas.openxmlformats.org/drawingml/2006/main"/>
        </p:blipFill>
        <p:spPr>
          <a:xfrm xmlns:a="http://schemas.openxmlformats.org/drawingml/2006/main">
            <a:off x="857250" y="2312977"/>
            <a:ext cx="5191125" cy="1660547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135f81ac545ab"/>
          <a:stretch xmlns:a="http://schemas.openxmlformats.org/drawingml/2006/main"/>
        </p:blipFill>
        <p:spPr>
          <a:xfrm xmlns:a="http://schemas.openxmlformats.org/drawingml/2006/main">
            <a:off x="6238875" y="2297742"/>
            <a:ext cx="5286375" cy="169101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现在是______点______分。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我们上午______吧。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我今天晚上______还______呢。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妹妹______有课。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按三步完成活动，并按材料分享结果。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三人分别填写午饭、休息和下课时间。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互问“你几点……？”。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用完整句汇报一位同伴。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任务材料与示例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9763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姓名｜午饭时间｜休息时间｜下课时间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　｜________｜________｜________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同伴1｜________｜________｜________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同伴2｜________｜________｜________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38800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互问：你几点吃午饭／休息／下课？用完整句记录。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刘明晚上还去做什么？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刘明十分钟后去做什么？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说出21:10。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本课关键词：几点｜吧｜呢｜时间状语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第7课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2026-08-22T14:22:06.2130000Z</dcterms:created>
  <dcterms:modified xsi:type="dcterms:W3CDTF">2026-08-22T14:22:06.2130000Z</dcterms:modified>
</coreProperties>
</file>