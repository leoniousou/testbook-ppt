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9961c644c4eda" /><Relationship Type="http://schemas.openxmlformats.org/officeDocument/2006/relationships/extended-properties" Target="/docProps/app.xml" Id="Ra2a467196b424d63" /><Relationship Type="http://schemas.openxmlformats.org/officeDocument/2006/relationships/officeDocument" Target="/ppt/presentation.xml" Id="R8b94639f64204d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fb5cd03fb24808"/>
    <p:sldMasterId xmlns:r="http://schemas.openxmlformats.org/officeDocument/2006/relationships" id="2147483661" r:id="R1d4c6ab307644b35"/>
    <p:sldMasterId xmlns:r="http://schemas.openxmlformats.org/officeDocument/2006/relationships" id="2147483673" r:id="Ra3c7e026f7ee46cd"/>
  </p:sldMasterIdLst>
  <p:notesMasterIdLst>
    <p:notesMasterId xmlns:r="http://schemas.openxmlformats.org/officeDocument/2006/relationships" r:id="Rdd06f6e61e004fc0"/>
  </p:notesMasterIdLst>
  <p:sldIdLst>
    <p:sldId xmlns:r="http://schemas.openxmlformats.org/officeDocument/2006/relationships" id="256" r:id="R889ec2c759c649b5"/>
    <p:sldId xmlns:r="http://schemas.openxmlformats.org/officeDocument/2006/relationships" id="257" r:id="R535441d5c1634db7"/>
    <p:sldId xmlns:r="http://schemas.openxmlformats.org/officeDocument/2006/relationships" id="258" r:id="Rb08d5ea9856947a5"/>
    <p:sldId xmlns:r="http://schemas.openxmlformats.org/officeDocument/2006/relationships" id="259" r:id="R45ccc723fbb047bf"/>
    <p:sldId xmlns:r="http://schemas.openxmlformats.org/officeDocument/2006/relationships" id="260" r:id="R9646f8fd65b54cc8"/>
    <p:sldId xmlns:r="http://schemas.openxmlformats.org/officeDocument/2006/relationships" id="261" r:id="R6fddce11493f4a2c"/>
    <p:sldId xmlns:r="http://schemas.openxmlformats.org/officeDocument/2006/relationships" id="262" r:id="Ra7a7842d52594f19"/>
    <p:sldId xmlns:r="http://schemas.openxmlformats.org/officeDocument/2006/relationships" id="263" r:id="R9b05b6ba0bb44c86"/>
    <p:sldId xmlns:r="http://schemas.openxmlformats.org/officeDocument/2006/relationships" id="264" r:id="R61d271be099c49d1"/>
    <p:sldId xmlns:r="http://schemas.openxmlformats.org/officeDocument/2006/relationships" id="265" r:id="R8984055896db48cb"/>
    <p:sldId xmlns:r="http://schemas.openxmlformats.org/officeDocument/2006/relationships" id="266" r:id="Rf47650db60a04027"/>
    <p:sldId xmlns:r="http://schemas.openxmlformats.org/officeDocument/2006/relationships" id="267" r:id="Rdb034fbd11c84296"/>
    <p:sldId xmlns:r="http://schemas.openxmlformats.org/officeDocument/2006/relationships" id="268" r:id="R6935a20232b64c63"/>
    <p:sldId xmlns:r="http://schemas.openxmlformats.org/officeDocument/2006/relationships" id="269" r:id="Rbd2616748d224f8b"/>
    <p:sldId xmlns:r="http://schemas.openxmlformats.org/officeDocument/2006/relationships" id="270" r:id="R5f82026e6a284b6a"/>
    <p:sldId xmlns:r="http://schemas.openxmlformats.org/officeDocument/2006/relationships" id="271" r:id="Rf4ec25979e304f28"/>
    <p:sldId xmlns:r="http://schemas.openxmlformats.org/officeDocument/2006/relationships" id="272" r:id="Rd7d5a943c0c346e8"/>
    <p:sldId xmlns:r="http://schemas.openxmlformats.org/officeDocument/2006/relationships" id="273" r:id="R9cf2628ee0e046ba"/>
    <p:sldId xmlns:r="http://schemas.openxmlformats.org/officeDocument/2006/relationships" id="274" r:id="Ree65afc342134242"/>
    <p:sldId xmlns:r="http://schemas.openxmlformats.org/officeDocument/2006/relationships" id="275" r:id="Reec79373ec5e4fb3"/>
    <p:sldId xmlns:r="http://schemas.openxmlformats.org/officeDocument/2006/relationships" id="276" r:id="Rfd0caf89b3e742f1"/>
    <p:sldId xmlns:r="http://schemas.openxmlformats.org/officeDocument/2006/relationships" id="277" r:id="R73fc865816164fc0"/>
    <p:sldId xmlns:r="http://schemas.openxmlformats.org/officeDocument/2006/relationships" id="278" r:id="R74719147e9bb433a"/>
    <p:sldId xmlns:r="http://schemas.openxmlformats.org/officeDocument/2006/relationships" id="279" r:id="Ra3ebcbc238324976"/>
    <p:sldId xmlns:r="http://schemas.openxmlformats.org/officeDocument/2006/relationships" id="280" r:id="R832232c249e6467e"/>
    <p:sldId xmlns:r="http://schemas.openxmlformats.org/officeDocument/2006/relationships" id="281" r:id="R3e31378420f14e1f"/>
    <p:sldId xmlns:r="http://schemas.openxmlformats.org/officeDocument/2006/relationships" id="282" r:id="R0f3b1945db664202"/>
    <p:sldId xmlns:r="http://schemas.openxmlformats.org/officeDocument/2006/relationships" id="283" r:id="R2d64b429ba4b40a7"/>
    <p:sldId xmlns:r="http://schemas.openxmlformats.org/officeDocument/2006/relationships" id="284" r:id="R077344b084a34d0d"/>
    <p:sldId xmlns:r="http://schemas.openxmlformats.org/officeDocument/2006/relationships" id="285" r:id="R9c76438f33444f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06f05dcba4431" /><Relationship Type="http://schemas.openxmlformats.org/officeDocument/2006/relationships/slideMaster" Target="/ppt/slideMasters/slideMaster1.xml" Id="Rd3fb5cd03fb24808" /><Relationship Type="http://schemas.openxmlformats.org/officeDocument/2006/relationships/slideMaster" Target="/ppt/slideMasters/slideMaster2.xml" Id="R1d4c6ab307644b35" /><Relationship Type="http://schemas.openxmlformats.org/officeDocument/2006/relationships/slideMaster" Target="/ppt/slideMasters/slideMaster3.xml" Id="Ra3c7e026f7ee46cd" /><Relationship Type="http://schemas.openxmlformats.org/officeDocument/2006/relationships/notesMaster" Target="/ppt/notesMasters/notesMaster1.xml" Id="Rdd06f6e61e004fc0" /><Relationship Type="http://schemas.openxmlformats.org/officeDocument/2006/relationships/presProps" Target="/ppt/presProps.xml" Id="R3c42bb2cdf5742fa" /><Relationship Type="http://schemas.openxmlformats.org/officeDocument/2006/relationships/viewProps" Target="/ppt/viewProps.xml" Id="R4e2c2df6b3974e8c" /><Relationship Type="http://schemas.openxmlformats.org/officeDocument/2006/relationships/tableStyles" Target="/ppt/tableStyles.xml" Id="R255d2e6696fe483d" /><Relationship Type="http://schemas.openxmlformats.org/officeDocument/2006/relationships/slide" Target="/ppt/slides/slide1.xml" Id="R889ec2c759c649b5" /><Relationship Type="http://schemas.openxmlformats.org/officeDocument/2006/relationships/slide" Target="/ppt/slides/slide2.xml" Id="R535441d5c1634db7" /><Relationship Type="http://schemas.openxmlformats.org/officeDocument/2006/relationships/slide" Target="/ppt/slides/slide3.xml" Id="Rb08d5ea9856947a5" /><Relationship Type="http://schemas.openxmlformats.org/officeDocument/2006/relationships/slide" Target="/ppt/slides/slide4.xml" Id="R45ccc723fbb047bf" /><Relationship Type="http://schemas.openxmlformats.org/officeDocument/2006/relationships/slide" Target="/ppt/slides/slide5.xml" Id="R9646f8fd65b54cc8" /><Relationship Type="http://schemas.openxmlformats.org/officeDocument/2006/relationships/slide" Target="/ppt/slides/slide6.xml" Id="R6fddce11493f4a2c" /><Relationship Type="http://schemas.openxmlformats.org/officeDocument/2006/relationships/slide" Target="/ppt/slides/slide7.xml" Id="Ra7a7842d52594f19" /><Relationship Type="http://schemas.openxmlformats.org/officeDocument/2006/relationships/slide" Target="/ppt/slides/slide8.xml" Id="R9b05b6ba0bb44c86" /><Relationship Type="http://schemas.openxmlformats.org/officeDocument/2006/relationships/slide" Target="/ppt/slides/slide9.xml" Id="R61d271be099c49d1" /><Relationship Type="http://schemas.openxmlformats.org/officeDocument/2006/relationships/slide" Target="/ppt/slides/slide10.xml" Id="R8984055896db48cb" /><Relationship Type="http://schemas.openxmlformats.org/officeDocument/2006/relationships/slide" Target="/ppt/slides/slide11.xml" Id="Rf47650db60a04027" /><Relationship Type="http://schemas.openxmlformats.org/officeDocument/2006/relationships/slide" Target="/ppt/slides/slide12.xml" Id="Rdb034fbd11c84296" /><Relationship Type="http://schemas.openxmlformats.org/officeDocument/2006/relationships/slide" Target="/ppt/slides/slide13.xml" Id="R6935a20232b64c63" /><Relationship Type="http://schemas.openxmlformats.org/officeDocument/2006/relationships/slide" Target="/ppt/slides/slide14.xml" Id="Rbd2616748d224f8b" /><Relationship Type="http://schemas.openxmlformats.org/officeDocument/2006/relationships/slide" Target="/ppt/slides/slide15.xml" Id="R5f82026e6a284b6a" /><Relationship Type="http://schemas.openxmlformats.org/officeDocument/2006/relationships/slide" Target="/ppt/slides/slide16.xml" Id="Rf4ec25979e304f28" /><Relationship Type="http://schemas.openxmlformats.org/officeDocument/2006/relationships/slide" Target="/ppt/slides/slide17.xml" Id="Rd7d5a943c0c346e8" /><Relationship Type="http://schemas.openxmlformats.org/officeDocument/2006/relationships/slide" Target="/ppt/slides/slide18.xml" Id="R9cf2628ee0e046ba" /><Relationship Type="http://schemas.openxmlformats.org/officeDocument/2006/relationships/slide" Target="/ppt/slides/slide19.xml" Id="Ree65afc342134242" /><Relationship Type="http://schemas.openxmlformats.org/officeDocument/2006/relationships/slide" Target="/ppt/slides/slide20.xml" Id="Reec79373ec5e4fb3" /><Relationship Type="http://schemas.openxmlformats.org/officeDocument/2006/relationships/slide" Target="/ppt/slides/slide21.xml" Id="Rfd0caf89b3e742f1" /><Relationship Type="http://schemas.openxmlformats.org/officeDocument/2006/relationships/slide" Target="/ppt/slides/slide22.xml" Id="R73fc865816164fc0" /><Relationship Type="http://schemas.openxmlformats.org/officeDocument/2006/relationships/slide" Target="/ppt/slides/slide23.xml" Id="R74719147e9bb433a" /><Relationship Type="http://schemas.openxmlformats.org/officeDocument/2006/relationships/slide" Target="/ppt/slides/slide24.xml" Id="Ra3ebcbc238324976" /><Relationship Type="http://schemas.openxmlformats.org/officeDocument/2006/relationships/slide" Target="/ppt/slides/slide25.xml" Id="R832232c249e6467e" /><Relationship Type="http://schemas.openxmlformats.org/officeDocument/2006/relationships/slide" Target="/ppt/slides/slide26.xml" Id="R3e31378420f14e1f" /><Relationship Type="http://schemas.openxmlformats.org/officeDocument/2006/relationships/slide" Target="/ppt/slides/slide27.xml" Id="R0f3b1945db664202" /><Relationship Type="http://schemas.openxmlformats.org/officeDocument/2006/relationships/slide" Target="/ppt/slides/slide28.xml" Id="R2d64b429ba4b40a7" /><Relationship Type="http://schemas.openxmlformats.org/officeDocument/2006/relationships/slide" Target="/ppt/slides/slide29.xml" Id="R077344b084a34d0d" /><Relationship Type="http://schemas.openxmlformats.org/officeDocument/2006/relationships/slide" Target="/ppt/slides/slide30.xml" Id="R9c76438f3344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e9e76eb4267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1a3a58e13a412f" /><Relationship Type="http://schemas.openxmlformats.org/officeDocument/2006/relationships/notesMaster" Target="/ppt/notesMasters/notesMaster1.xml" Id="R7e0fbaebc316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c3f4c0ddc49de" /><Relationship Type="http://schemas.openxmlformats.org/officeDocument/2006/relationships/notesMaster" Target="/ppt/notesMasters/notesMaster1.xml" Id="R307875414d81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ee96b511842f0" /><Relationship Type="http://schemas.openxmlformats.org/officeDocument/2006/relationships/notesMaster" Target="/ppt/notesMasters/notesMaster1.xml" Id="R0a73c50ae72e49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f179c74ae542e7" /><Relationship Type="http://schemas.openxmlformats.org/officeDocument/2006/relationships/notesMaster" Target="/ppt/notesMasters/notesMaster1.xml" Id="R5bb52f4b5dfe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9cb21bb1e4fb8" /><Relationship Type="http://schemas.openxmlformats.org/officeDocument/2006/relationships/notesMaster" Target="/ppt/notesMasters/notesMaster1.xml" Id="R16b911e7992843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72966a7ac84bfb" /><Relationship Type="http://schemas.openxmlformats.org/officeDocument/2006/relationships/notesMaster" Target="/ppt/notesMasters/notesMaster1.xml" Id="R3a5e44c3838c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472d511f84107" /><Relationship Type="http://schemas.openxmlformats.org/officeDocument/2006/relationships/notesMaster" Target="/ppt/notesMasters/notesMaster1.xml" Id="Re2608bd3a306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332a2f78cf4545" /><Relationship Type="http://schemas.openxmlformats.org/officeDocument/2006/relationships/notesMaster" Target="/ppt/notesMasters/notesMaster1.xml" Id="Ra75eec0f144e4e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273ec41cb34768" /><Relationship Type="http://schemas.openxmlformats.org/officeDocument/2006/relationships/notesMaster" Target="/ppt/notesMasters/notesMaster1.xml" Id="R260aeb1afdd348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da9a381eb4f38" /><Relationship Type="http://schemas.openxmlformats.org/officeDocument/2006/relationships/notesMaster" Target="/ppt/notesMasters/notesMaster1.xml" Id="Rdb4365d721bd47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a45a186d144ab1" /><Relationship Type="http://schemas.openxmlformats.org/officeDocument/2006/relationships/notesMaster" Target="/ppt/notesMasters/notesMaster1.xml" Id="R7b75376301c54c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9123c6cc6f4475" /><Relationship Type="http://schemas.openxmlformats.org/officeDocument/2006/relationships/notesMaster" Target="/ppt/notesMasters/notesMaster1.xml" Id="Rd986de740dca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51271fcd3b4a45" /><Relationship Type="http://schemas.openxmlformats.org/officeDocument/2006/relationships/notesMaster" Target="/ppt/notesMasters/notesMaster1.xml" Id="R0a90493d85e647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4f9ebe7cf943a2" /><Relationship Type="http://schemas.openxmlformats.org/officeDocument/2006/relationships/notesMaster" Target="/ppt/notesMasters/notesMaster1.xml" Id="Rc6f79bec55304f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9c3f02e5af413b" /><Relationship Type="http://schemas.openxmlformats.org/officeDocument/2006/relationships/notesMaster" Target="/ppt/notesMasters/notesMaster1.xml" Id="R38c550b4aeb24f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ecb50801eb4a10" /><Relationship Type="http://schemas.openxmlformats.org/officeDocument/2006/relationships/notesMaster" Target="/ppt/notesMasters/notesMaster1.xml" Id="R60886105e0bb49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507eb8bc9a463a" /><Relationship Type="http://schemas.openxmlformats.org/officeDocument/2006/relationships/notesMaster" Target="/ppt/notesMasters/notesMaster1.xml" Id="R8a69187548fe4f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0b4066ca43443d" /><Relationship Type="http://schemas.openxmlformats.org/officeDocument/2006/relationships/notesMaster" Target="/ppt/notesMasters/notesMaster1.xml" Id="Ra2588c120df64d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df9df9c97744bd" /><Relationship Type="http://schemas.openxmlformats.org/officeDocument/2006/relationships/notesMaster" Target="/ppt/notesMasters/notesMaster1.xml" Id="R6c3bb849559d4f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62ff707bd646ea" /><Relationship Type="http://schemas.openxmlformats.org/officeDocument/2006/relationships/notesMaster" Target="/ppt/notesMasters/notesMaster1.xml" Id="R92ec19819f5e4b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252fef551943e0" /><Relationship Type="http://schemas.openxmlformats.org/officeDocument/2006/relationships/notesMaster" Target="/ppt/notesMasters/notesMaster1.xml" Id="Rdde3df00edfb41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dca06dec8d4458" /><Relationship Type="http://schemas.openxmlformats.org/officeDocument/2006/relationships/notesMaster" Target="/ppt/notesMasters/notesMaster1.xml" Id="Reb5c6fc55c5849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c3e46fd249426f" /><Relationship Type="http://schemas.openxmlformats.org/officeDocument/2006/relationships/notesMaster" Target="/ppt/notesMasters/notesMaster1.xml" Id="R5a18728587f34e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f9585f3ba854f81" /><Relationship Type="http://schemas.openxmlformats.org/officeDocument/2006/relationships/notesMaster" Target="/ppt/notesMasters/notesMaster1.xml" Id="Rf93002774b0849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05c16442bd41e4" /><Relationship Type="http://schemas.openxmlformats.org/officeDocument/2006/relationships/notesMaster" Target="/ppt/notesMasters/notesMaster1.xml" Id="R79407e6184084b3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8536123e904e4d" /><Relationship Type="http://schemas.openxmlformats.org/officeDocument/2006/relationships/notesMaster" Target="/ppt/notesMasters/notesMaster1.xml" Id="Rfc58768d1ce140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5c01cecc2f4fad" /><Relationship Type="http://schemas.openxmlformats.org/officeDocument/2006/relationships/notesMaster" Target="/ppt/notesMasters/notesMaster1.xml" Id="R4d9b8b3ad2a04f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d41ddd6767477d" /><Relationship Type="http://schemas.openxmlformats.org/officeDocument/2006/relationships/notesMaster" Target="/ppt/notesMasters/notesMaster1.xml" Id="Rc962d250ad7c4d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23552ff04f4959" /><Relationship Type="http://schemas.openxmlformats.org/officeDocument/2006/relationships/notesMaster" Target="/ppt/notesMasters/notesMaster1.xml" Id="Rbfbe695ff09442b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3f585dcaa324f74" /><Relationship Type="http://schemas.openxmlformats.org/officeDocument/2006/relationships/notesMaster" Target="/ppt/notesMasters/notesMaster1.xml" Id="R3961e9c0ef86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【课时定位】第1课时｜全课导入</a:t>
            </a:r>
          </a:p>
          <a:p xmlns:a="http://schemas.openxmlformats.org/drawingml/2006/main">
            <a:r>
              <a:t>【本页目标】学生能用自己的话说出本课核心学习任务。</a:t>
            </a:r>
          </a:p>
          <a:p xmlns:a="http://schemas.openxmlformats.org/drawingml/2006/main">
            <a:r>
              <a:t>【建议用时】3分钟；时间不足时保留学生产出与检查。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【教学顺序】读课题→读目标→说已知词→进入热身。</a:t>
            </a:r>
          </a:p>
          <a:p xmlns:a="http://schemas.openxmlformats.org/drawingml/2006/main">
            <a:r>
              <a:t>【教师动作/话术】指课题逐项追问；不会时只指目标，不提前讲规则。</a:t>
            </a:r>
          </a:p>
          <a:p xmlns:a="http://schemas.openxmlformats.org/drawingml/2006/main">
            <a:r>
              <a:t>【学生任务】读课题，说说你认识哪些词。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【常见问题】只读课题不说目标→指三项目标关键词→学生复述一项目标。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【教材来源】教材印刷P.61（PDF第75页）；教材目标：能听懂并使用“有／是”表示存在；掌握时间词和处所词同时作状语的顺序；掌握“第”的用法；了解当代中国人的休闲活动。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【答案/检查标准】1-D 玩；2-C 学习；3-A 小狗；4-B 电视；5-F 书；6-E 椅子</a:t>
            </a:r>
            <a:endParaRPr/>
          </a:p>
          <a:p xmlns:a="http://schemas.openxmlformats.org/drawingml/2006/main">
            <a:r>
              <a:t>【教材来源】教材印刷P.61（PDF第75页）。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【答案/检查标准】前边 qiánbian；边 bian；家 jiā；检查读音，并用其中一词说完整短句。</a:t>
            </a:r>
            <a:endParaRPr/>
          </a:p>
          <a:p xmlns:a="http://schemas.openxmlformats.org/drawingml/2006/main">
            <a:r>
              <a:t>【教材来源】教材印刷P.62（PDF第76页）。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【教师动作/话术】教材音频9-1未嵌入。教师朗读两遍：第一遍自然语速完整朗读，全文后停5秒；第二遍逐句朗读，每句后停2秒。朗读稿：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场景：李文和白家月在校园里聊天。</a:t>
            </a:r>
          </a:p>
          <a:p xmlns:a="http://schemas.openxmlformats.org/drawingml/2006/main">
            <a:r>
              <a:t>李文：学校前边有一家电影院。</a:t>
            </a:r>
          </a:p>
          <a:p xmlns:a="http://schemas.openxmlformats.org/drawingml/2006/main">
            <a:r>
              <a:t>白家月：对。我们晚上去那个电影院看电影吧。</a:t>
            </a:r>
          </a:p>
          <a:p xmlns:a="http://schemas.openxmlformats.org/drawingml/2006/main">
            <a:r>
              <a:t>李文：好！我们七点在电影院外边见，好吗？</a:t>
            </a:r>
          </a:p>
          <a:p xmlns:a="http://schemas.openxmlformats.org/drawingml/2006/main">
            <a:r>
              <a:t>白家月：好的，晚上七点见！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学校前边有一家电影院。”；证据：“李文：学校前边有一家电影院。”；2.完整答案是“他们晚上去看电影。”；证据：“白家月：对。我们晚上去那个电影院看电影吧。”；3.完整答案是“他们七点在电影院外边见。”；证据：“李文：好！我们七点在电影院外边见，好吗？”；可接受同义完整句，关键信息须一致。</a:t>
            </a:r>
          </a:p>
          <a:p xmlns:a="http://schemas.openxmlformats.org/drawingml/2006/main">
            <a:r>
              <a:t>【教材来源】教材印刷P.62（PDF第76页），课文1；3题均为教师设计的课文证据题；实际音频状态：未嵌入，使用教师朗读。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【教材来源】教材印刷P.62（PDF第76页）。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【答案/检查标准】那个 nàge；外边 wàibian；检查读音，并用其中一词说完整短句。</a:t>
            </a:r>
            <a:endParaRPr/>
          </a:p>
          <a:p xmlns:a="http://schemas.openxmlformats.org/drawingml/2006/main">
            <a:r>
              <a:t>【教材来源】教材印刷P.62（PDF第76页）。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【本页目标】学生能理解并使用存现句（1）。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【学生任务】读三组句子，说说“有、是、没有”怎么用。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【答案/检查标准】处所放句首，用“有／是”表示存在；“有”的否定是“没有”，且宾语前不能使用数量词语。</a:t>
            </a:r>
            <a:endParaRPr/>
          </a:p>
          <a:p xmlns:a="http://schemas.openxmlformats.org/drawingml/2006/main">
            <a:r>
              <a:t>【教材来源】教材印刷P.63（PDF第77页）。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【答案/检查标准】1.学校前边有一家电影院。；2.桌子上没有小猫。；3.电影院前边是一家超市。</a:t>
            </a:r>
            <a:endParaRPr/>
          </a:p>
          <a:p xmlns:a="http://schemas.openxmlformats.org/drawingml/2006/main">
            <a:r>
              <a:t>【教材来源】教材印刷P.63（PDF第77页）；教师设计补充；依据本课课文、语言点与教材练习。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【课时定位】第1课时｜课文一真实任务</a:t>
            </a:r>
            <a:endParaRPr/>
          </a:p>
          <a:p xmlns:a="http://schemas.openxmlformats.org/drawingml/2006/main">
            <a:r>
              <a:t>【本页目标】学生能用课文一功能完成信息交换。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【答案/检查标准】提问可接受：________前边／上有什么？；回答可接受：________有／没有________。；记录要求：记录一个有和一个没有。</a:t>
            </a:r>
            <a:endParaRPr/>
          </a:p>
          <a:p xmlns:a="http://schemas.openxmlformats.org/drawingml/2006/main">
            <a:r>
              <a:t>【教材来源】教材印刷P.62（PDF第76页）；教师设计补充；依据本课课文、语言点与教材练习。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【答案/检查标准】1.例：现在八点；学校前边有电影院。；2.例：我们下午两点见吧。；3.时间词通常放在主语后、谓语前。；开放题同义且含目标结构即可。</a:t>
            </a:r>
            <a:endParaRPr/>
          </a:p>
          <a:p xmlns:a="http://schemas.openxmlformats.org/drawingml/2006/main">
            <a:r>
              <a:t>【教材来源】印P.68/PDF82、印P.69/PDF83；教材学习小结复习：时间表达、方位词、语气助词“吧”、副词、时间词作状语的位置。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【教材来源】教材印刷P.64（PDF第78页）；教师设计补充；依据本课课文、语言点与教材练习。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【答案/检查标准】椅子 yǐzi；上 shang；本 běn；书 shū；检查读音，并用其中一词说完整短句。</a:t>
            </a:r>
            <a:endParaRPr/>
          </a:p>
          <a:p xmlns:a="http://schemas.openxmlformats.org/drawingml/2006/main">
            <a:r>
              <a:t>【教材来源】教材印刷P.64（PDF第78页）。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【教师动作/话术】教材音频9-3未嵌入。教师朗读两遍：第一遍自然语速完整朗读，全文后停5秒；第二遍逐句朗读，每句后停2秒。朗读稿：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场景：下课后，白家月和陈天中在教室对话。</a:t>
            </a:r>
          </a:p>
          <a:p xmlns:a="http://schemas.openxmlformats.org/drawingml/2006/main">
            <a:r>
              <a:t>白家月：椅子上有一本中文书，那是谁的书？</a:t>
            </a:r>
          </a:p>
          <a:p xmlns:a="http://schemas.openxmlformats.org/drawingml/2006/main">
            <a:r>
              <a:t>陈天中：是我的书，谢谢。这是我的第二本中文书。</a:t>
            </a:r>
          </a:p>
          <a:p xmlns:a="http://schemas.openxmlformats.org/drawingml/2006/main">
            <a:r>
              <a:t>白家月：不客气。你明天上午在哪儿？</a:t>
            </a:r>
          </a:p>
          <a:p xmlns:a="http://schemas.openxmlformats.org/drawingml/2006/main">
            <a:r>
              <a:t>陈天中：我明天上午在学校学习。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椅子上有一本中文书。”；教材要点：一本书；证据：“白家月：椅子上有一本中文书，那是谁的书？”；2.完整答案是“这是陈天中的第二本中文书。”；证据：“陈天中：是我的书，谢谢。这是我的第二本中文书。”；3.完整答案是“陈天中明天上午在学校学习。”；证据：“陈天中：我明天上午在学校学习。”；可接受同义完整句，关键信息须一致。</a:t>
            </a:r>
          </a:p>
          <a:p xmlns:a="http://schemas.openxmlformats.org/drawingml/2006/main">
            <a:r>
              <a:t>【教材来源】教材印刷P.63（PDF第77页）、教材印刷P.64（PDF第78页），课文2；其中2题为教材选择题，1题为教师设计的课文证据题；实际音频状态：未嵌入，使用教师朗读。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【教材来源】教材印刷P.64（PDF第78页）。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【答案/检查标准】那 nà；第 dì；学习 xuéxí；检查读音，并用其中一词说完整短句。</a:t>
            </a:r>
            <a:endParaRPr/>
          </a:p>
          <a:p xmlns:a="http://schemas.openxmlformats.org/drawingml/2006/main">
            <a:r>
              <a:t>【教材来源】教材印刷P.64（PDF第78页）。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【本页目标】学生能使用时间＋处所＋动词。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【答案/检查标准】时间词和处所词同时作状语时，时间通常在处所前。</a:t>
            </a:r>
            <a:endParaRPr/>
          </a:p>
          <a:p xmlns:a="http://schemas.openxmlformats.org/drawingml/2006/main">
            <a:r>
              <a:t>【教材来源】教材印刷P.63（PDF第77页）。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【答案/检查标准】1.我明天上午在学校学习。；2.这是第二本书。；3.我在家读书。</a:t>
            </a:r>
            <a:endParaRPr/>
          </a:p>
          <a:p xmlns:a="http://schemas.openxmlformats.org/drawingml/2006/main">
            <a:r>
              <a:t>【教材来源】教材印刷P.65（PDF第79页）；教师设计补充；依据本课课文、语言点与教材练习。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【答案/检查标准】提问可接受：你什么时候在哪儿做什么？；回答可接受：我________在________做________。；记录要求：检查时间是否在处所前。</a:t>
            </a:r>
            <a:endParaRPr/>
          </a:p>
          <a:p xmlns:a="http://schemas.openxmlformats.org/drawingml/2006/main">
            <a:r>
              <a:t>【教材来源】教材印刷P.64（PDF第78页）；教师设计补充；依据本课课文、语言点与教材练习。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【教材来源】教材印刷P.64（PDF第78页）；教师设计补充；依据本课课文、语言点与教材练习。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【答案/检查标准】1.例：你呢？；2.例：我在学校学习。；3.例：我下午两点能到。；开放题同义且含目标结构即可。</a:t>
            </a:r>
            <a:endParaRPr/>
          </a:p>
          <a:p xmlns:a="http://schemas.openxmlformats.org/drawingml/2006/main">
            <a:r>
              <a:t>【教材来源】印P.69/PDF83；教材学习小结复习：语气助词“呢”、介词“在”、能愿动词“能”。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【本页目标】学生能回答课文2的教材理解题。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【答案/检查标准】1.椅子上的书是谁的？→椅子上的书是陈天中的。；2.陈天中明天上午在哪儿学习？→陈天中明天上午在学校学习。</a:t>
            </a:r>
            <a:endParaRPr/>
          </a:p>
          <a:p xmlns:a="http://schemas.openxmlformats.org/drawingml/2006/main">
            <a:r>
              <a:t>【教材来源】教材印刷P.64（PDF第78页）；教材课文2理解题；按原题回答并回到课文找依据。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【答案/检查标准】做 zuò；白天 báitiān；读书 dúshū；和 hé；朋友 péngyou；唱 chàng；检查读音，并用其中一词说完整短句。</a:t>
            </a:r>
            <a:endParaRPr/>
          </a:p>
          <a:p xmlns:a="http://schemas.openxmlformats.org/drawingml/2006/main">
            <a:r>
              <a:t>【教材来源】教材印刷P.66（PDF第80页）。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【教师动作/话术】教材音频9-5未嵌入。教师朗读两遍：第一遍自然语速完整朗读，全文后停5秒；第二遍逐句朗读，每句后停2秒。朗读稿：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场景：休息时，王一雪和杨同乐谈论周末生活。</a:t>
            </a:r>
          </a:p>
          <a:p xmlns:a="http://schemas.openxmlformats.org/drawingml/2006/main">
            <a:r>
              <a:t>王一雪：明天星期六，你做什么？</a:t>
            </a:r>
          </a:p>
          <a:p xmlns:a="http://schemas.openxmlformats.org/drawingml/2006/main">
            <a:r>
              <a:t>杨同乐：我白天在家里读书，晚上和朋友们去外边唱歌。</a:t>
            </a:r>
          </a:p>
          <a:p xmlns:a="http://schemas.openxmlformats.org/drawingml/2006/main">
            <a:r>
              <a:t>王一雪：你唱歌很好听。</a:t>
            </a:r>
          </a:p>
          <a:p xmlns:a="http://schemas.openxmlformats.org/drawingml/2006/main">
            <a:r>
              <a:t>杨同乐：谢谢！您星期六做什么？</a:t>
            </a:r>
          </a:p>
          <a:p xmlns:a="http://schemas.openxmlformats.org/drawingml/2006/main">
            <a:r>
              <a:t>王一雪：我在家里做饭、看电视，和孩子们、小狗玩。</a:t>
            </a:r>
          </a:p>
          <a:p xmlns:a="http://schemas.openxmlformats.org/drawingml/2006/main">
            <a:r>
              <a:t>杨同乐：我也有一只小狗。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杨同乐唱歌很好听。”；证据：“王一雪：你唱歌很好听。；杨同乐：谢谢！您星期六做什么？”；2.完整答案是“王一雪家有一只小狗。”；证据：“王一雪：我在家里做饭、看电视，和孩子们、小狗玩。；杨同乐：我也有一只小狗。”；3.完整答案是“王一雪在家里做饭、看电视，还和孩子们、小狗玩。”；教材要点：做饭、看电视、和孩子们及小狗玩；证据：“王一雪：我在家里做饭、看电视，和孩子们、小狗玩。”；可接受同义完整句，关键信息须一致。</a:t>
            </a:r>
          </a:p>
          <a:p xmlns:a="http://schemas.openxmlformats.org/drawingml/2006/main">
            <a:r>
              <a:t>【教材来源】教材印刷P.65（PDF第79页）、教材印刷P.66（PDF第80页），课文3；其中2题为教材选择题，1题为教师设计的课文证据题；实际音频状态：未嵌入，使用教师朗读。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【教材来源】教材印刷P.66（PDF第80页）。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【答案/检查标准】歌 gē；好听 hǎotīng；电视 diànshì；狗 gǒu；玩 wán；检查读音，并用其中一词说完整短句。</a:t>
            </a:r>
            <a:endParaRPr/>
          </a:p>
          <a:p xmlns:a="http://schemas.openxmlformats.org/drawingml/2006/main">
            <a:r>
              <a:t>【教材来源】教材印刷P.66（PDF第80页）。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【本页目标】学生能使用表示序数的“第”。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【答案/检查标准】“第”放在整数前表示顺序。</a:t>
            </a:r>
            <a:endParaRPr/>
          </a:p>
          <a:p xmlns:a="http://schemas.openxmlformats.org/drawingml/2006/main">
            <a:r>
              <a:t>【教材来源】教材印刷P.65（PDF第79页）。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【答案/检查标准】1.椅子上有一只小猫，房间外是一只小狗。；2.她今天上午在家里学习。；3.王一雪：你唱歌很好听。杨同乐：谢谢！；4.陈天中：你下午去哪儿？安妮：我下午还在学校上课。</a:t>
            </a:r>
          </a:p>
          <a:p xmlns:a="http://schemas.openxmlformats.org/drawingml/2006/main">
            <a:r>
              <a:t>【教材来源】教材印刷P.67（PDF第81页）。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【答案/检查标准】1.桌子上有一本书。；2.孩子们白天在家里玩。；3.第一只小狗是我的，第二只小狗是她的。；4.学校外边是一家小店，店里有很多东西。</a:t>
            </a:r>
          </a:p>
          <a:p xmlns:a="http://schemas.openxmlformats.org/drawingml/2006/main">
            <a:r>
              <a:t>【教材来源】教材印刷P.67（PDF第81页）。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【课时定位】第3课时｜课堂活动与本课观察</a:t>
            </a:r>
            <a:endParaRPr/>
          </a:p>
          <a:p xmlns:a="http://schemas.openxmlformats.org/drawingml/2006/main">
            <a:r>
              <a:t>【本页目标】学生能按材料完成课堂活动并分享结果。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【教学顺序】读材料→分组完成→分享→同伴核对。</a:t>
            </a:r>
            <a:endParaRPr/>
          </a:p>
          <a:p xmlns:a="http://schemas.openxmlformats.org/drawingml/2006/main">
            <a:r>
              <a:t>【教师动作/话术】先示范一轮；巡视检查材料使用，最后抽查个人产出。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【常见问题】跳过步骤或只齐读→回到当前步骤→指定个人完成产出并复述提示。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【教材来源】教材印刷P.68（PDF第82页）；教材活动改编：角色扮演：两人一组，一个人扮演白家月，另一个人扮演陈天中，仿照本课三篇课文的内容对话。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杨同乐白天在家里读书，晚上和朋友们去外边唱歌。；2.王一雪在家里做饭、看电视，和孩子们、小狗玩。；3.例：学校前边有电影院；我明天在学校学习；这是第二本书。；开放题同义且含目标结构即可。</a:t>
            </a:r>
            <a:endParaRPr/>
          </a:p>
          <a:p xmlns:a="http://schemas.openxmlformats.org/drawingml/2006/main">
            <a:r>
              <a:t>【教材来源】印P.66/PDF80、印P.69/PDF83；教材学习小结复习：存现句、时间和处所作状语的顺序、表示序数的“第”。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a9765215d43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68d9d8e854b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c645239a040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b0ad4226746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c33ec7ccf48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5f46ddf3243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85b2d5fa64e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e0aeb16754d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ccf8d663843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cee08fbff40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46d6a3f92447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ce21372ce43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8c8176b7d34cb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2004f3c9c3481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1bcc97fc714d8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780e5afb3240f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2764b87bba4cf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7c8be7ab84402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bc45737a514e9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acea4a0eba4e6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0af22147a4488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22715b040e4d6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a1890d39e343a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021e94d68454cc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c17cc6bed5467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265aa82246402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f60f4bbccd648e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bffb0d089c475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f66968e1613416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a0b7454df6f405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53f85c43584122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b9984ba48a4f7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515c55871644f24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2e135d8a614411f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c324c7ada94b3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5d159262484d23" /><Relationship Type="http://schemas.openxmlformats.org/officeDocument/2006/relationships/slideLayout" Target="/ppt/slideLayouts/slideLayout1.xml" Id="Rb3b2a84040484d58" /><Relationship Type="http://schemas.openxmlformats.org/officeDocument/2006/relationships/slideLayout" Target="/ppt/slideLayouts/slideLayout2.xml" Id="Ree1be695ef734780" /><Relationship Type="http://schemas.openxmlformats.org/officeDocument/2006/relationships/slideLayout" Target="/ppt/slideLayouts/slideLayout3.xml" Id="R7f8f493271e145e7" /><Relationship Type="http://schemas.openxmlformats.org/officeDocument/2006/relationships/slideLayout" Target="/ppt/slideLayouts/slideLayout4.xml" Id="Rd14799c5774b4144" /><Relationship Type="http://schemas.openxmlformats.org/officeDocument/2006/relationships/slideLayout" Target="/ppt/slideLayouts/slideLayout5.xml" Id="R32c38db29bd94bce" /><Relationship Type="http://schemas.openxmlformats.org/officeDocument/2006/relationships/slideLayout" Target="/ppt/slideLayouts/slideLayout6.xml" Id="Rff17390a322f4b94" /><Relationship Type="http://schemas.openxmlformats.org/officeDocument/2006/relationships/slideLayout" Target="/ppt/slideLayouts/slideLayout7.xml" Id="R5603d6a463dc41e6" /><Relationship Type="http://schemas.openxmlformats.org/officeDocument/2006/relationships/slideLayout" Target="/ppt/slideLayouts/slideLayout8.xml" Id="Re62152343a8c4748" /><Relationship Type="http://schemas.openxmlformats.org/officeDocument/2006/relationships/slideLayout" Target="/ppt/slideLayouts/slideLayout9.xml" Id="R93360a7f382f4786" /><Relationship Type="http://schemas.openxmlformats.org/officeDocument/2006/relationships/slideLayout" Target="/ppt/slideLayouts/slideLayout10.xml" Id="Rc3927f9049b4495e" /><Relationship Type="http://schemas.openxmlformats.org/officeDocument/2006/relationships/slideLayout" Target="/ppt/slideLayouts/slideLayout11.xml" Id="R8f604fd39ee442fe" /><Relationship Type="http://schemas.openxmlformats.org/officeDocument/2006/relationships/slideLayout" Target="/ppt/slideLayouts/slideLayout12.xml" Id="R1909fc15a8ab464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3de3333d85f4b8d" /><Relationship Type="http://schemas.openxmlformats.org/officeDocument/2006/relationships/slideLayout" Target="/ppt/slideLayouts/slideLayout13.xml" Id="Rdffa544fa1b2492d" /><Relationship Type="http://schemas.openxmlformats.org/officeDocument/2006/relationships/slideLayout" Target="/ppt/slideLayouts/slideLayout14.xml" Id="R57c3b53098454973" /><Relationship Type="http://schemas.openxmlformats.org/officeDocument/2006/relationships/slideLayout" Target="/ppt/slideLayouts/slideLayout15.xml" Id="Rbec20f45fc0542d6" /><Relationship Type="http://schemas.openxmlformats.org/officeDocument/2006/relationships/slideLayout" Target="/ppt/slideLayouts/slideLayout16.xml" Id="R34ddb68372d844e7" /><Relationship Type="http://schemas.openxmlformats.org/officeDocument/2006/relationships/slideLayout" Target="/ppt/slideLayouts/slideLayout17.xml" Id="R461fffa74be242b6" /><Relationship Type="http://schemas.openxmlformats.org/officeDocument/2006/relationships/slideLayout" Target="/ppt/slideLayouts/slideLayout18.xml" Id="Rc3e8bf113c6b4fdb" /><Relationship Type="http://schemas.openxmlformats.org/officeDocument/2006/relationships/slideLayout" Target="/ppt/slideLayouts/slideLayout19.xml" Id="Rbf3e710f8df94695" /><Relationship Type="http://schemas.openxmlformats.org/officeDocument/2006/relationships/slideLayout" Target="/ppt/slideLayouts/slideLayout20.xml" Id="Re28bc42102ec439a" /><Relationship Type="http://schemas.openxmlformats.org/officeDocument/2006/relationships/slideLayout" Target="/ppt/slideLayouts/slideLayout21.xml" Id="R302d7e7de9b24326" /><Relationship Type="http://schemas.openxmlformats.org/officeDocument/2006/relationships/slideLayout" Target="/ppt/slideLayouts/slideLayout22.xml" Id="R9e088634945b45a8" /><Relationship Type="http://schemas.openxmlformats.org/officeDocument/2006/relationships/slideLayout" Target="/ppt/slideLayouts/slideLayout23.xml" Id="R7d9b481a85fb41a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5473a162ee445f3" /><Relationship Type="http://schemas.openxmlformats.org/officeDocument/2006/relationships/slideLayout" Target="/ppt/slideLayouts/slideLayout24.xml" Id="Rf9a9990f253e486f" /><Relationship Type="http://schemas.openxmlformats.org/officeDocument/2006/relationships/slideLayout" Target="/ppt/slideLayouts/slideLayout25.xml" Id="R4d8591011de344de" /><Relationship Type="http://schemas.openxmlformats.org/officeDocument/2006/relationships/slideLayout" Target="/ppt/slideLayouts/slideLayout26.xml" Id="R8d9b863d0e0f4d9c" /><Relationship Type="http://schemas.openxmlformats.org/officeDocument/2006/relationships/slideLayout" Target="/ppt/slideLayouts/slideLayout27.xml" Id="R198982d667124375" /><Relationship Type="http://schemas.openxmlformats.org/officeDocument/2006/relationships/slideLayout" Target="/ppt/slideLayouts/slideLayout28.xml" Id="Rbdd4121751f74956" /><Relationship Type="http://schemas.openxmlformats.org/officeDocument/2006/relationships/slideLayout" Target="/ppt/slideLayouts/slideLayout29.xml" Id="Rd156780d19cf4fcf" /><Relationship Type="http://schemas.openxmlformats.org/officeDocument/2006/relationships/slideLayout" Target="/ppt/slideLayouts/slideLayout30.xml" Id="Re9bc0cf166ad4628" /><Relationship Type="http://schemas.openxmlformats.org/officeDocument/2006/relationships/slideLayout" Target="/ppt/slideLayouts/slideLayout31.xml" Id="Rd13eea0116ff4fdf" /><Relationship Type="http://schemas.openxmlformats.org/officeDocument/2006/relationships/slideLayout" Target="/ppt/slideLayouts/slideLayout32.xml" Id="Ra2aa8274643a44b4" /><Relationship Type="http://schemas.openxmlformats.org/officeDocument/2006/relationships/slideLayout" Target="/ppt/slideLayouts/slideLayout33.xml" Id="R184220d00d044193" /><Relationship Type="http://schemas.openxmlformats.org/officeDocument/2006/relationships/slideLayout" Target="/ppt/slideLayouts/slideLayout34.xml" Id="Rad6f898992654b26" /><Relationship Type="http://schemas.openxmlformats.org/officeDocument/2006/relationships/slideLayout" Target="/ppt/slideLayouts/slideLayout35.xml" Id="R368998feb83647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2a84040484d58"/>
    <p:sldLayoutId xmlns:r="http://schemas.openxmlformats.org/officeDocument/2006/relationships" id="2147483650" r:id="Ree1be695ef734780"/>
    <p:sldLayoutId xmlns:r="http://schemas.openxmlformats.org/officeDocument/2006/relationships" id="2147483651" r:id="R7f8f493271e145e7"/>
    <p:sldLayoutId xmlns:r="http://schemas.openxmlformats.org/officeDocument/2006/relationships" id="2147483652" r:id="Rd14799c5774b4144"/>
    <p:sldLayoutId xmlns:r="http://schemas.openxmlformats.org/officeDocument/2006/relationships" id="2147483653" r:id="R32c38db29bd94bce"/>
    <p:sldLayoutId xmlns:r="http://schemas.openxmlformats.org/officeDocument/2006/relationships" id="2147483654" r:id="Rff17390a322f4b94"/>
    <p:sldLayoutId xmlns:r="http://schemas.openxmlformats.org/officeDocument/2006/relationships" id="2147483655" r:id="R5603d6a463dc41e6"/>
    <p:sldLayoutId xmlns:r="http://schemas.openxmlformats.org/officeDocument/2006/relationships" id="2147483656" r:id="Re62152343a8c4748"/>
    <p:sldLayoutId xmlns:r="http://schemas.openxmlformats.org/officeDocument/2006/relationships" id="2147483657" r:id="R93360a7f382f4786"/>
    <p:sldLayoutId xmlns:r="http://schemas.openxmlformats.org/officeDocument/2006/relationships" id="2147483658" r:id="Rc3927f9049b4495e"/>
    <p:sldLayoutId xmlns:r="http://schemas.openxmlformats.org/officeDocument/2006/relationships" id="2147483659" r:id="R8f604fd39ee442fe"/>
    <p:sldLayoutId xmlns:r="http://schemas.openxmlformats.org/officeDocument/2006/relationships" id="2147483660" r:id="R1909fc15a8ab464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dffa544fa1b2492d"/>
    <p:sldLayoutId xmlns:r="http://schemas.openxmlformats.org/officeDocument/2006/relationships" id="2147483663" r:id="R57c3b53098454973"/>
    <p:sldLayoutId xmlns:r="http://schemas.openxmlformats.org/officeDocument/2006/relationships" id="2147483664" r:id="Rbec20f45fc0542d6"/>
    <p:sldLayoutId xmlns:r="http://schemas.openxmlformats.org/officeDocument/2006/relationships" id="2147483665" r:id="R34ddb68372d844e7"/>
    <p:sldLayoutId xmlns:r="http://schemas.openxmlformats.org/officeDocument/2006/relationships" id="2147483666" r:id="R461fffa74be242b6"/>
    <p:sldLayoutId xmlns:r="http://schemas.openxmlformats.org/officeDocument/2006/relationships" id="2147483667" r:id="Rc3e8bf113c6b4fdb"/>
    <p:sldLayoutId xmlns:r="http://schemas.openxmlformats.org/officeDocument/2006/relationships" id="2147483668" r:id="Rbf3e710f8df94695"/>
    <p:sldLayoutId xmlns:r="http://schemas.openxmlformats.org/officeDocument/2006/relationships" id="2147483669" r:id="Re28bc42102ec439a"/>
    <p:sldLayoutId xmlns:r="http://schemas.openxmlformats.org/officeDocument/2006/relationships" id="2147483670" r:id="R302d7e7de9b24326"/>
    <p:sldLayoutId xmlns:r="http://schemas.openxmlformats.org/officeDocument/2006/relationships" id="2147483671" r:id="R9e088634945b45a8"/>
    <p:sldLayoutId xmlns:r="http://schemas.openxmlformats.org/officeDocument/2006/relationships" id="2147483672" r:id="R7d9b481a85fb41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f9a9990f253e486f"/>
    <p:sldLayoutId xmlns:r="http://schemas.openxmlformats.org/officeDocument/2006/relationships" id="2147483675" r:id="R4d8591011de344de"/>
    <p:sldLayoutId xmlns:r="http://schemas.openxmlformats.org/officeDocument/2006/relationships" id="2147483676" r:id="R8d9b863d0e0f4d9c"/>
    <p:sldLayoutId xmlns:r="http://schemas.openxmlformats.org/officeDocument/2006/relationships" id="2147483677" r:id="R198982d667124375"/>
    <p:sldLayoutId xmlns:r="http://schemas.openxmlformats.org/officeDocument/2006/relationships" id="2147483678" r:id="Rbdd4121751f74956"/>
    <p:sldLayoutId xmlns:r="http://schemas.openxmlformats.org/officeDocument/2006/relationships" id="2147483679" r:id="Rd156780d19cf4fcf"/>
    <p:sldLayoutId xmlns:r="http://schemas.openxmlformats.org/officeDocument/2006/relationships" id="2147483680" r:id="Re9bc0cf166ad4628"/>
    <p:sldLayoutId xmlns:r="http://schemas.openxmlformats.org/officeDocument/2006/relationships" id="2147483681" r:id="Rd13eea0116ff4fdf"/>
    <p:sldLayoutId xmlns:r="http://schemas.openxmlformats.org/officeDocument/2006/relationships" id="2147483682" r:id="Ra2aa8274643a44b4"/>
    <p:sldLayoutId xmlns:r="http://schemas.openxmlformats.org/officeDocument/2006/relationships" id="2147483683" r:id="R184220d00d044193"/>
    <p:sldLayoutId xmlns:r="http://schemas.openxmlformats.org/officeDocument/2006/relationships" id="2147483684" r:id="Rad6f898992654b26"/>
    <p:sldLayoutId xmlns:r="http://schemas.openxmlformats.org/officeDocument/2006/relationships" id="2147483685" r:id="R368998feb836479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85987496e48a6" /><Relationship Type="http://schemas.openxmlformats.org/officeDocument/2006/relationships/notesSlide" Target="/ppt/notesSlides/notesSlide1.xml" Id="Rde10365f49e6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cce1dadf2d4cd7" /><Relationship Type="http://schemas.openxmlformats.org/officeDocument/2006/relationships/image" Target="/ppt/media/image.jpeg" Id="Ra9087705b2bd416f" /><Relationship Type="http://schemas.openxmlformats.org/officeDocument/2006/relationships/image" Target="/ppt/media/image2.jpeg" Id="Rf2b591f98b8d49f8" /><Relationship Type="http://schemas.openxmlformats.org/officeDocument/2006/relationships/image" Target="/ppt/media/image3.jpeg" Id="R420cfb91a5364463" /><Relationship Type="http://schemas.openxmlformats.org/officeDocument/2006/relationships/image" Target="/ppt/media/image4.jpeg" Id="Rb4fd3e44a03449ad" /><Relationship Type="http://schemas.openxmlformats.org/officeDocument/2006/relationships/image" Target="/ppt/media/image5.jpeg" Id="Raa2f6f30f5c0436d" /><Relationship Type="http://schemas.openxmlformats.org/officeDocument/2006/relationships/image" Target="/ppt/media/image6.jpeg" Id="Rb93b2ed8223b4c27" /><Relationship Type="http://schemas.openxmlformats.org/officeDocument/2006/relationships/notesSlide" Target="/ppt/notesSlides/notesSlide2.xml" Id="R839dba50d00043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d4e9300c554b9e" /><Relationship Type="http://schemas.openxmlformats.org/officeDocument/2006/relationships/image" Target="/ppt/media/image7.jpeg" Id="R73c0036f078c4acf" /><Relationship Type="http://schemas.openxmlformats.org/officeDocument/2006/relationships/notesSlide" Target="/ppt/notesSlides/notesSlide3.xml" Id="Re870892a30a5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cfabe3c6d44ebe" /><Relationship Type="http://schemas.openxmlformats.org/officeDocument/2006/relationships/notesSlide" Target="/ppt/notesSlides/notesSlide4.xml" Id="R66c410d56edd43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3011f7ef944b5" /><Relationship Type="http://schemas.openxmlformats.org/officeDocument/2006/relationships/image" Target="/ppt/media/image8.jpeg" Id="R39b84b2f2ba1470b" /><Relationship Type="http://schemas.openxmlformats.org/officeDocument/2006/relationships/notesSlide" Target="/ppt/notesSlides/notesSlide5.xml" Id="Re2a6183801f340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194ea4791746f3" /><Relationship Type="http://schemas.openxmlformats.org/officeDocument/2006/relationships/image" Target="/ppt/media/image9.jpeg" Id="R5304a2516a74489e" /><Relationship Type="http://schemas.openxmlformats.org/officeDocument/2006/relationships/notesSlide" Target="/ppt/notesSlides/notesSlide6.xml" Id="Ra082cd9714ae45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12a1a38c634f1b" /><Relationship Type="http://schemas.openxmlformats.org/officeDocument/2006/relationships/notesSlide" Target="/ppt/notesSlides/notesSlide7.xml" Id="R72655411d3b1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ce63199de7426d" /><Relationship Type="http://schemas.openxmlformats.org/officeDocument/2006/relationships/image" Target="/ppt/media/image.png" Id="Ree24682a465e4dfe" /><Relationship Type="http://schemas.openxmlformats.org/officeDocument/2006/relationships/image" Target="/ppt/media/image2.png" Id="Ra09738e0edb14a29" /><Relationship Type="http://schemas.openxmlformats.org/officeDocument/2006/relationships/image" Target="/ppt/media/image3.png" Id="Rdd4571a87d1947ef" /><Relationship Type="http://schemas.openxmlformats.org/officeDocument/2006/relationships/notesSlide" Target="/ppt/notesSlides/notesSlide8.xml" Id="R64ede8b69a9640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ce9f80da904690" /><Relationship Type="http://schemas.openxmlformats.org/officeDocument/2006/relationships/notesSlide" Target="/ppt/notesSlides/notesSlide9.xml" Id="R0e16b9966f49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77ef1fab74ff8" /><Relationship Type="http://schemas.openxmlformats.org/officeDocument/2006/relationships/notesSlide" Target="/ppt/notesSlides/notesSlide10.xml" Id="R4ae61635526d49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839f6072464ac9" /><Relationship Type="http://schemas.openxmlformats.org/officeDocument/2006/relationships/notesSlide" Target="/ppt/notesSlides/notesSlide11.xml" Id="Rdfcb98aab18d42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18445502ec4208" /><Relationship Type="http://schemas.openxmlformats.org/officeDocument/2006/relationships/image" Target="/ppt/media/image10.jpeg" Id="R740b0e5dd6214740" /><Relationship Type="http://schemas.openxmlformats.org/officeDocument/2006/relationships/notesSlide" Target="/ppt/notesSlides/notesSlide12.xml" Id="R8f05355ea8944e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728ec9a85f84fcf" /><Relationship Type="http://schemas.openxmlformats.org/officeDocument/2006/relationships/notesSlide" Target="/ppt/notesSlides/notesSlide13.xml" Id="Rf1c0bc09cbe844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4990a051e46dc" /><Relationship Type="http://schemas.openxmlformats.org/officeDocument/2006/relationships/image" Target="/ppt/media/image11.jpeg" Id="R9379c228b7264c58" /><Relationship Type="http://schemas.openxmlformats.org/officeDocument/2006/relationships/notesSlide" Target="/ppt/notesSlides/notesSlide14.xml" Id="R122013eab2a646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15ead2a14446c5" /><Relationship Type="http://schemas.openxmlformats.org/officeDocument/2006/relationships/image" Target="/ppt/media/image12.jpeg" Id="R7c0845ae6089487a" /><Relationship Type="http://schemas.openxmlformats.org/officeDocument/2006/relationships/notesSlide" Target="/ppt/notesSlides/notesSlide15.xml" Id="R6b99e7f7fa154f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511a4ccc464e39" /><Relationship Type="http://schemas.openxmlformats.org/officeDocument/2006/relationships/notesSlide" Target="/ppt/notesSlides/notesSlide16.xml" Id="Ra13833399d774c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b06e6f1fb04432" /><Relationship Type="http://schemas.openxmlformats.org/officeDocument/2006/relationships/image" Target="/ppt/media/image4.png" Id="R0fa1c476e13d488b" /><Relationship Type="http://schemas.openxmlformats.org/officeDocument/2006/relationships/image" Target="/ppt/media/image5.png" Id="R1ed7398694df4c63" /><Relationship Type="http://schemas.openxmlformats.org/officeDocument/2006/relationships/image" Target="/ppt/media/image6.png" Id="R9c7e14b69fd741fb" /><Relationship Type="http://schemas.openxmlformats.org/officeDocument/2006/relationships/notesSlide" Target="/ppt/notesSlides/notesSlide17.xml" Id="Rb068acd556cc44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29238d15564a09" /><Relationship Type="http://schemas.openxmlformats.org/officeDocument/2006/relationships/notesSlide" Target="/ppt/notesSlides/notesSlide18.xml" Id="R249dcc610d774d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aebc3101494696" /><Relationship Type="http://schemas.openxmlformats.org/officeDocument/2006/relationships/notesSlide" Target="/ppt/notesSlides/notesSlide19.xml" Id="Rfa80e954bd3048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7e2a2dfd84ce4" /><Relationship Type="http://schemas.openxmlformats.org/officeDocument/2006/relationships/notesSlide" Target="/ppt/notesSlides/notesSlide20.xml" Id="R0c023ede069349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e2c7e947504459" /><Relationship Type="http://schemas.openxmlformats.org/officeDocument/2006/relationships/notesSlide" Target="/ppt/notesSlides/notesSlide21.xml" Id="Rf5d7a4f8dd6349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27b43bc7a14801" /><Relationship Type="http://schemas.openxmlformats.org/officeDocument/2006/relationships/image" Target="/ppt/media/image13.jpeg" Id="R9713b9a847e149fc" /><Relationship Type="http://schemas.openxmlformats.org/officeDocument/2006/relationships/notesSlide" Target="/ppt/notesSlides/notesSlide22.xml" Id="R4cd1d4c9f39140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4093cebb074100" /><Relationship Type="http://schemas.openxmlformats.org/officeDocument/2006/relationships/notesSlide" Target="/ppt/notesSlides/notesSlide23.xml" Id="Rd8b9b57f687840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86441d8d4cde" /><Relationship Type="http://schemas.openxmlformats.org/officeDocument/2006/relationships/image" Target="/ppt/media/image14.jpeg" Id="R43cea0ec1b184389" /><Relationship Type="http://schemas.openxmlformats.org/officeDocument/2006/relationships/notesSlide" Target="/ppt/notesSlides/notesSlide24.xml" Id="Rbe816e141b0b41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79e91c78bb4f2f" /><Relationship Type="http://schemas.openxmlformats.org/officeDocument/2006/relationships/image" Target="/ppt/media/image15.jpeg" Id="R38073916446d4d14" /><Relationship Type="http://schemas.openxmlformats.org/officeDocument/2006/relationships/notesSlide" Target="/ppt/notesSlides/notesSlide25.xml" Id="R4146bf472e1749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0ef81ce82841df" /><Relationship Type="http://schemas.openxmlformats.org/officeDocument/2006/relationships/notesSlide" Target="/ppt/notesSlides/notesSlide26.xml" Id="R294714405a1d4e8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447331379f4108" /><Relationship Type="http://schemas.openxmlformats.org/officeDocument/2006/relationships/notesSlide" Target="/ppt/notesSlides/notesSlide27.xml" Id="R8c721d8f6b1a45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8b0704e24b4afc" /><Relationship Type="http://schemas.openxmlformats.org/officeDocument/2006/relationships/image" Target="/ppt/media/image7.png" Id="R361a5fd464ca416a" /><Relationship Type="http://schemas.openxmlformats.org/officeDocument/2006/relationships/image" Target="/ppt/media/image8.png" Id="R737e119383904152" /><Relationship Type="http://schemas.openxmlformats.org/officeDocument/2006/relationships/notesSlide" Target="/ppt/notesSlides/notesSlide28.xml" Id="R449e24fb296241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f5bbe4277947bd" /><Relationship Type="http://schemas.openxmlformats.org/officeDocument/2006/relationships/notesSlide" Target="/ppt/notesSlides/notesSlide29.xml" Id="Rab450e9f46c54a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7f5d524304d20" /><Relationship Type="http://schemas.openxmlformats.org/officeDocument/2006/relationships/notesSlide" Target="/ppt/notesSlides/notesSlide30.xml" Id="R1319faf53e8b45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第9课｜我明天上午在学校学习  Lesson 9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第9课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我明天上午在学校学习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用“有／是”表示存在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按时间＋处所＋动词组织句子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用“第”并谈休闲活动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存现句｜时间＋处所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第｜休闲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小狗　B 电视　C 学习　D 玩　E 椅子　F 书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87705b2bd41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91f98b8d49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cfb91a53644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d3e44a03449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f6f30f5c043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b2ed8223b4c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qiánbian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前边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front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bian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边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side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jiā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家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measure word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教材提示：“前边儿”有儿化音；方位短语的“边”读轻声，“河边”的“边”读本调；“那个”口语常读nèige。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0036f078c4ac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学校前边有什么：________________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他们晚上做什么：________________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几点在哪儿见：________________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Xuéxiào qiánbian yǒu yì jiā diànyǐngyuàn.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717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学校前边有一家电影院。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Duì. Wǒmen wǎnshang qù nàge diànyǐngyuàn kàn diànyǐng ba.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对。我们晚上去那个电影院看电影吧。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Hǎo! Wǒmen qī diǎn zài diànyǐngyuàn wàibian jiàn, hǎo ma?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好！我们七点在电影院外边见，好吗？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de, wǎnshang qī diǎn jiàn!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好的，晚上七点见！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84b2f2ba1470b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nàge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那个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wàibian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外边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outside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读一读：那个｜外边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4a2516a74489e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存现句（1）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读三组句子，说说“有、是、没有”怎么用。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处所 + 有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学校前边有一家电影院。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处所 + 是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电影院前边是一家超市。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处所 + 没有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桌子上没有小猫。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07</a:t>
            </a:r>
          </a:p>
        </p:txBody>
      </p:sp>
      <p:sp>
        <p:nvSpPr>
          <p:cNvPr id="21" name="grammar-rule">
            <a:extLst xmlns:a="http://schemas.openxmlformats.org/drawingml/2006/main">
              <a:ext uri="{FF2B5EF4-FFF2-40B4-BE49-F238E27FC236}">
                <a16:creationId xmlns:a16="http://schemas.microsoft.com/office/drawing/2014/main" id="{B6F577CF-B64C-4A80-B571-36914BE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E2"/>
          </a:solidFill>
          <a:ln xmlns:a="http://schemas.openxmlformats.org/drawingml/2006/main" w="9525">
            <a:solidFill>
              <a:srgbClr val="B8C8A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1523A"/>
                </a:solidFill>
              </a:defRPr>
            </a:pPr>
            <a:r>
              <a:rPr sz="1800">
                <a:solidFill>
                  <a:srgbClr val="31523A"/>
                </a:solidFill>
              </a:rPr>
              <a:t>处所放句首，用“有／是”表示存在；“有”的否定是“没有”，且宾语前不能使用数量词语。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学校前边有什么？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桌子上有小猫吗？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电影院前边是什么？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4682a465e4dfe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738e0edb14a2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571a87d1947ef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________前边／上有什么？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________有／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没有________。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记录：记录一个有和一个没有。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时间表达、方位词：各说一例。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用语气助词“吧”说一个建议。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说出副词、时间词作状语的位置。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yǐzi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椅子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chair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shang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běn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book measure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shū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书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教材提示：“上”作方位词时读轻声shang，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其他情况读shàng。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b0e5dd621474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椅子上有（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一本书　B 一只猫　C 一个手机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这是陈天中的（　）中文书。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第一本　B 第二本　C 第三本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陈天中明天上午在哪儿学习：________________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Yǐzi shang yǒu yì běn Zhōngwén shū, nà shì shéi de shū?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431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椅子上有一本中文书，那是谁的书？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049000" cy="12192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wǒ de shū, xièxie. Zhè shì wǒ de dì-èr běn Zhōngwén shū.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是我的书，谢谢。这是我的第二本中文书。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576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Bú kèqi. Nǐ míngtiān shàngwǔ zài nǎr?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不客气。你明天上午在哪儿？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1049000" cy="11430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míngtiān shàngwǔ zài xuéxiào xuéxí.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我明天上午在学校学习。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9c228b7264c58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dì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ordinal marker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xuéxí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学习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读一读：那｜第｜学习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845ae6089487a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时间＋处所＋动词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七点 + 在外边 + 见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我们七点在电影院外边见。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下午 + 在家 + 学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安妮下午在家学中文。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明天中午 + 在学校 + 吃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陈天中明天中午在学校吃午饭。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时间词和处所词同时作状语时，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时间通常在处所前。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你明天上午在哪儿学习？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这是第几本书？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星期六你做什么？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1c476e13d488b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7398694df4c63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e14b69fd741fb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你什么时候在哪儿做什么？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我________在________做________。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记录：检查时间是否在处所前。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白天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晚上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第几个活动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汇报：________白天________，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晚上________；第一个活动是________。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用语气助词“呢”追问一句。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用介词“在”说地点。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用能愿动词“能”说能力或可能。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课文2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椅子上的书是谁的？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陈天中明天上午在哪儿学习？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做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báitiān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白天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daytime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dúshū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读书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hé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和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补充词：朋友 péngyou｜唱 chàng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教材提示：“玩儿”要读儿化音wánr。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3b9a847e149fc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杨同乐唱歌（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不太好　B 不好听　C 很好听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王一雪家有一只（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小猫　B 小狗　C 大狗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王一雪做什么：________________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Míngtiān Xīngqīliù, nǐ zuò shénme?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明天星期六，你做什么？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0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11049000" cy="819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báitiān zài jiā li dúshū, wǎnshang hé péngyoumen qù wàibian chàng gē.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我白天在家里读书，晚上和朋友们去外边唱歌。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57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57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chàng gē hěn hǎotīng.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你唱歌很好听。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Xièxie! Nín Xīngqīliù zuò shénme?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谢谢！您星期六做什么？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81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1049000" cy="819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81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zài jiā li zuò fàn, kàn diànshì, hé háizimen, xiǎo gǒu wán.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81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我在家里做饭、看电视，和孩子们、小狗玩。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yě yǒu yì zhī xiǎo gǒu.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我也有一只小狗。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ea0ec1b184389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gē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歌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song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hǎotīng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好听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pleasant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diànshì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电视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television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gǒu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狗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补充词：玩 wán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73916446d4d1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表示序数的“第”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第 + 数词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第一、第二、第三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第 + 数词 + 量词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第一个、第二本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序数 + 名词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第一个学生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“第”放在整数前表示顺序。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是　｜　B 好听　｜　C 在学校　｜　D 今天上午　｜　E 椅子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____上有一只小猫，房间外____一只小狗。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她____在家里学习。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王一雪：你唱歌很____。杨同乐：谢谢！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陈天中：你下午去哪儿？安妮：我下午还____上课。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a5fd464ca416a"/>
          <a:stretch xmlns:a="http://schemas.openxmlformats.org/drawingml/2006/main"/>
        </p:blipFill>
        <p:spPr>
          <a:xfrm xmlns:a="http://schemas.openxmlformats.org/drawingml/2006/main">
            <a:off x="857250" y="2375691"/>
            <a:ext cx="5191125" cy="153511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e119383904152"/>
          <a:stretch xmlns:a="http://schemas.openxmlformats.org/drawingml/2006/main"/>
        </p:blipFill>
        <p:spPr>
          <a:xfrm xmlns:a="http://schemas.openxmlformats.org/drawingml/2006/main">
            <a:off x="6238875" y="2018095"/>
            <a:ext cx="5286375" cy="225030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桌子上______。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孩子们______在家里______。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______一只小狗是我的，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______二只小狗是她的。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学校外边是一家小店，______。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两人分别扮演白家月和陈天中。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仿照三篇课文选择句型对话。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交换角色，完整表演一次。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角色：白家月｜陈天中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任务：仿照三篇课文的句型对话。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用本课“有／是／第／时间＋地点”等结构完成一轮对话。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杨同乐星期六做什么？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王一雪星期六做什么？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存现句、时间和处所作状语的顺序、表示序数的“第”：各说一句。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本课关键词：存现句｜时间＋处所｜第｜休闲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第9课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2026-08-22T11:26:42.5900000Z</dcterms:created>
  <dcterms:modified xsi:type="dcterms:W3CDTF">2026-08-22T11:26:42.5900000Z</dcterms:modified>
</coreProperties>
</file>