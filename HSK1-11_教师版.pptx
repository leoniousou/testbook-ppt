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078d4a64f4c8e" /><Relationship Type="http://schemas.openxmlformats.org/officeDocument/2006/relationships/extended-properties" Target="/docProps/app.xml" Id="R74efe16b64864439" /><Relationship Type="http://schemas.openxmlformats.org/officeDocument/2006/relationships/officeDocument" Target="/ppt/presentation.xml" Id="Rabcc5152818448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f7682590b4595"/>
    <p:sldMasterId xmlns:r="http://schemas.openxmlformats.org/officeDocument/2006/relationships" id="2147483661" r:id="Re31031d0858b4e4f"/>
    <p:sldMasterId xmlns:r="http://schemas.openxmlformats.org/officeDocument/2006/relationships" id="2147483673" r:id="R9d7ba94be24f4576"/>
  </p:sldMasterIdLst>
  <p:notesMasterIdLst>
    <p:notesMasterId xmlns:r="http://schemas.openxmlformats.org/officeDocument/2006/relationships" r:id="R381cf094173b419c"/>
  </p:notesMasterIdLst>
  <p:sldIdLst>
    <p:sldId xmlns:r="http://schemas.openxmlformats.org/officeDocument/2006/relationships" id="256" r:id="Re591463151174c81"/>
    <p:sldId xmlns:r="http://schemas.openxmlformats.org/officeDocument/2006/relationships" id="257" r:id="R4cf90bb2f5cb4d76"/>
    <p:sldId xmlns:r="http://schemas.openxmlformats.org/officeDocument/2006/relationships" id="258" r:id="Ra5121071c00e4d43"/>
    <p:sldId xmlns:r="http://schemas.openxmlformats.org/officeDocument/2006/relationships" id="259" r:id="Rb9dbc50b629d4cba"/>
    <p:sldId xmlns:r="http://schemas.openxmlformats.org/officeDocument/2006/relationships" id="260" r:id="R2204e52e53cc4742"/>
    <p:sldId xmlns:r="http://schemas.openxmlformats.org/officeDocument/2006/relationships" id="261" r:id="Rd3eccf8ec2754309"/>
    <p:sldId xmlns:r="http://schemas.openxmlformats.org/officeDocument/2006/relationships" id="262" r:id="R03f3f54f759c42cb"/>
    <p:sldId xmlns:r="http://schemas.openxmlformats.org/officeDocument/2006/relationships" id="263" r:id="R943c21acfd144a06"/>
    <p:sldId xmlns:r="http://schemas.openxmlformats.org/officeDocument/2006/relationships" id="264" r:id="Rab08181a4f074595"/>
    <p:sldId xmlns:r="http://schemas.openxmlformats.org/officeDocument/2006/relationships" id="265" r:id="Rc42c321e07a041ea"/>
    <p:sldId xmlns:r="http://schemas.openxmlformats.org/officeDocument/2006/relationships" id="266" r:id="R1a1095690c19438e"/>
    <p:sldId xmlns:r="http://schemas.openxmlformats.org/officeDocument/2006/relationships" id="267" r:id="R0da5aafe12ad4845"/>
    <p:sldId xmlns:r="http://schemas.openxmlformats.org/officeDocument/2006/relationships" id="268" r:id="Ra9efc9951af14ce3"/>
    <p:sldId xmlns:r="http://schemas.openxmlformats.org/officeDocument/2006/relationships" id="269" r:id="Rcfc46fcb5c054abe"/>
    <p:sldId xmlns:r="http://schemas.openxmlformats.org/officeDocument/2006/relationships" id="270" r:id="Re09458217d1942bd"/>
    <p:sldId xmlns:r="http://schemas.openxmlformats.org/officeDocument/2006/relationships" id="271" r:id="R8ac306a1360f4ce6"/>
    <p:sldId xmlns:r="http://schemas.openxmlformats.org/officeDocument/2006/relationships" id="272" r:id="R1477385cd8234a3b"/>
    <p:sldId xmlns:r="http://schemas.openxmlformats.org/officeDocument/2006/relationships" id="273" r:id="Reecef6beb37347be"/>
    <p:sldId xmlns:r="http://schemas.openxmlformats.org/officeDocument/2006/relationships" id="274" r:id="R38ba0e25da5c4f3c"/>
    <p:sldId xmlns:r="http://schemas.openxmlformats.org/officeDocument/2006/relationships" id="275" r:id="R32065246118244d9"/>
    <p:sldId xmlns:r="http://schemas.openxmlformats.org/officeDocument/2006/relationships" id="276" r:id="R42297f56e8cc4089"/>
    <p:sldId xmlns:r="http://schemas.openxmlformats.org/officeDocument/2006/relationships" id="277" r:id="Rb94801a9bbd24caf"/>
    <p:sldId xmlns:r="http://schemas.openxmlformats.org/officeDocument/2006/relationships" id="278" r:id="Rc9402ed51ea34032"/>
    <p:sldId xmlns:r="http://schemas.openxmlformats.org/officeDocument/2006/relationships" id="279" r:id="R78377762739c4c87"/>
    <p:sldId xmlns:r="http://schemas.openxmlformats.org/officeDocument/2006/relationships" id="280" r:id="Rea6488135dae464b"/>
    <p:sldId xmlns:r="http://schemas.openxmlformats.org/officeDocument/2006/relationships" id="281" r:id="R21d51b94cc4840ce"/>
    <p:sldId xmlns:r="http://schemas.openxmlformats.org/officeDocument/2006/relationships" id="282" r:id="R9115eb1bbe244380"/>
    <p:sldId xmlns:r="http://schemas.openxmlformats.org/officeDocument/2006/relationships" id="283" r:id="Re1cf5391b4784722"/>
    <p:sldId xmlns:r="http://schemas.openxmlformats.org/officeDocument/2006/relationships" id="284" r:id="Ref9c0872b90146a3"/>
    <p:sldId xmlns:r="http://schemas.openxmlformats.org/officeDocument/2006/relationships" id="285" r:id="Racae1c4ded7f4e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973f6ee7654a8e" /><Relationship Type="http://schemas.openxmlformats.org/officeDocument/2006/relationships/slideMaster" Target="/ppt/slideMasters/slideMaster1.xml" Id="Rf77f7682590b4595" /><Relationship Type="http://schemas.openxmlformats.org/officeDocument/2006/relationships/slideMaster" Target="/ppt/slideMasters/slideMaster2.xml" Id="Re31031d0858b4e4f" /><Relationship Type="http://schemas.openxmlformats.org/officeDocument/2006/relationships/slideMaster" Target="/ppt/slideMasters/slideMaster3.xml" Id="R9d7ba94be24f4576" /><Relationship Type="http://schemas.openxmlformats.org/officeDocument/2006/relationships/notesMaster" Target="/ppt/notesMasters/notesMaster1.xml" Id="R381cf094173b419c" /><Relationship Type="http://schemas.openxmlformats.org/officeDocument/2006/relationships/presProps" Target="/ppt/presProps.xml" Id="Rc794f6e42c094bec" /><Relationship Type="http://schemas.openxmlformats.org/officeDocument/2006/relationships/viewProps" Target="/ppt/viewProps.xml" Id="Rbced1af07009428e" /><Relationship Type="http://schemas.openxmlformats.org/officeDocument/2006/relationships/tableStyles" Target="/ppt/tableStyles.xml" Id="R779bd9f6be06402d" /><Relationship Type="http://schemas.openxmlformats.org/officeDocument/2006/relationships/slide" Target="/ppt/slides/slide1.xml" Id="Re591463151174c81" /><Relationship Type="http://schemas.openxmlformats.org/officeDocument/2006/relationships/slide" Target="/ppt/slides/slide2.xml" Id="R4cf90bb2f5cb4d76" /><Relationship Type="http://schemas.openxmlformats.org/officeDocument/2006/relationships/slide" Target="/ppt/slides/slide3.xml" Id="Ra5121071c00e4d43" /><Relationship Type="http://schemas.openxmlformats.org/officeDocument/2006/relationships/slide" Target="/ppt/slides/slide4.xml" Id="Rb9dbc50b629d4cba" /><Relationship Type="http://schemas.openxmlformats.org/officeDocument/2006/relationships/slide" Target="/ppt/slides/slide5.xml" Id="R2204e52e53cc4742" /><Relationship Type="http://schemas.openxmlformats.org/officeDocument/2006/relationships/slide" Target="/ppt/slides/slide6.xml" Id="Rd3eccf8ec2754309" /><Relationship Type="http://schemas.openxmlformats.org/officeDocument/2006/relationships/slide" Target="/ppt/slides/slide7.xml" Id="R03f3f54f759c42cb" /><Relationship Type="http://schemas.openxmlformats.org/officeDocument/2006/relationships/slide" Target="/ppt/slides/slide8.xml" Id="R943c21acfd144a06" /><Relationship Type="http://schemas.openxmlformats.org/officeDocument/2006/relationships/slide" Target="/ppt/slides/slide9.xml" Id="Rab08181a4f074595" /><Relationship Type="http://schemas.openxmlformats.org/officeDocument/2006/relationships/slide" Target="/ppt/slides/slide10.xml" Id="Rc42c321e07a041ea" /><Relationship Type="http://schemas.openxmlformats.org/officeDocument/2006/relationships/slide" Target="/ppt/slides/slide11.xml" Id="R1a1095690c19438e" /><Relationship Type="http://schemas.openxmlformats.org/officeDocument/2006/relationships/slide" Target="/ppt/slides/slide12.xml" Id="R0da5aafe12ad4845" /><Relationship Type="http://schemas.openxmlformats.org/officeDocument/2006/relationships/slide" Target="/ppt/slides/slide13.xml" Id="Ra9efc9951af14ce3" /><Relationship Type="http://schemas.openxmlformats.org/officeDocument/2006/relationships/slide" Target="/ppt/slides/slide14.xml" Id="Rcfc46fcb5c054abe" /><Relationship Type="http://schemas.openxmlformats.org/officeDocument/2006/relationships/slide" Target="/ppt/slides/slide15.xml" Id="Re09458217d1942bd" /><Relationship Type="http://schemas.openxmlformats.org/officeDocument/2006/relationships/slide" Target="/ppt/slides/slide16.xml" Id="R8ac306a1360f4ce6" /><Relationship Type="http://schemas.openxmlformats.org/officeDocument/2006/relationships/slide" Target="/ppt/slides/slide17.xml" Id="R1477385cd8234a3b" /><Relationship Type="http://schemas.openxmlformats.org/officeDocument/2006/relationships/slide" Target="/ppt/slides/slide18.xml" Id="Reecef6beb37347be" /><Relationship Type="http://schemas.openxmlformats.org/officeDocument/2006/relationships/slide" Target="/ppt/slides/slide19.xml" Id="R38ba0e25da5c4f3c" /><Relationship Type="http://schemas.openxmlformats.org/officeDocument/2006/relationships/slide" Target="/ppt/slides/slide20.xml" Id="R32065246118244d9" /><Relationship Type="http://schemas.openxmlformats.org/officeDocument/2006/relationships/slide" Target="/ppt/slides/slide21.xml" Id="R42297f56e8cc4089" /><Relationship Type="http://schemas.openxmlformats.org/officeDocument/2006/relationships/slide" Target="/ppt/slides/slide22.xml" Id="Rb94801a9bbd24caf" /><Relationship Type="http://schemas.openxmlformats.org/officeDocument/2006/relationships/slide" Target="/ppt/slides/slide23.xml" Id="Rc9402ed51ea34032" /><Relationship Type="http://schemas.openxmlformats.org/officeDocument/2006/relationships/slide" Target="/ppt/slides/slide24.xml" Id="R78377762739c4c87" /><Relationship Type="http://schemas.openxmlformats.org/officeDocument/2006/relationships/slide" Target="/ppt/slides/slide25.xml" Id="Rea6488135dae464b" /><Relationship Type="http://schemas.openxmlformats.org/officeDocument/2006/relationships/slide" Target="/ppt/slides/slide26.xml" Id="R21d51b94cc4840ce" /><Relationship Type="http://schemas.openxmlformats.org/officeDocument/2006/relationships/slide" Target="/ppt/slides/slide27.xml" Id="R9115eb1bbe244380" /><Relationship Type="http://schemas.openxmlformats.org/officeDocument/2006/relationships/slide" Target="/ppt/slides/slide28.xml" Id="Re1cf5391b4784722" /><Relationship Type="http://schemas.openxmlformats.org/officeDocument/2006/relationships/slide" Target="/ppt/slides/slide29.xml" Id="Ref9c0872b90146a3" /><Relationship Type="http://schemas.openxmlformats.org/officeDocument/2006/relationships/slide" Target="/ppt/slides/slide30.xml" Id="Racae1c4ded7f4e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ffab0a693e34c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ab58e315b4f2a" /><Relationship Type="http://schemas.openxmlformats.org/officeDocument/2006/relationships/notesMaster" Target="/ppt/notesMasters/notesMaster1.xml" Id="R2d40f505bd41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91d2a3381b43e0" /><Relationship Type="http://schemas.openxmlformats.org/officeDocument/2006/relationships/notesMaster" Target="/ppt/notesMasters/notesMaster1.xml" Id="R79c50540051c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124c054244047" /><Relationship Type="http://schemas.openxmlformats.org/officeDocument/2006/relationships/notesMaster" Target="/ppt/notesMasters/notesMaster1.xml" Id="R390d48e047c54b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3606857c024e2c" /><Relationship Type="http://schemas.openxmlformats.org/officeDocument/2006/relationships/notesMaster" Target="/ppt/notesMasters/notesMaster1.xml" Id="R5ca67b8aef8c47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c327afca5841eb" /><Relationship Type="http://schemas.openxmlformats.org/officeDocument/2006/relationships/notesMaster" Target="/ppt/notesMasters/notesMaster1.xml" Id="R915028055070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b05e579dd423c" /><Relationship Type="http://schemas.openxmlformats.org/officeDocument/2006/relationships/notesMaster" Target="/ppt/notesMasters/notesMaster1.xml" Id="Rdc37389de48445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1bd2c16c81478d" /><Relationship Type="http://schemas.openxmlformats.org/officeDocument/2006/relationships/notesMaster" Target="/ppt/notesMasters/notesMaster1.xml" Id="R8d5b2c79b8424c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7307ed3d624f55" /><Relationship Type="http://schemas.openxmlformats.org/officeDocument/2006/relationships/notesMaster" Target="/ppt/notesMasters/notesMaster1.xml" Id="R59f9a90a54304c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9f608522b24bde" /><Relationship Type="http://schemas.openxmlformats.org/officeDocument/2006/relationships/notesMaster" Target="/ppt/notesMasters/notesMaster1.xml" Id="Rc7c81da7f01d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ae72af86464a8f" /><Relationship Type="http://schemas.openxmlformats.org/officeDocument/2006/relationships/notesMaster" Target="/ppt/notesMasters/notesMaster1.xml" Id="R492632bfa0a74b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d092b204f74695" /><Relationship Type="http://schemas.openxmlformats.org/officeDocument/2006/relationships/notesMaster" Target="/ppt/notesMasters/notesMaster1.xml" Id="R917398af6ea440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a233bf7e74117" /><Relationship Type="http://schemas.openxmlformats.org/officeDocument/2006/relationships/notesMaster" Target="/ppt/notesMasters/notesMaster1.xml" Id="R53b822cc56ac47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a867dfaf084ef0" /><Relationship Type="http://schemas.openxmlformats.org/officeDocument/2006/relationships/notesMaster" Target="/ppt/notesMasters/notesMaster1.xml" Id="Rcb0e521e675e40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3c8eb8695d48a2" /><Relationship Type="http://schemas.openxmlformats.org/officeDocument/2006/relationships/notesMaster" Target="/ppt/notesMasters/notesMaster1.xml" Id="R085b4c465f5340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abb073dc444502" /><Relationship Type="http://schemas.openxmlformats.org/officeDocument/2006/relationships/notesMaster" Target="/ppt/notesMasters/notesMaster1.xml" Id="R2e3bc51b48e34d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351157b63d4916" /><Relationship Type="http://schemas.openxmlformats.org/officeDocument/2006/relationships/notesMaster" Target="/ppt/notesMasters/notesMaster1.xml" Id="R4842e739ab604d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2f05527091492f" /><Relationship Type="http://schemas.openxmlformats.org/officeDocument/2006/relationships/notesMaster" Target="/ppt/notesMasters/notesMaster1.xml" Id="R63a554423b8846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abbf27ca724d60" /><Relationship Type="http://schemas.openxmlformats.org/officeDocument/2006/relationships/notesMaster" Target="/ppt/notesMasters/notesMaster1.xml" Id="Rc083d7aa6b754e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31606be0b34dc5" /><Relationship Type="http://schemas.openxmlformats.org/officeDocument/2006/relationships/notesMaster" Target="/ppt/notesMasters/notesMaster1.xml" Id="R125b6dcec9ff45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4ab8a7afae41dd" /><Relationship Type="http://schemas.openxmlformats.org/officeDocument/2006/relationships/notesMaster" Target="/ppt/notesMasters/notesMaster1.xml" Id="R5fa4619a844444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aec3d4bbea4b0e" /><Relationship Type="http://schemas.openxmlformats.org/officeDocument/2006/relationships/notesMaster" Target="/ppt/notesMasters/notesMaster1.xml" Id="R409b213edb4743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697b83d00349df" /><Relationship Type="http://schemas.openxmlformats.org/officeDocument/2006/relationships/notesMaster" Target="/ppt/notesMasters/notesMaster1.xml" Id="Raa6509f18e124f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94de5b1afa46c3" /><Relationship Type="http://schemas.openxmlformats.org/officeDocument/2006/relationships/notesMaster" Target="/ppt/notesMasters/notesMaster1.xml" Id="R29cd7265db7040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4e660ca4184946" /><Relationship Type="http://schemas.openxmlformats.org/officeDocument/2006/relationships/notesMaster" Target="/ppt/notesMasters/notesMaster1.xml" Id="Rc1549939e7114e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63747a3d524646" /><Relationship Type="http://schemas.openxmlformats.org/officeDocument/2006/relationships/notesMaster" Target="/ppt/notesMasters/notesMaster1.xml" Id="R3e277044c03c4f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b219c473b14f3f" /><Relationship Type="http://schemas.openxmlformats.org/officeDocument/2006/relationships/notesMaster" Target="/ppt/notesMasters/notesMaster1.xml" Id="Rbfd79cc59a274d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a37a7ef5be425c" /><Relationship Type="http://schemas.openxmlformats.org/officeDocument/2006/relationships/notesMaster" Target="/ppt/notesMasters/notesMaster1.xml" Id="R1a097a02468c48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8150dc5b004d0e" /><Relationship Type="http://schemas.openxmlformats.org/officeDocument/2006/relationships/notesMaster" Target="/ppt/notesMasters/notesMaster1.xml" Id="Ra43ff36c078e4f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e5d35ddc524e9e" /><Relationship Type="http://schemas.openxmlformats.org/officeDocument/2006/relationships/notesMaster" Target="/ppt/notesMasters/notesMaster1.xml" Id="R7f53ebf8f51e4db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ed18daa3cc40dc" /><Relationship Type="http://schemas.openxmlformats.org/officeDocument/2006/relationships/notesMaster" Target="/ppt/notesMasters/notesMaster1.xml" Id="Rfb00483bdcd3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【课时定位】第1课时｜全课导入</a:t>
            </a:r>
          </a:p>
          <a:p xmlns:a="http://schemas.openxmlformats.org/drawingml/2006/main">
            <a:r>
              <a:t>【本页目标】学生能用自己的话说出本课核心学习任务。</a:t>
            </a:r>
          </a:p>
          <a:p xmlns:a="http://schemas.openxmlformats.org/drawingml/2006/main">
            <a:r>
              <a:t>【建议用时】3分钟；时间不足时保留学生产出与检查。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【教学顺序】读课题→读目标→说已知词→进入热身。</a:t>
            </a:r>
          </a:p>
          <a:p xmlns:a="http://schemas.openxmlformats.org/drawingml/2006/main">
            <a:r>
              <a:t>【教师动作/话术】指课题逐项追问；不会时只指目标，不提前讲规则。</a:t>
            </a:r>
          </a:p>
          <a:p xmlns:a="http://schemas.openxmlformats.org/drawingml/2006/main">
            <a:r>
              <a:t>【学生任务】读课题，说说你认识哪些词。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【常见问题】只读课题不说目标→指三项目标关键词→学生复述一项目标。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【教材来源】教材印刷P.78（PDF第92页）；教材目标：能听懂并使用三种结构表达正在做的事情；能听懂并使用正反问句进行提问；掌握能愿动词“要”表达想做、打算做的用法。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【答案/检查标准】1-D 饭店；2-F 大学生；3-A 开车；4-E 找；5-C 问；6-B 睡觉</a:t>
            </a:r>
            <a:endParaRPr/>
          </a:p>
          <a:p xmlns:a="http://schemas.openxmlformats.org/drawingml/2006/main">
            <a:r>
              <a:t>【教材来源】教材印刷P.78（PDF第92页）。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【答案/检查标准】时候 shíhou；饭店 fàndiàn；知道 zhīdao；正在 zhèngzài；检查读音，并用其中一词说完整短句。</a:t>
            </a:r>
            <a:endParaRPr/>
          </a:p>
          <a:p xmlns:a="http://schemas.openxmlformats.org/drawingml/2006/main">
            <a:r>
              <a:t>【教材来源】教材印刷P.79（PDF第93页）。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【教师动作/话术】教材音频11-1未嵌入。教师朗读两遍：第一遍自然语速完整朗读，全文后停5秒；第二遍逐句朗读，每句后停2秒。朗读稿：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场景：李文在找饭店，王一飞给他打电话。</a:t>
            </a:r>
          </a:p>
          <a:p xmlns:a="http://schemas.openxmlformats.org/drawingml/2006/main">
            <a:r>
              <a:t>王一飞：喂，李文，你什么时候能到饭店？</a:t>
            </a:r>
          </a:p>
          <a:p xmlns:a="http://schemas.openxmlformats.org/drawingml/2006/main">
            <a:r>
              <a:t>李文：还不知道，正在找呢。它是不是在超市后边？</a:t>
            </a:r>
          </a:p>
          <a:p xmlns:a="http://schemas.openxmlformats.org/drawingml/2006/main">
            <a:r>
              <a:t>王一飞：是的。你开车没开车？</a:t>
            </a:r>
          </a:p>
          <a:p xmlns:a="http://schemas.openxmlformats.org/drawingml/2006/main">
            <a:r>
              <a:t>李文：我没开车，坐车呢。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李文还没到饭店。”；证据：“王一飞问：你什么时候能到饭店？李文回答：还不知道，正在找呢。”；2.完整答案是“饭店在超市后边。”；证据：“李文问：它是不是在超市后边？王一飞回答：是的。”；3.完整答案是“李文没开车，他坐车呢。”；教材要点：没开车；坐车呢；证据：“李文：我没开车，坐车呢。”；可接受同义完整句，关键信息须一致。</a:t>
            </a:r>
          </a:p>
          <a:p xmlns:a="http://schemas.openxmlformats.org/drawingml/2006/main">
            <a:r>
              <a:t>【教材来源】教材印刷P.79（PDF第93页），课文1；3题均为教师设计的课文证据题；实际音频状态：未嵌入，使用教师朗读。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【教材来源】教材印刷P.79（PDF第93页）。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【答案/检查标准】找 zhǎo；开车 kāichē；车 chē；检查读音，并用其中一词说完整短句。</a:t>
            </a:r>
            <a:endParaRPr/>
          </a:p>
          <a:p xmlns:a="http://schemas.openxmlformats.org/drawingml/2006/main">
            <a:r>
              <a:t>【教材来源】教材印刷P.79（PDF第93页）。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【本页目标】学生能理解并使用正反问句。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【答案/检查标准】动词用“V不V／V没V”，形容词用“A不A”形成正反问。</a:t>
            </a:r>
            <a:endParaRPr/>
          </a:p>
          <a:p xmlns:a="http://schemas.openxmlformats.org/drawingml/2006/main">
            <a:r>
              <a:t>【教材来源】教材印刷P.80（PDF第94页）。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【答案/检查标准】1.是，他正在找饭店。；2.我没开车。；3.衣服不贵。</a:t>
            </a:r>
            <a:endParaRPr/>
          </a:p>
          <a:p xmlns:a="http://schemas.openxmlformats.org/drawingml/2006/main">
            <a:r>
              <a:t>【教材来源】教材印刷P.80（PDF第94页）；教师设计补充；依据本课课文、语言点与教材练习。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是不是在找饭店？／你去不去超市？／你忙不忙？；回答可接受：是／不是，我在找________。／我去／不去________。／我忙／不忙。；记录要求：从三个问题中选一个，记录同伴的完整回答。</a:t>
            </a:r>
            <a:endParaRPr/>
          </a:p>
          <a:p xmlns:a="http://schemas.openxmlformats.org/drawingml/2006/main">
            <a:r>
              <a:t>【教材来源】印P.79/PDF93；教师设计补充；依据本课课文、语言点与教材练习。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【答案/检查标准】1.李文还没到饭店。；2.饭店在超市后边。；3.李文没开车，他坐车呢。；开放题同义且含目标结构即可。</a:t>
            </a:r>
            <a:endParaRPr/>
          </a:p>
          <a:p xmlns:a="http://schemas.openxmlformats.org/drawingml/2006/main">
            <a:r>
              <a:t>【教材来源】教材印刷P.79（PDF第93页）；教师设计补充；依据本课课文、语言点与教材练习。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【教材来源】教材印刷P.81（PDF第95页）；教师设计补充；依据本课课文、语言点与教材练习。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【答案/检查标准】在 zài；读 dú；大学 dàxué；检查读音，并用其中一词说完整短句。</a:t>
            </a:r>
            <a:endParaRPr/>
          </a:p>
          <a:p xmlns:a="http://schemas.openxmlformats.org/drawingml/2006/main">
            <a:r>
              <a:t>【教材来源】教材印刷P.81（PDF第95页）。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【教师动作/话术】教材音频11-3未嵌入。教师朗读两遍：第一遍自然语速完整朗读，全文后停5秒；第二遍逐句朗读，每句后停2秒。朗读稿：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场景：王一飞和李文见面后聊天。</a:t>
            </a:r>
          </a:p>
          <a:p xmlns:a="http://schemas.openxmlformats.org/drawingml/2006/main">
            <a:r>
              <a:t>王一飞：你还在读大学吗？</a:t>
            </a:r>
          </a:p>
          <a:p xmlns:a="http://schemas.openxmlformats.org/drawingml/2006/main">
            <a:r>
              <a:t>李文：对，我读大学呢，还是大学生。</a:t>
            </a:r>
          </a:p>
          <a:p xmlns:a="http://schemas.openxmlformats.org/drawingml/2006/main">
            <a:r>
              <a:t>王一飞：你们学习忙不忙？</a:t>
            </a:r>
          </a:p>
          <a:p xmlns:a="http://schemas.openxmlformats.org/drawingml/2006/main">
            <a:r>
              <a:t>李文：非常忙，我学医，我们的课很多。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李文在读大学。”；证据：“王一飞问：你还在读大学吗？李文回答：对，我读大学呢，还是大学生。”；2.完整答案是“李文很忙，有很多课。”；证据：“李文：非常忙，我学医，我们的课很多。”；3.完整答案是“李文学医，课很多，所以很忙。”；证据：“李文：非常忙，我学医，我们的课很多。”；可接受同义完整句，关键信息须一致。</a:t>
            </a:r>
          </a:p>
          <a:p xmlns:a="http://schemas.openxmlformats.org/drawingml/2006/main">
            <a:r>
              <a:t>【教材来源】教材印刷P.80（PDF第94页）、教材印刷P.81（PDF第95页），课文2；其中2题为教材选择题，1题为教师设计的课文证据题；实际音频状态：未嵌入，使用教师朗读。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【教材来源】教材印刷P.81（PDF第95页）。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【答案/检查标准】大学生 dàxuéshēng；学 xué；医 yī；检查读音，并用其中一词说完整短句。</a:t>
            </a:r>
            <a:endParaRPr/>
          </a:p>
          <a:p xmlns:a="http://schemas.openxmlformats.org/drawingml/2006/main">
            <a:r>
              <a:t>【教材来源】教材印刷P.81（PDF第95页）。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【本页目标】学生能使用在／正在＋动词（＋呢）。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【答案/检查标准】在／正在放在动词前表示动作正在进行；也可用“动词＋呢”；否定用没（有）。</a:t>
            </a:r>
            <a:endParaRPr/>
          </a:p>
          <a:p xmlns:a="http://schemas.openxmlformats.org/drawingml/2006/main">
            <a:r>
              <a:t>【教材来源】教材印刷P.82（PDF第96页）。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【答案/检查标准】1.他在睡觉呢。；2.她正在学习。；3.他不去超市。</a:t>
            </a:r>
            <a:endParaRPr/>
          </a:p>
          <a:p xmlns:a="http://schemas.openxmlformats.org/drawingml/2006/main">
            <a:r>
              <a:t>【教材来源】教材印刷P.82（PDF第96页）；教师设计补充；依据本课课文、语言点与教材练习。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【答案/检查标准】提问可接受：你正在做什么？同伴正在做什么？；回答可接受：我正在________；同伴正在________。；记录要求：记录两个当前动作。</a:t>
            </a:r>
            <a:endParaRPr/>
          </a:p>
          <a:p xmlns:a="http://schemas.openxmlformats.org/drawingml/2006/main">
            <a:r>
              <a:t>【教材来源】教材印刷P.81（PDF第95页）；教师设计补充；依据本课课文、语言点与教材练习。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【教材来源】教材印刷P.81（PDF第95页）；教师设计补充；依据本课课文、语言点与教材练习。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【答案/检查标准】1.李文在读大学。；2.学生们正在上课。；3.弟弟正在睡觉呢。；开放题同义且含目标结构即可。</a:t>
            </a:r>
            <a:endParaRPr/>
          </a:p>
          <a:p xmlns:a="http://schemas.openxmlformats.org/drawingml/2006/main">
            <a:r>
              <a:t>【教材来源】教材印刷P.81（PDF第95页）；教师设计补充；依据本课课文、语言点与教材练习。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【本页目标】学生能复现前两课时并预测课文三。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【教学顺序】回忆→同桌核对→看标题预测。</a:t>
            </a:r>
            <a:endParaRPr/>
          </a:p>
          <a:p xmlns:a="http://schemas.openxmlformats.org/drawingml/2006/main">
            <a:r>
              <a:t>【教师动作/话术】先让学生说，再用关键词补足。</a:t>
            </a:r>
            <a:endParaRPr/>
          </a:p>
          <a:p xmlns:a="http://schemas.openxmlformats.org/drawingml/2006/main">
            <a:r>
              <a:t>【学生任务】说出两个旧句，再预测课文三。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【答案/检查标准】至少说出两个旧句和一个合理预测。</a:t>
            </a:r>
            <a:endParaRPr/>
          </a:p>
          <a:p xmlns:a="http://schemas.openxmlformats.org/drawingml/2006/main">
            <a:r>
              <a:t>【教材来源】教材印刷P.83（PDF第97页）；教师设计补充；依据本课课文、语言点与教材练习。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【答案/检查标准】弟弟 dìdi；起床 qǐchuáng；睡觉 shuìjiào；睡 shuì；那里 nàli；哪里 nǎli；检查读音，并用其中一词说完整短句。</a:t>
            </a:r>
            <a:endParaRPr/>
          </a:p>
          <a:p xmlns:a="http://schemas.openxmlformats.org/drawingml/2006/main">
            <a:r>
              <a:t>【教材来源】教材印刷P.83（PDF第97页）。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【教师动作/话术】教材音频11-5未嵌入。教师朗读两遍：第一遍自然语速完整朗读，全文后停5秒；第二遍逐句朗读，每句后停2秒。朗读稿：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场景：星期六早上，刘明上班前和女儿对话。</a:t>
            </a:r>
          </a:p>
          <a:p xmlns:a="http://schemas.openxmlformats.org/drawingml/2006/main">
            <a:r>
              <a:t>刘明：弟弟起床没起床呢？</a:t>
            </a:r>
          </a:p>
          <a:p xmlns:a="http://schemas.openxmlformats.org/drawingml/2006/main">
            <a:r>
              <a:t>刘小雪：没起床呢，还在睡觉。</a:t>
            </a:r>
          </a:p>
          <a:p xmlns:a="http://schemas.openxmlformats.org/drawingml/2006/main">
            <a:r>
              <a:t>刘明：还睡呢？他今天去不去那里？</a:t>
            </a:r>
          </a:p>
          <a:p xmlns:a="http://schemas.openxmlformats.org/drawingml/2006/main">
            <a:r>
              <a:t>刘小雪：去哪里？</a:t>
            </a:r>
          </a:p>
          <a:p xmlns:a="http://schemas.openxmlformats.org/drawingml/2006/main">
            <a:r>
              <a:t>刘明：去超市。</a:t>
            </a:r>
          </a:p>
          <a:p xmlns:a="http://schemas.openxmlformats.org/drawingml/2006/main">
            <a:r>
              <a:t>刘小雪：我昨天问他，他对我说，他不去，他今天要和小朋友玩。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弟弟正在睡觉。”；证据：“刘明：弟弟起床没起床呢？；刘小雪：没起床呢，还在睡觉。”；2.完整答案是“爸爸问姐姐，弟弟去不去超市。”；证据：“爸爸刘明问姐姐刘小雪弟弟去不去超市；刘小雪转述：他不去。”；3.完整答案是“弟弟今天要和小朋友玩。”；证据：“刘小雪：我昨天问他，他对我说，他不去，他今天要和小朋友玩。”；可接受同义完整句，关键信息须一致。</a:t>
            </a:r>
          </a:p>
          <a:p xmlns:a="http://schemas.openxmlformats.org/drawingml/2006/main">
            <a:r>
              <a:t>【教材来源】教材印刷P.82（PDF第96页）、教材印刷P.83（PDF第97页），课文3；其中2题为教材选择题，1题为教师设计的课文证据题；实际音频状态：未嵌入，使用教师朗读。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【教材来源】教材印刷P.83（PDF第97页）。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【答案/检查标准】昨天 zuótiān；问 wèn；对 duì；说 shuō；要 yào；小朋友 xiǎopéngyou；检查读音，并用其中一词说完整短句。</a:t>
            </a:r>
            <a:endParaRPr/>
          </a:p>
          <a:p xmlns:a="http://schemas.openxmlformats.org/drawingml/2006/main">
            <a:r>
              <a:t>【教材来源】教材印刷P.83（PDF第97页）。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【本页目标】学生能使用能愿动词“要”。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【答案/检查标准】“要”放在动词前，表示想做或打算做。</a:t>
            </a:r>
            <a:endParaRPr/>
          </a:p>
          <a:p xmlns:a="http://schemas.openxmlformats.org/drawingml/2006/main">
            <a:r>
              <a:t>【教材来源】教材印刷P.84（PDF第98页）。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【答案/检查标准】1.你去不去超市？；2.她没在看电视，正在学习呢。；3.弟弟：姐姐，我们去那里玩吧，好不好？姐姐：我不去，我要读书。；4.妈妈：爸爸在做什么？孩子：他在睡觉呢。</a:t>
            </a:r>
          </a:p>
          <a:p xmlns:a="http://schemas.openxmlformats.org/drawingml/2006/main">
            <a:r>
              <a:t>【教材来源】教材印刷P.84（PDF第98页）。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【答案/检查标准】1.我们去超市。；2.桌子上有没有书？；3.弟弟没在睡觉，在学习呢，他明天要上课。；4.她没在看电视，正在读书。</a:t>
            </a:r>
          </a:p>
          <a:p xmlns:a="http://schemas.openxmlformats.org/drawingml/2006/main">
            <a:r>
              <a:t>【教材来源】教材印刷P.85（PDF第99页）。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【课时定位】第3课时｜活动</a:t>
            </a:r>
            <a:endParaRPr/>
          </a:p>
          <a:p xmlns:a="http://schemas.openxmlformats.org/drawingml/2006/main">
            <a:r>
              <a:t>【本页目标】按材料完成活动并分享。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【教学顺序】读材料→完成→分享→核对。</a:t>
            </a:r>
            <a:endParaRPr/>
          </a:p>
          <a:p xmlns:a="http://schemas.openxmlformats.org/drawingml/2006/main">
            <a:r>
              <a:t>【教师动作/话术】示范一轮；巡视后抽查个人产出。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【常见问题】漏步骤→回到当前步→个人重做。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【教材来源】印P.85/PDF99；教材活动改编：双人活动：两人一组，互相问答做不做某事。小语的例子：A：你去不去吃午饭？B：我不去。A：你在做什么？B：我在学中文呢。你学不学？……。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【答案/检查标准】1.弟弟没起床，还在睡觉。；2.弟弟今天要和小朋友玩。；3.你看不看电视？；开放题同义且含目标结构即可。</a:t>
            </a:r>
            <a:endParaRPr/>
          </a:p>
          <a:p xmlns:a="http://schemas.openxmlformats.org/drawingml/2006/main">
            <a:r>
              <a:t>【教材来源】教材印刷P.83（PDF第97页）；本页为教师设计的形成性出口题，依据本课目标与教材练习。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9dfd468364d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1af572e5241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10033f4264e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daee6511140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cfaacdb9e46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968ab94944e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93127595748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92c8f76ec432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e560ea10948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e56f6339b48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f5cc272e641e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f2a155fb84e3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07727c46304c5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73745174e1453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d61e833eec4a0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3c3d4bc6f9479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2e84c933e34b0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f45d443b754b8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b4e111dc39470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062040c5bf46c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d6814c05f4456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4420ff1024463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3405ceacd84b6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d915e5bbbc84c1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b77c817b394a8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5378bd2ef42461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06418fdac3a494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d3bfa6386d416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d74dcf5b81484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343c08e48144b9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f6445585b84fb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e452ae0780c43a0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45b564d04340dd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79db5087ee462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714061a26ef412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1e8d1cdb974797" /><Relationship Type="http://schemas.openxmlformats.org/officeDocument/2006/relationships/slideLayout" Target="/ppt/slideLayouts/slideLayout1.xml" Id="Rad363671939d4d31" /><Relationship Type="http://schemas.openxmlformats.org/officeDocument/2006/relationships/slideLayout" Target="/ppt/slideLayouts/slideLayout2.xml" Id="Re14fea5ad1d441de" /><Relationship Type="http://schemas.openxmlformats.org/officeDocument/2006/relationships/slideLayout" Target="/ppt/slideLayouts/slideLayout3.xml" Id="R7c509902dd104f63" /><Relationship Type="http://schemas.openxmlformats.org/officeDocument/2006/relationships/slideLayout" Target="/ppt/slideLayouts/slideLayout4.xml" Id="Rcec68cb7340f4fdb" /><Relationship Type="http://schemas.openxmlformats.org/officeDocument/2006/relationships/slideLayout" Target="/ppt/slideLayouts/slideLayout5.xml" Id="R45d0902acd3f4cda" /><Relationship Type="http://schemas.openxmlformats.org/officeDocument/2006/relationships/slideLayout" Target="/ppt/slideLayouts/slideLayout6.xml" Id="Rd9f8c3f6c90f4eb3" /><Relationship Type="http://schemas.openxmlformats.org/officeDocument/2006/relationships/slideLayout" Target="/ppt/slideLayouts/slideLayout7.xml" Id="R19eaeea838804169" /><Relationship Type="http://schemas.openxmlformats.org/officeDocument/2006/relationships/slideLayout" Target="/ppt/slideLayouts/slideLayout8.xml" Id="R3c99889891014fe5" /><Relationship Type="http://schemas.openxmlformats.org/officeDocument/2006/relationships/slideLayout" Target="/ppt/slideLayouts/slideLayout9.xml" Id="Rb0346e2c295747cb" /><Relationship Type="http://schemas.openxmlformats.org/officeDocument/2006/relationships/slideLayout" Target="/ppt/slideLayouts/slideLayout10.xml" Id="Ra2a7a9960f2f45fc" /><Relationship Type="http://schemas.openxmlformats.org/officeDocument/2006/relationships/slideLayout" Target="/ppt/slideLayouts/slideLayout11.xml" Id="Rd288d51ba3194565" /><Relationship Type="http://schemas.openxmlformats.org/officeDocument/2006/relationships/slideLayout" Target="/ppt/slideLayouts/slideLayout12.xml" Id="R773ae3e91aff4f7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4f2a8b69f3f4256" /><Relationship Type="http://schemas.openxmlformats.org/officeDocument/2006/relationships/slideLayout" Target="/ppt/slideLayouts/slideLayout13.xml" Id="Rf2f86193ccf9445d" /><Relationship Type="http://schemas.openxmlformats.org/officeDocument/2006/relationships/slideLayout" Target="/ppt/slideLayouts/slideLayout14.xml" Id="Rb73eeb3520664f4c" /><Relationship Type="http://schemas.openxmlformats.org/officeDocument/2006/relationships/slideLayout" Target="/ppt/slideLayouts/slideLayout15.xml" Id="Rd1987e49bb6d4b8e" /><Relationship Type="http://schemas.openxmlformats.org/officeDocument/2006/relationships/slideLayout" Target="/ppt/slideLayouts/slideLayout16.xml" Id="R925460cc85134a62" /><Relationship Type="http://schemas.openxmlformats.org/officeDocument/2006/relationships/slideLayout" Target="/ppt/slideLayouts/slideLayout17.xml" Id="R5c1c837e74fe4e14" /><Relationship Type="http://schemas.openxmlformats.org/officeDocument/2006/relationships/slideLayout" Target="/ppt/slideLayouts/slideLayout18.xml" Id="Ref8e2437109e4791" /><Relationship Type="http://schemas.openxmlformats.org/officeDocument/2006/relationships/slideLayout" Target="/ppt/slideLayouts/slideLayout19.xml" Id="Rcea83750c0cb4868" /><Relationship Type="http://schemas.openxmlformats.org/officeDocument/2006/relationships/slideLayout" Target="/ppt/slideLayouts/slideLayout20.xml" Id="Rd5131a2813114d7f" /><Relationship Type="http://schemas.openxmlformats.org/officeDocument/2006/relationships/slideLayout" Target="/ppt/slideLayouts/slideLayout21.xml" Id="R6394900e4ecd4736" /><Relationship Type="http://schemas.openxmlformats.org/officeDocument/2006/relationships/slideLayout" Target="/ppt/slideLayouts/slideLayout22.xml" Id="R8043e95035574b41" /><Relationship Type="http://schemas.openxmlformats.org/officeDocument/2006/relationships/slideLayout" Target="/ppt/slideLayouts/slideLayout23.xml" Id="Re7fb7ebdbbec492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8d105f396814e51" /><Relationship Type="http://schemas.openxmlformats.org/officeDocument/2006/relationships/slideLayout" Target="/ppt/slideLayouts/slideLayout24.xml" Id="R1a747375222144bb" /><Relationship Type="http://schemas.openxmlformats.org/officeDocument/2006/relationships/slideLayout" Target="/ppt/slideLayouts/slideLayout25.xml" Id="R761ec1a7b6eb4d09" /><Relationship Type="http://schemas.openxmlformats.org/officeDocument/2006/relationships/slideLayout" Target="/ppt/slideLayouts/slideLayout26.xml" Id="R52a3cf0396a94d06" /><Relationship Type="http://schemas.openxmlformats.org/officeDocument/2006/relationships/slideLayout" Target="/ppt/slideLayouts/slideLayout27.xml" Id="R7285bcdc152d4f42" /><Relationship Type="http://schemas.openxmlformats.org/officeDocument/2006/relationships/slideLayout" Target="/ppt/slideLayouts/slideLayout28.xml" Id="R0b13ebf9a1cf41cb" /><Relationship Type="http://schemas.openxmlformats.org/officeDocument/2006/relationships/slideLayout" Target="/ppt/slideLayouts/slideLayout29.xml" Id="Rd675e922707d440d" /><Relationship Type="http://schemas.openxmlformats.org/officeDocument/2006/relationships/slideLayout" Target="/ppt/slideLayouts/slideLayout30.xml" Id="Rf30c11d65922423c" /><Relationship Type="http://schemas.openxmlformats.org/officeDocument/2006/relationships/slideLayout" Target="/ppt/slideLayouts/slideLayout31.xml" Id="Rdd8a6e16ceca4649" /><Relationship Type="http://schemas.openxmlformats.org/officeDocument/2006/relationships/slideLayout" Target="/ppt/slideLayouts/slideLayout32.xml" Id="R203702a3f5d0413d" /><Relationship Type="http://schemas.openxmlformats.org/officeDocument/2006/relationships/slideLayout" Target="/ppt/slideLayouts/slideLayout33.xml" Id="R1fc10047aa204111" /><Relationship Type="http://schemas.openxmlformats.org/officeDocument/2006/relationships/slideLayout" Target="/ppt/slideLayouts/slideLayout34.xml" Id="R673792acda9f4b37" /><Relationship Type="http://schemas.openxmlformats.org/officeDocument/2006/relationships/slideLayout" Target="/ppt/slideLayouts/slideLayout35.xml" Id="R3885b0f2c9ca49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63671939d4d31"/>
    <p:sldLayoutId xmlns:r="http://schemas.openxmlformats.org/officeDocument/2006/relationships" id="2147483650" r:id="Re14fea5ad1d441de"/>
    <p:sldLayoutId xmlns:r="http://schemas.openxmlformats.org/officeDocument/2006/relationships" id="2147483651" r:id="R7c509902dd104f63"/>
    <p:sldLayoutId xmlns:r="http://schemas.openxmlformats.org/officeDocument/2006/relationships" id="2147483652" r:id="Rcec68cb7340f4fdb"/>
    <p:sldLayoutId xmlns:r="http://schemas.openxmlformats.org/officeDocument/2006/relationships" id="2147483653" r:id="R45d0902acd3f4cda"/>
    <p:sldLayoutId xmlns:r="http://schemas.openxmlformats.org/officeDocument/2006/relationships" id="2147483654" r:id="Rd9f8c3f6c90f4eb3"/>
    <p:sldLayoutId xmlns:r="http://schemas.openxmlformats.org/officeDocument/2006/relationships" id="2147483655" r:id="R19eaeea838804169"/>
    <p:sldLayoutId xmlns:r="http://schemas.openxmlformats.org/officeDocument/2006/relationships" id="2147483656" r:id="R3c99889891014fe5"/>
    <p:sldLayoutId xmlns:r="http://schemas.openxmlformats.org/officeDocument/2006/relationships" id="2147483657" r:id="Rb0346e2c295747cb"/>
    <p:sldLayoutId xmlns:r="http://schemas.openxmlformats.org/officeDocument/2006/relationships" id="2147483658" r:id="Ra2a7a9960f2f45fc"/>
    <p:sldLayoutId xmlns:r="http://schemas.openxmlformats.org/officeDocument/2006/relationships" id="2147483659" r:id="Rd288d51ba3194565"/>
    <p:sldLayoutId xmlns:r="http://schemas.openxmlformats.org/officeDocument/2006/relationships" id="2147483660" r:id="R773ae3e91aff4f7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f2f86193ccf9445d"/>
    <p:sldLayoutId xmlns:r="http://schemas.openxmlformats.org/officeDocument/2006/relationships" id="2147483663" r:id="Rb73eeb3520664f4c"/>
    <p:sldLayoutId xmlns:r="http://schemas.openxmlformats.org/officeDocument/2006/relationships" id="2147483664" r:id="Rd1987e49bb6d4b8e"/>
    <p:sldLayoutId xmlns:r="http://schemas.openxmlformats.org/officeDocument/2006/relationships" id="2147483665" r:id="R925460cc85134a62"/>
    <p:sldLayoutId xmlns:r="http://schemas.openxmlformats.org/officeDocument/2006/relationships" id="2147483666" r:id="R5c1c837e74fe4e14"/>
    <p:sldLayoutId xmlns:r="http://schemas.openxmlformats.org/officeDocument/2006/relationships" id="2147483667" r:id="Ref8e2437109e4791"/>
    <p:sldLayoutId xmlns:r="http://schemas.openxmlformats.org/officeDocument/2006/relationships" id="2147483668" r:id="Rcea83750c0cb4868"/>
    <p:sldLayoutId xmlns:r="http://schemas.openxmlformats.org/officeDocument/2006/relationships" id="2147483669" r:id="Rd5131a2813114d7f"/>
    <p:sldLayoutId xmlns:r="http://schemas.openxmlformats.org/officeDocument/2006/relationships" id="2147483670" r:id="R6394900e4ecd4736"/>
    <p:sldLayoutId xmlns:r="http://schemas.openxmlformats.org/officeDocument/2006/relationships" id="2147483671" r:id="R8043e95035574b41"/>
    <p:sldLayoutId xmlns:r="http://schemas.openxmlformats.org/officeDocument/2006/relationships" id="2147483672" r:id="Re7fb7ebdbbec492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1a747375222144bb"/>
    <p:sldLayoutId xmlns:r="http://schemas.openxmlformats.org/officeDocument/2006/relationships" id="2147483675" r:id="R761ec1a7b6eb4d09"/>
    <p:sldLayoutId xmlns:r="http://schemas.openxmlformats.org/officeDocument/2006/relationships" id="2147483676" r:id="R52a3cf0396a94d06"/>
    <p:sldLayoutId xmlns:r="http://schemas.openxmlformats.org/officeDocument/2006/relationships" id="2147483677" r:id="R7285bcdc152d4f42"/>
    <p:sldLayoutId xmlns:r="http://schemas.openxmlformats.org/officeDocument/2006/relationships" id="2147483678" r:id="R0b13ebf9a1cf41cb"/>
    <p:sldLayoutId xmlns:r="http://schemas.openxmlformats.org/officeDocument/2006/relationships" id="2147483679" r:id="Rd675e922707d440d"/>
    <p:sldLayoutId xmlns:r="http://schemas.openxmlformats.org/officeDocument/2006/relationships" id="2147483680" r:id="Rf30c11d65922423c"/>
    <p:sldLayoutId xmlns:r="http://schemas.openxmlformats.org/officeDocument/2006/relationships" id="2147483681" r:id="Rdd8a6e16ceca4649"/>
    <p:sldLayoutId xmlns:r="http://schemas.openxmlformats.org/officeDocument/2006/relationships" id="2147483682" r:id="R203702a3f5d0413d"/>
    <p:sldLayoutId xmlns:r="http://schemas.openxmlformats.org/officeDocument/2006/relationships" id="2147483683" r:id="R1fc10047aa204111"/>
    <p:sldLayoutId xmlns:r="http://schemas.openxmlformats.org/officeDocument/2006/relationships" id="2147483684" r:id="R673792acda9f4b37"/>
    <p:sldLayoutId xmlns:r="http://schemas.openxmlformats.org/officeDocument/2006/relationships" id="2147483685" r:id="R3885b0f2c9ca49f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576e348bc4013" /><Relationship Type="http://schemas.openxmlformats.org/officeDocument/2006/relationships/notesSlide" Target="/ppt/notesSlides/notesSlide1.xml" Id="R94aa3044058143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4724f6a89e402c" /><Relationship Type="http://schemas.openxmlformats.org/officeDocument/2006/relationships/image" Target="/ppt/media/image.jpeg" Id="Ra09b7847f8e64bef" /><Relationship Type="http://schemas.openxmlformats.org/officeDocument/2006/relationships/image" Target="/ppt/media/image2.jpeg" Id="R57f184195ea644c4" /><Relationship Type="http://schemas.openxmlformats.org/officeDocument/2006/relationships/image" Target="/ppt/media/image3.jpeg" Id="R6ac60c39434145b5" /><Relationship Type="http://schemas.openxmlformats.org/officeDocument/2006/relationships/image" Target="/ppt/media/image4.jpeg" Id="Ra19c93e5a91a4aba" /><Relationship Type="http://schemas.openxmlformats.org/officeDocument/2006/relationships/image" Target="/ppt/media/image5.jpeg" Id="R79b7497cdadb43ab" /><Relationship Type="http://schemas.openxmlformats.org/officeDocument/2006/relationships/image" Target="/ppt/media/image6.jpeg" Id="Rcf8a6732861f4bbe" /><Relationship Type="http://schemas.openxmlformats.org/officeDocument/2006/relationships/notesSlide" Target="/ppt/notesSlides/notesSlide2.xml" Id="R3887e9a1c32f46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6009326c984f4f" /><Relationship Type="http://schemas.openxmlformats.org/officeDocument/2006/relationships/image" Target="/ppt/media/image7.jpeg" Id="R17b34e8ee6694db4" /><Relationship Type="http://schemas.openxmlformats.org/officeDocument/2006/relationships/notesSlide" Target="/ppt/notesSlides/notesSlide3.xml" Id="Rf58f5412a6334e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b5c1c6632b4fbc" /><Relationship Type="http://schemas.openxmlformats.org/officeDocument/2006/relationships/notesSlide" Target="/ppt/notesSlides/notesSlide4.xml" Id="R7a780fe7142f4b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2992fd7d84083" /><Relationship Type="http://schemas.openxmlformats.org/officeDocument/2006/relationships/image" Target="/ppt/media/image8.jpeg" Id="R9c86c7362fd049de" /><Relationship Type="http://schemas.openxmlformats.org/officeDocument/2006/relationships/notesSlide" Target="/ppt/notesSlides/notesSlide5.xml" Id="R1689bb3dcb7d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958ae863ed40ce" /><Relationship Type="http://schemas.openxmlformats.org/officeDocument/2006/relationships/image" Target="/ppt/media/image9.jpeg" Id="R74fc11ba077f47e5" /><Relationship Type="http://schemas.openxmlformats.org/officeDocument/2006/relationships/notesSlide" Target="/ppt/notesSlides/notesSlide6.xml" Id="R0695a9830867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30080830b14854" /><Relationship Type="http://schemas.openxmlformats.org/officeDocument/2006/relationships/notesSlide" Target="/ppt/notesSlides/notesSlide7.xml" Id="Rcf4702ccfda646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defe08c4924d92" /><Relationship Type="http://schemas.openxmlformats.org/officeDocument/2006/relationships/image" Target="/ppt/media/image.png" Id="R3d9a440d76b34db4" /><Relationship Type="http://schemas.openxmlformats.org/officeDocument/2006/relationships/image" Target="/ppt/media/image2.png" Id="Rbe3d242a0fad4d60" /><Relationship Type="http://schemas.openxmlformats.org/officeDocument/2006/relationships/image" Target="/ppt/media/image3.png" Id="R3c2c3b2f026542f9" /><Relationship Type="http://schemas.openxmlformats.org/officeDocument/2006/relationships/notesSlide" Target="/ppt/notesSlides/notesSlide8.xml" Id="R15689e9233e4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9d434a9a5e4c4d" /><Relationship Type="http://schemas.openxmlformats.org/officeDocument/2006/relationships/notesSlide" Target="/ppt/notesSlides/notesSlide9.xml" Id="R53ba267e25074b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6e0367b094fe7" /><Relationship Type="http://schemas.openxmlformats.org/officeDocument/2006/relationships/notesSlide" Target="/ppt/notesSlides/notesSlide10.xml" Id="R0f7785d8a36c4d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387fb1c9ed4726" /><Relationship Type="http://schemas.openxmlformats.org/officeDocument/2006/relationships/notesSlide" Target="/ppt/notesSlides/notesSlide11.xml" Id="R0b94d7d1ea3b4a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dac0aabc0a45ca" /><Relationship Type="http://schemas.openxmlformats.org/officeDocument/2006/relationships/image" Target="/ppt/media/image10.jpeg" Id="Rc37d908795f6407f" /><Relationship Type="http://schemas.openxmlformats.org/officeDocument/2006/relationships/notesSlide" Target="/ppt/notesSlides/notesSlide12.xml" Id="Rd7a54ee7279449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b66a0aad2246c1" /><Relationship Type="http://schemas.openxmlformats.org/officeDocument/2006/relationships/notesSlide" Target="/ppt/notesSlides/notesSlide13.xml" Id="R40501a659e4c4b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9c2b78e54537" /><Relationship Type="http://schemas.openxmlformats.org/officeDocument/2006/relationships/image" Target="/ppt/media/image11.jpeg" Id="R5e1fd9d28e804e01" /><Relationship Type="http://schemas.openxmlformats.org/officeDocument/2006/relationships/notesSlide" Target="/ppt/notesSlides/notesSlide14.xml" Id="R80bdc6ba4a7842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baebb1d6914432" /><Relationship Type="http://schemas.openxmlformats.org/officeDocument/2006/relationships/image" Target="/ppt/media/image12.jpeg" Id="R8fd1c6d4663844a4" /><Relationship Type="http://schemas.openxmlformats.org/officeDocument/2006/relationships/notesSlide" Target="/ppt/notesSlides/notesSlide15.xml" Id="Rdc7e2ca33d624c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9726b2945b4e89" /><Relationship Type="http://schemas.openxmlformats.org/officeDocument/2006/relationships/notesSlide" Target="/ppt/notesSlides/notesSlide16.xml" Id="R2fd3d22d2e3047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691d3e31eb4a65" /><Relationship Type="http://schemas.openxmlformats.org/officeDocument/2006/relationships/image" Target="/ppt/media/image4.png" Id="Rd4f2baa4e4764069" /><Relationship Type="http://schemas.openxmlformats.org/officeDocument/2006/relationships/image" Target="/ppt/media/image5.png" Id="R5e679a39952244dc" /><Relationship Type="http://schemas.openxmlformats.org/officeDocument/2006/relationships/image" Target="/ppt/media/image6.png" Id="Rfe01312f1ec44301" /><Relationship Type="http://schemas.openxmlformats.org/officeDocument/2006/relationships/notesSlide" Target="/ppt/notesSlides/notesSlide17.xml" Id="R2a06c2f6bb634a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b1d15dea674c97" /><Relationship Type="http://schemas.openxmlformats.org/officeDocument/2006/relationships/notesSlide" Target="/ppt/notesSlides/notesSlide18.xml" Id="R210027121b8b4d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8d4a85f4e248a3" /><Relationship Type="http://schemas.openxmlformats.org/officeDocument/2006/relationships/notesSlide" Target="/ppt/notesSlides/notesSlide19.xml" Id="Ra4fd6d3080c743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42f6ad8014914" /><Relationship Type="http://schemas.openxmlformats.org/officeDocument/2006/relationships/notesSlide" Target="/ppt/notesSlides/notesSlide20.xml" Id="R5c46cdcfb3374f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a649c0db184acd" /><Relationship Type="http://schemas.openxmlformats.org/officeDocument/2006/relationships/notesSlide" Target="/ppt/notesSlides/notesSlide21.xml" Id="Rc5ac375976b749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32ed62e44347ae" /><Relationship Type="http://schemas.openxmlformats.org/officeDocument/2006/relationships/image" Target="/ppt/media/image13.jpeg" Id="R992ffb0df9664ac0" /><Relationship Type="http://schemas.openxmlformats.org/officeDocument/2006/relationships/notesSlide" Target="/ppt/notesSlides/notesSlide22.xml" Id="Ra4f19c8f7c2f4a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c9319138584798" /><Relationship Type="http://schemas.openxmlformats.org/officeDocument/2006/relationships/notesSlide" Target="/ppt/notesSlides/notesSlide23.xml" Id="Ra03a3c119b7d49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cd8e3b014d00" /><Relationship Type="http://schemas.openxmlformats.org/officeDocument/2006/relationships/image" Target="/ppt/media/image14.jpeg" Id="Re6287de44ce4445e" /><Relationship Type="http://schemas.openxmlformats.org/officeDocument/2006/relationships/notesSlide" Target="/ppt/notesSlides/notesSlide24.xml" Id="R406f0403adff48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d1c5d618f44761" /><Relationship Type="http://schemas.openxmlformats.org/officeDocument/2006/relationships/image" Target="/ppt/media/image15.jpeg" Id="R0d347ce3f4b74452" /><Relationship Type="http://schemas.openxmlformats.org/officeDocument/2006/relationships/notesSlide" Target="/ppt/notesSlides/notesSlide25.xml" Id="Rbd1ca3c6b9a148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98f38f422949ab" /><Relationship Type="http://schemas.openxmlformats.org/officeDocument/2006/relationships/notesSlide" Target="/ppt/notesSlides/notesSlide26.xml" Id="R7153c8d466dc4a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b26d807dcf4151" /><Relationship Type="http://schemas.openxmlformats.org/officeDocument/2006/relationships/notesSlide" Target="/ppt/notesSlides/notesSlide27.xml" Id="R314596d381d542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4654fe39944aea" /><Relationship Type="http://schemas.openxmlformats.org/officeDocument/2006/relationships/image" Target="/ppt/media/image7.png" Id="R2ff1a17098174694" /><Relationship Type="http://schemas.openxmlformats.org/officeDocument/2006/relationships/image" Target="/ppt/media/image8.png" Id="R11d007379fd5457a" /><Relationship Type="http://schemas.openxmlformats.org/officeDocument/2006/relationships/notesSlide" Target="/ppt/notesSlides/notesSlide28.xml" Id="Ra561edb0fda04f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c718976eeb47f2" /><Relationship Type="http://schemas.openxmlformats.org/officeDocument/2006/relationships/notesSlide" Target="/ppt/notesSlides/notesSlide29.xml" Id="Rbeb73bec24514e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1175c47a14a05" /><Relationship Type="http://schemas.openxmlformats.org/officeDocument/2006/relationships/notesSlide" Target="/ppt/notesSlides/notesSlide30.xml" Id="R1a921d752bf84f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第11课｜我读大学呢  Lesson 11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第11课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我读大学呢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用三种结构表达正在进行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用正反问句提问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用“要”表达意愿或打算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正反问｜在／正在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呢｜要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开车　B 睡觉　C 问　D 饭店　E 找　F 大学生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b7847f8e64b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84195ea644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60c39434145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c93e5a91a4a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497cdadb43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a6732861f4b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shíhou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时候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fàndiàn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饭店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restaurant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zhīdao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知道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know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zhèngzài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正在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读一读：时候｜饭店｜知道｜正在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34e8ee6694db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李文到饭店了吗：________________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饭店在哪儿：________________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李文开车了吗：________________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Wèi, Lǐ Wén, nǐ shénme shíhou néng dào fàndiàn?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43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喂，李文，你什么时候能到饭店？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049000" cy="12192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Hái bù zhīdào, zhèngzài zhǎo ne. Tā shì bu shì zài chāoshì hòubian?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还不知道，正在找呢。它是不是在超市后边？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57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de. Nǐ kāichē méi kāichē?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是的。你开车没开车？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11049000" cy="11430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méi kāichē, zuò chē ne.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我没开车，坐车呢。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6c7362fd049de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zhǎo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找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look for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kāichē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开车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chē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车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读一读：找｜开车｜车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c11ba077f47e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正反问句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是不是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它是不是在超市后边？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好看不好看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这件衣服好看不好看？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去没去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你去没去学校？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他是不是在找饭店？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你开车没开车？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衣服贵不贵？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a440d76b34db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d242a0fad4d60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c3b2f026542f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你是不是在找饭店？／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你去不去超市？／你忙不忙？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是／不是，我在找________。／我去／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不去________。／我忙／不忙。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记录：从三个问题中选一个，记录同伴的完整回答。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李文到饭店了吗？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饭店在哪儿？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李文开车了吗？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本课关键词：正反问｜在／正在｜呢｜要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在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dú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读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dàxué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大学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university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读一读：在｜读｜大学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d908795f6407f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李文（　）读大学。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不　B 没　C 在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李文很忙，有很多（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课　B 书　C 椅子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他为什么忙：________________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hái zài dú dàxué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你还在读大学吗？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Duì, wǒ dú dàxué ne, hái shì dàxuéshēng.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对，我读大学呢，还是大学生。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王一飞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Nǐmen xuéxí máng bu máng?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52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你们学习忙不忙？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0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Fēicháng máng, wǒ xué yī, wǒmen de kè hěn duō.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非常忙，我学医，我们的课很多。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fd9d28e804e01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dàxuéshēng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大学生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xué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医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medicine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读一读：大学生｜学｜医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1c6d4663844a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在／正在＋动词（＋呢）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在／正在 + 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学生们正在上课。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 + 动词 + 呢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学生们在上课呢。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动词 + 呢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我们读书呢。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在／正在放在动词前表示动作正在进行；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也可用“动词＋呢”；否定用没（有）。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他在做什么？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她正在做什么？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他去不去超市？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2baa4e476406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79a39952244dc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1312f1ec44301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你正在做什么？同伴正在做什么？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我正在________；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同伴正在________。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记录：记录两个当前动作。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正在做什么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同伴在做什么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去不去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汇报：________正在________，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同伴正在________，去／不去________。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李文（　）读大学。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不　B 没　C 在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学生们正在上课怎么说？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本课关键词：正反问｜在／正在｜呢｜要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说出两个旧句，再预测课文三。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课文一、二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用语言点一说一句。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用语言点二说一句。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预测课文三的场景。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复现两句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dìdi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younger brother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qǐchuáng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起床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get up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shuìjiào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睡觉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sleep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shuì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睡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sleep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补充词：那里 nàli｜哪里 nǎli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ffb0df9664ac0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弟弟正在（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玩　B 起床　C 睡觉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爸爸问姐姐，弟弟（　）超市。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在　B 去　C 去不去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弟弟今天要做什么：________________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Dìdi qǐchuáng méi qǐchuáng ne?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弟弟起床没起床呢？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刘小雪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Méi qǐchuáng ne, hái zài shuìjiào.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24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没起床呢，还在睡觉。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81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Hái shuì ne? Tā jīntiān qù bu qù nàli?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956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还睡呢？他今天去不去那里？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刘小雪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528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Qù nǎli?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去哪里？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4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244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Qù chāoshì.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38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去超市。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95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刘小雪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9725"/>
            <a:ext cx="11049000" cy="8667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95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zuótiān wèn tā, tā duì wǒ shuō, tā bú qù, tā jīntiān yào hé xiǎopéngyou wán.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我昨天问他，他对我说，他不去，他今天要和小朋友玩。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87de44ce4445e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zuótiān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昨天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yesterday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wèn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问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对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towards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shuō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say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补充词：要 yào｜小朋友 xiǎopéngyou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47ce3f4b74452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能愿动词“要”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要 + 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他今天要玩。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要 + 去 + 地点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妈妈要去超市。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要 + 在 + 地点 + 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白家月要在家里学中文。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“要”放在动词前，表示想做或打算做。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那里　｜　B 睡觉　｜　C 去不去　｜　D 要　｜　E 正在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你____超市？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她没在看电视，____学习呢。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弟弟：姐姐，我们去____玩吧，好不好？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姐姐：我不去，我____读书。</a:t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妈妈：爸爸在做什么？孩子：他在____呢。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1a17098174694"/>
          <a:stretch xmlns:a="http://schemas.openxmlformats.org/drawingml/2006/main"/>
        </p:blipFill>
        <p:spPr>
          <a:xfrm xmlns:a="http://schemas.openxmlformats.org/drawingml/2006/main">
            <a:off x="857250" y="2230258"/>
            <a:ext cx="5191125" cy="1825983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007379fd5457a"/>
          <a:stretch xmlns:a="http://schemas.openxmlformats.org/drawingml/2006/main"/>
        </p:blipFill>
        <p:spPr>
          <a:xfrm xmlns:a="http://schemas.openxmlformats.org/drawingml/2006/main">
            <a:off x="6238875" y="2018095"/>
            <a:ext cx="5286375" cy="225030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我们______。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桌子上______书？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弟弟______睡觉，在学习呢，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他明天______。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她______看电视，______。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两人各选一件熟悉的事情。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用“做不做……”轮流提问。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真实回答，再交换角色。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976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A：你去不去吃午饭？ B：我不去。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A：你在做什么？ B：我在学中文呢。你学不学？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两人轮流：先问“做不做……”，再追问“在做什么”。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弟弟起床没起床？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弟弟今天要做什么？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说一个正反问句。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本课关键词：正反问｜在／正在｜呢｜要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第11课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2026-08-22T14:22:38.2860000Z</dcterms:created>
  <dcterms:modified xsi:type="dcterms:W3CDTF">2026-08-22T14:22:38.2860000Z</dcterms:modified>
</coreProperties>
</file>