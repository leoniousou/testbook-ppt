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1abf68d8214f17" /><Relationship Type="http://schemas.openxmlformats.org/officeDocument/2006/relationships/extended-properties" Target="/docProps/app.xml" Id="R169239bd307b45c0" /><Relationship Type="http://schemas.openxmlformats.org/officeDocument/2006/relationships/officeDocument" Target="/ppt/presentation.xml" Id="R2fec2d933c6449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4e58f779314fea"/>
    <p:sldMasterId xmlns:r="http://schemas.openxmlformats.org/officeDocument/2006/relationships" id="2147483661" r:id="Ra4a6f8532db547a3"/>
    <p:sldMasterId xmlns:r="http://schemas.openxmlformats.org/officeDocument/2006/relationships" id="2147483673" r:id="R6ed3882ba79642b9"/>
  </p:sldMasterIdLst>
  <p:notesMasterIdLst>
    <p:notesMasterId xmlns:r="http://schemas.openxmlformats.org/officeDocument/2006/relationships" r:id="R8e82b2dc595045a0"/>
  </p:notesMasterIdLst>
  <p:sldIdLst>
    <p:sldId xmlns:r="http://schemas.openxmlformats.org/officeDocument/2006/relationships" id="256" r:id="Ra31f8f4074f04da7"/>
    <p:sldId xmlns:r="http://schemas.openxmlformats.org/officeDocument/2006/relationships" id="257" r:id="R3f4b0f28058243c9"/>
    <p:sldId xmlns:r="http://schemas.openxmlformats.org/officeDocument/2006/relationships" id="258" r:id="R31d598b8dbfa41f9"/>
    <p:sldId xmlns:r="http://schemas.openxmlformats.org/officeDocument/2006/relationships" id="259" r:id="R96b57773c1894739"/>
    <p:sldId xmlns:r="http://schemas.openxmlformats.org/officeDocument/2006/relationships" id="260" r:id="Rd4dcc1e6cf3f4b83"/>
    <p:sldId xmlns:r="http://schemas.openxmlformats.org/officeDocument/2006/relationships" id="261" r:id="Rc420fbabaa7c4f8b"/>
    <p:sldId xmlns:r="http://schemas.openxmlformats.org/officeDocument/2006/relationships" id="262" r:id="R9d74a22fd03a48c9"/>
    <p:sldId xmlns:r="http://schemas.openxmlformats.org/officeDocument/2006/relationships" id="263" r:id="Rd3b1138016b34fef"/>
    <p:sldId xmlns:r="http://schemas.openxmlformats.org/officeDocument/2006/relationships" id="264" r:id="R84180fb89f604231"/>
    <p:sldId xmlns:r="http://schemas.openxmlformats.org/officeDocument/2006/relationships" id="265" r:id="Rd75897030b38425a"/>
    <p:sldId xmlns:r="http://schemas.openxmlformats.org/officeDocument/2006/relationships" id="266" r:id="Rc73573b031df473a"/>
    <p:sldId xmlns:r="http://schemas.openxmlformats.org/officeDocument/2006/relationships" id="267" r:id="Rd20a6a1c47914ca9"/>
    <p:sldId xmlns:r="http://schemas.openxmlformats.org/officeDocument/2006/relationships" id="268" r:id="Ra04c0d4cac314ff4"/>
    <p:sldId xmlns:r="http://schemas.openxmlformats.org/officeDocument/2006/relationships" id="269" r:id="R1f33cabb2a7448cc"/>
    <p:sldId xmlns:r="http://schemas.openxmlformats.org/officeDocument/2006/relationships" id="270" r:id="Rf83a8dd0fbca495a"/>
    <p:sldId xmlns:r="http://schemas.openxmlformats.org/officeDocument/2006/relationships" id="271" r:id="R94b7e49d10d04be3"/>
    <p:sldId xmlns:r="http://schemas.openxmlformats.org/officeDocument/2006/relationships" id="272" r:id="R7ffb079031824411"/>
    <p:sldId xmlns:r="http://schemas.openxmlformats.org/officeDocument/2006/relationships" id="273" r:id="R00c231c24a184a7a"/>
    <p:sldId xmlns:r="http://schemas.openxmlformats.org/officeDocument/2006/relationships" id="274" r:id="R61b5c05ba8c04f0e"/>
    <p:sldId xmlns:r="http://schemas.openxmlformats.org/officeDocument/2006/relationships" id="275" r:id="Rfdc63bed03e9477a"/>
    <p:sldId xmlns:r="http://schemas.openxmlformats.org/officeDocument/2006/relationships" id="276" r:id="R8fbb9e38a5574328"/>
    <p:sldId xmlns:r="http://schemas.openxmlformats.org/officeDocument/2006/relationships" id="277" r:id="Rb14d86036c1d42d2"/>
    <p:sldId xmlns:r="http://schemas.openxmlformats.org/officeDocument/2006/relationships" id="278" r:id="Rc853bfce53614fd9"/>
    <p:sldId xmlns:r="http://schemas.openxmlformats.org/officeDocument/2006/relationships" id="279" r:id="R6402a39d6db34240"/>
    <p:sldId xmlns:r="http://schemas.openxmlformats.org/officeDocument/2006/relationships" id="280" r:id="Rb7b35078ca8a4642"/>
    <p:sldId xmlns:r="http://schemas.openxmlformats.org/officeDocument/2006/relationships" id="281" r:id="R32a569860de241bb"/>
    <p:sldId xmlns:r="http://schemas.openxmlformats.org/officeDocument/2006/relationships" id="282" r:id="R4cb89df6eefc49f5"/>
    <p:sldId xmlns:r="http://schemas.openxmlformats.org/officeDocument/2006/relationships" id="283" r:id="R127d219e56ae47ed"/>
    <p:sldId xmlns:r="http://schemas.openxmlformats.org/officeDocument/2006/relationships" id="284" r:id="R9f45ca9186334ded"/>
    <p:sldId xmlns:r="http://schemas.openxmlformats.org/officeDocument/2006/relationships" id="285" r:id="Rcbb99e25496d4208"/>
    <p:sldId xmlns:r="http://schemas.openxmlformats.org/officeDocument/2006/relationships" id="286" r:id="Ra41d71a84c20421d"/>
    <p:sldId xmlns:r="http://schemas.openxmlformats.org/officeDocument/2006/relationships" id="287" r:id="R60039d69d7a34e6c"/>
    <p:sldId xmlns:r="http://schemas.openxmlformats.org/officeDocument/2006/relationships" id="288" r:id="R4c42dacfa0154815"/>
    <p:sldId xmlns:r="http://schemas.openxmlformats.org/officeDocument/2006/relationships" id="289" r:id="R5cc5301773ce4c51"/>
    <p:sldId xmlns:r="http://schemas.openxmlformats.org/officeDocument/2006/relationships" id="290" r:id="Raaa8106c5ab641db"/>
    <p:sldId xmlns:r="http://schemas.openxmlformats.org/officeDocument/2006/relationships" id="291" r:id="R33e03f5c2caf4966"/>
    <p:sldId xmlns:r="http://schemas.openxmlformats.org/officeDocument/2006/relationships" id="292" r:id="R54acf135a799493c"/>
    <p:sldId xmlns:r="http://schemas.openxmlformats.org/officeDocument/2006/relationships" id="293" r:id="R2da0729ce8694768"/>
    <p:sldId xmlns:r="http://schemas.openxmlformats.org/officeDocument/2006/relationships" id="294" r:id="R9aadeee41caa4415"/>
    <p:sldId xmlns:r="http://schemas.openxmlformats.org/officeDocument/2006/relationships" id="295" r:id="R207a4c571ea3448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5EC00C2-0887-405E-A094-2DD42646EF0A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rgbClr val="9CBDA8"/>
              </a:solidFill>
              <a:prstDash val="solid"/>
            </a:ln>
          </a:left>
          <a:right>
            <a:ln w="9525" cmpd="sng">
              <a:solidFill>
                <a:srgbClr val="9CBDA8"/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insideH>
          <a:insideV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rgbClr val="9CBDA8">
              <a:lumMod val="40000"/>
              <a:lumOff val="60000"/>
              <a:alpha val="25000"/>
            </a:srgbClr>
          </a:solidFill>
        </a:fill>
      </a:tcStyle>
    </a:band2H>
    <a:band1V>
      <a:tcStyle>
        <a:tcBdr/>
        <a:fill>
          <a:solidFill>
            <a:srgbClr val="9CBDA8">
              <a:lumMod val="40000"/>
              <a:lumOff val="60000"/>
              <a:alpha val="25000"/>
            </a:srgbClr>
          </a:solidFill>
        </a:fill>
      </a:tcStyle>
    </a:band1V>
    <a:band2V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left>
          <a:right>
            <a:ln w="9525" cmpd="sng">
              <a:solidFill>
                <a:srgbClr val="9CBDA8"/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9CBDA8">
              <a:lumMod val="40000"/>
              <a:lumOff val="60000"/>
              <a:alpha val="40000"/>
            </a:srgb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rgbClr val="9CBDA8"/>
              </a:solidFill>
              <a:prstDash val="solid"/>
            </a:ln>
          </a:left>
          <a:right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9CBDA8">
              <a:lumMod val="40000"/>
              <a:lumOff val="60000"/>
              <a:alpha val="40000"/>
            </a:srgbClr>
          </a:solidFill>
        </a:fill>
      </a:tcStyle>
    </a:firstCol>
    <a:lastRow>
      <a:tcTxStyle b="on">
        <a:fontRef idx="none">
          <a:srgbClr val="9CBDA8"/>
        </a:fontRef>
      </a:tcTxStyle>
      <a:tcStyle>
        <a:tcBdr>
          <a:left>
            <a:ln w="9525" cmpd="sng">
              <a:solidFill>
                <a:srgbClr val="9CBDA8"/>
              </a:solidFill>
              <a:prstDash val="solid"/>
            </a:ln>
          </a:left>
          <a:right>
            <a:ln w="9525" cmpd="sng">
              <a:solidFill>
                <a:srgbClr val="9CBDA8"/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Style>
        <a:tcBdr>
          <a:left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left>
          <a:right>
            <a:ln w="9525" cmpd="sng">
              <a:solidFill>
                <a:srgbClr val="9CBDA8"/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rgbClr val="9CBDA8"/>
        </a:fontRef>
      </a:tcTxStyle>
      <a:tcStyle>
        <a:tcBdr>
          <a:left>
            <a:ln w="9525" cmpd="sng">
              <a:solidFill>
                <a:srgbClr val="9CBDA8"/>
              </a:solidFill>
              <a:prstDash val="solid"/>
            </a:ln>
          </a:left>
          <a:right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rgbClr val="9CBDA8"/>
              </a:solidFill>
              <a:prstDash val="solid"/>
            </a:ln>
          </a:left>
          <a:right>
            <a:ln w="9525" cmpd="sng">
              <a:solidFill>
                <a:srgbClr val="9CBDA8"/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insideV>
        </a:tcBdr>
        <a:fill>
          <a:solidFill>
            <a:srgbClr val="9CBDA8"/>
          </a:solidFill>
        </a:fill>
      </a:tcStyle>
    </a:firstRow>
    <a:neCell>
      <a:tcStyle>
        <a:tcBdr>
          <a:left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left>
          <a:right>
            <a:ln w="9525" cmpd="sng">
              <a:solidFill>
                <a:srgbClr val="9CBDA8"/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4ff2a675604f55" /><Relationship Type="http://schemas.openxmlformats.org/officeDocument/2006/relationships/slideMaster" Target="/ppt/slideMasters/slideMaster1.xml" Id="Rd44e58f779314fea" /><Relationship Type="http://schemas.openxmlformats.org/officeDocument/2006/relationships/slideMaster" Target="/ppt/slideMasters/slideMaster2.xml" Id="Ra4a6f8532db547a3" /><Relationship Type="http://schemas.openxmlformats.org/officeDocument/2006/relationships/slideMaster" Target="/ppt/slideMasters/slideMaster3.xml" Id="R6ed3882ba79642b9" /><Relationship Type="http://schemas.openxmlformats.org/officeDocument/2006/relationships/notesMaster" Target="/ppt/notesMasters/notesMaster1.xml" Id="R8e82b2dc595045a0" /><Relationship Type="http://schemas.openxmlformats.org/officeDocument/2006/relationships/presProps" Target="/ppt/presProps.xml" Id="Rd14df221d17d46c6" /><Relationship Type="http://schemas.openxmlformats.org/officeDocument/2006/relationships/viewProps" Target="/ppt/viewProps.xml" Id="R76bab72aa4274d31" /><Relationship Type="http://schemas.openxmlformats.org/officeDocument/2006/relationships/tableStyles" Target="/ppt/tableStyles.xml" Id="R99e5032977e24b5a" /><Relationship Type="http://schemas.openxmlformats.org/officeDocument/2006/relationships/slide" Target="/ppt/slides/slide1.xml" Id="Ra31f8f4074f04da7" /><Relationship Type="http://schemas.openxmlformats.org/officeDocument/2006/relationships/slide" Target="/ppt/slides/slide2.xml" Id="R3f4b0f28058243c9" /><Relationship Type="http://schemas.openxmlformats.org/officeDocument/2006/relationships/slide" Target="/ppt/slides/slide3.xml" Id="R31d598b8dbfa41f9" /><Relationship Type="http://schemas.openxmlformats.org/officeDocument/2006/relationships/slide" Target="/ppt/slides/slide4.xml" Id="R96b57773c1894739" /><Relationship Type="http://schemas.openxmlformats.org/officeDocument/2006/relationships/slide" Target="/ppt/slides/slide5.xml" Id="Rd4dcc1e6cf3f4b83" /><Relationship Type="http://schemas.openxmlformats.org/officeDocument/2006/relationships/slide" Target="/ppt/slides/slide6.xml" Id="Rc420fbabaa7c4f8b" /><Relationship Type="http://schemas.openxmlformats.org/officeDocument/2006/relationships/slide" Target="/ppt/slides/slide7.xml" Id="R9d74a22fd03a48c9" /><Relationship Type="http://schemas.openxmlformats.org/officeDocument/2006/relationships/slide" Target="/ppt/slides/slide8.xml" Id="Rd3b1138016b34fef" /><Relationship Type="http://schemas.openxmlformats.org/officeDocument/2006/relationships/slide" Target="/ppt/slides/slide9.xml" Id="R84180fb89f604231" /><Relationship Type="http://schemas.openxmlformats.org/officeDocument/2006/relationships/slide" Target="/ppt/slides/slide10.xml" Id="Rd75897030b38425a" /><Relationship Type="http://schemas.openxmlformats.org/officeDocument/2006/relationships/slide" Target="/ppt/slides/slide11.xml" Id="Rc73573b031df473a" /><Relationship Type="http://schemas.openxmlformats.org/officeDocument/2006/relationships/slide" Target="/ppt/slides/slide12.xml" Id="Rd20a6a1c47914ca9" /><Relationship Type="http://schemas.openxmlformats.org/officeDocument/2006/relationships/slide" Target="/ppt/slides/slide13.xml" Id="Ra04c0d4cac314ff4" /><Relationship Type="http://schemas.openxmlformats.org/officeDocument/2006/relationships/slide" Target="/ppt/slides/slide14.xml" Id="R1f33cabb2a7448cc" /><Relationship Type="http://schemas.openxmlformats.org/officeDocument/2006/relationships/slide" Target="/ppt/slides/slide15.xml" Id="Rf83a8dd0fbca495a" /><Relationship Type="http://schemas.openxmlformats.org/officeDocument/2006/relationships/slide" Target="/ppt/slides/slide16.xml" Id="R94b7e49d10d04be3" /><Relationship Type="http://schemas.openxmlformats.org/officeDocument/2006/relationships/slide" Target="/ppt/slides/slide17.xml" Id="R7ffb079031824411" /><Relationship Type="http://schemas.openxmlformats.org/officeDocument/2006/relationships/slide" Target="/ppt/slides/slide18.xml" Id="R00c231c24a184a7a" /><Relationship Type="http://schemas.openxmlformats.org/officeDocument/2006/relationships/slide" Target="/ppt/slides/slide19.xml" Id="R61b5c05ba8c04f0e" /><Relationship Type="http://schemas.openxmlformats.org/officeDocument/2006/relationships/slide" Target="/ppt/slides/slide20.xml" Id="Rfdc63bed03e9477a" /><Relationship Type="http://schemas.openxmlformats.org/officeDocument/2006/relationships/slide" Target="/ppt/slides/slide21.xml" Id="R8fbb9e38a5574328" /><Relationship Type="http://schemas.openxmlformats.org/officeDocument/2006/relationships/slide" Target="/ppt/slides/slide22.xml" Id="Rb14d86036c1d42d2" /><Relationship Type="http://schemas.openxmlformats.org/officeDocument/2006/relationships/slide" Target="/ppt/slides/slide23.xml" Id="Rc853bfce53614fd9" /><Relationship Type="http://schemas.openxmlformats.org/officeDocument/2006/relationships/slide" Target="/ppt/slides/slide24.xml" Id="R6402a39d6db34240" /><Relationship Type="http://schemas.openxmlformats.org/officeDocument/2006/relationships/slide" Target="/ppt/slides/slide25.xml" Id="Rb7b35078ca8a4642" /><Relationship Type="http://schemas.openxmlformats.org/officeDocument/2006/relationships/slide" Target="/ppt/slides/slide26.xml" Id="R32a569860de241bb" /><Relationship Type="http://schemas.openxmlformats.org/officeDocument/2006/relationships/slide" Target="/ppt/slides/slide27.xml" Id="R4cb89df6eefc49f5" /><Relationship Type="http://schemas.openxmlformats.org/officeDocument/2006/relationships/slide" Target="/ppt/slides/slide28.xml" Id="R127d219e56ae47ed" /><Relationship Type="http://schemas.openxmlformats.org/officeDocument/2006/relationships/slide" Target="/ppt/slides/slide29.xml" Id="R9f45ca9186334ded" /><Relationship Type="http://schemas.openxmlformats.org/officeDocument/2006/relationships/slide" Target="/ppt/slides/slide30.xml" Id="Rcbb99e25496d4208" /><Relationship Type="http://schemas.openxmlformats.org/officeDocument/2006/relationships/slide" Target="/ppt/slides/slide31.xml" Id="Ra41d71a84c20421d" /><Relationship Type="http://schemas.openxmlformats.org/officeDocument/2006/relationships/slide" Target="/ppt/slides/slide32.xml" Id="R60039d69d7a34e6c" /><Relationship Type="http://schemas.openxmlformats.org/officeDocument/2006/relationships/slide" Target="/ppt/slides/slide33.xml" Id="R4c42dacfa0154815" /><Relationship Type="http://schemas.openxmlformats.org/officeDocument/2006/relationships/slide" Target="/ppt/slides/slide34.xml" Id="R5cc5301773ce4c51" /><Relationship Type="http://schemas.openxmlformats.org/officeDocument/2006/relationships/slide" Target="/ppt/slides/slide35.xml" Id="Raaa8106c5ab641db" /><Relationship Type="http://schemas.openxmlformats.org/officeDocument/2006/relationships/slide" Target="/ppt/slides/slide36.xml" Id="R33e03f5c2caf4966" /><Relationship Type="http://schemas.openxmlformats.org/officeDocument/2006/relationships/slide" Target="/ppt/slides/slide37.xml" Id="R54acf135a799493c" /><Relationship Type="http://schemas.openxmlformats.org/officeDocument/2006/relationships/slide" Target="/ppt/slides/slide38.xml" Id="R2da0729ce8694768" /><Relationship Type="http://schemas.openxmlformats.org/officeDocument/2006/relationships/slide" Target="/ppt/slides/slide39.xml" Id="R9aadeee41caa4415" /><Relationship Type="http://schemas.openxmlformats.org/officeDocument/2006/relationships/slide" Target="/ppt/slides/slide40.xml" Id="R207a4c571ea344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8f3ee17b69ec46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ChatGPT">
      <a:dk1>
        <a:srgbClr val="000000"/>
      </a:dk1>
      <a:lt1>
        <a:srgbClr val="FFFFFF"/>
      </a:lt1>
      <a:dk2>
        <a:srgbClr val="3C2908"/>
      </a:dk2>
      <a:lt2>
        <a:srgbClr val="FFF9F0"/>
      </a:lt2>
      <a:accent1>
        <a:srgbClr val="BF5449"/>
      </a:accent1>
      <a:accent2>
        <a:srgbClr val="DB8461"/>
      </a:accent2>
      <a:accent3>
        <a:srgbClr val="DFAA75"/>
      </a:accent3>
      <a:accent4>
        <a:srgbClr val="99966E"/>
      </a:accent4>
      <a:accent5>
        <a:srgbClr val="936C47"/>
      </a:accent5>
      <a:accent6>
        <a:srgbClr val="6B7B4F"/>
      </a:accent6>
      <a:hlink>
        <a:srgbClr val="0026E5"/>
      </a:hlink>
      <a:folHlink>
        <a:srgbClr val="7E1FAD"/>
      </a:folHlink>
    </a:clrScheme>
    <a:fontScheme name="">
      <a:majorFont>
        <a:latin typeface="汉语拼音"/>
        <a:ea typeface="超清极简护眼楷"/>
        <a:cs typeface=""/>
      </a:majorFont>
      <a:minorFont>
        <a:latin typeface="汉语拼音"/>
        <a:ea typeface="超清极简护眼楷"/>
        <a:cs typeface="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d8b266f8fd4746" /><Relationship Type="http://schemas.openxmlformats.org/officeDocument/2006/relationships/notesMaster" Target="/ppt/notesMasters/notesMaster1.xml" Id="R0755eca5fec641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5149e7a50a4b6a" /><Relationship Type="http://schemas.openxmlformats.org/officeDocument/2006/relationships/notesMaster" Target="/ppt/notesMasters/notesMaster1.xml" Id="Rf0eca0b4c0ac41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bad986e4064de6" /><Relationship Type="http://schemas.openxmlformats.org/officeDocument/2006/relationships/notesMaster" Target="/ppt/notesMasters/notesMaster1.xml" Id="R30b56c11be4e4c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26c24367cd4c1c" /><Relationship Type="http://schemas.openxmlformats.org/officeDocument/2006/relationships/notesMaster" Target="/ppt/notesMasters/notesMaster1.xml" Id="R2069a64a62624e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0213ab4304496b" /><Relationship Type="http://schemas.openxmlformats.org/officeDocument/2006/relationships/notesMaster" Target="/ppt/notesMasters/notesMaster1.xml" Id="Rcde2c32a11ed43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a3566f877a40d2" /><Relationship Type="http://schemas.openxmlformats.org/officeDocument/2006/relationships/notesMaster" Target="/ppt/notesMasters/notesMaster1.xml" Id="Rcfb5302d03e14f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0936c937a0485e" /><Relationship Type="http://schemas.openxmlformats.org/officeDocument/2006/relationships/notesMaster" Target="/ppt/notesMasters/notesMaster1.xml" Id="R955a319ad8f04c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d78cc5e946c4395" /><Relationship Type="http://schemas.openxmlformats.org/officeDocument/2006/relationships/notesMaster" Target="/ppt/notesMasters/notesMaster1.xml" Id="Rf08567e1e9b44c1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1aa631b3d4c4d28" /><Relationship Type="http://schemas.openxmlformats.org/officeDocument/2006/relationships/notesMaster" Target="/ppt/notesMasters/notesMaster1.xml" Id="R2ec0809e1f0b48e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0658e049c214e27" /><Relationship Type="http://schemas.openxmlformats.org/officeDocument/2006/relationships/notesMaster" Target="/ppt/notesMasters/notesMaster1.xml" Id="R86f24301378247c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dbd7d9535944953" /><Relationship Type="http://schemas.openxmlformats.org/officeDocument/2006/relationships/notesMaster" Target="/ppt/notesMasters/notesMaster1.xml" Id="R132be6eb4035445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d227a23d48c4f27" /><Relationship Type="http://schemas.openxmlformats.org/officeDocument/2006/relationships/notesMaster" Target="/ppt/notesMasters/notesMaster1.xml" Id="R191cad86be394b8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e3247cfc23b4f21" /><Relationship Type="http://schemas.openxmlformats.org/officeDocument/2006/relationships/notesMaster" Target="/ppt/notesMasters/notesMaster1.xml" Id="R6af343748f5142f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d2043ecfe0f441a" /><Relationship Type="http://schemas.openxmlformats.org/officeDocument/2006/relationships/notesMaster" Target="/ppt/notesMasters/notesMaster1.xml" Id="Ra56da849a3944c6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656ef2bb8e04106" /><Relationship Type="http://schemas.openxmlformats.org/officeDocument/2006/relationships/notesMaster" Target="/ppt/notesMasters/notesMaster1.xml" Id="R68c09db6b8504f9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8155ef7bc7b4739" /><Relationship Type="http://schemas.openxmlformats.org/officeDocument/2006/relationships/notesMaster" Target="/ppt/notesMasters/notesMaster1.xml" Id="Rc2034898dfc348b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466bf21daed4058" /><Relationship Type="http://schemas.openxmlformats.org/officeDocument/2006/relationships/notesMaster" Target="/ppt/notesMasters/notesMaster1.xml" Id="Rbf1d567ac224421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86f804429ea4a8e" /><Relationship Type="http://schemas.openxmlformats.org/officeDocument/2006/relationships/notesMaster" Target="/ppt/notesMasters/notesMaster1.xml" Id="Reb58ec08afc7452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bf10650744a4d56" /><Relationship Type="http://schemas.openxmlformats.org/officeDocument/2006/relationships/notesMaster" Target="/ppt/notesMasters/notesMaster1.xml" Id="R300c1f7a2f65471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01eb5e3e2854c1b" /><Relationship Type="http://schemas.openxmlformats.org/officeDocument/2006/relationships/notesMaster" Target="/ppt/notesMasters/notesMaster1.xml" Id="Re5141adfd17e41b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6fb5768eb1745fb" /><Relationship Type="http://schemas.openxmlformats.org/officeDocument/2006/relationships/notesMaster" Target="/ppt/notesMasters/notesMaster1.xml" Id="R321aa1a164104cf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29e1feb57704599" /><Relationship Type="http://schemas.openxmlformats.org/officeDocument/2006/relationships/notesMaster" Target="/ppt/notesMasters/notesMaster1.xml" Id="R31ac89fd512049a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f50ea7569a949aa" /><Relationship Type="http://schemas.openxmlformats.org/officeDocument/2006/relationships/notesMaster" Target="/ppt/notesMasters/notesMaster1.xml" Id="R9173c3fb7ec8425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ee6b9bacb2644da" /><Relationship Type="http://schemas.openxmlformats.org/officeDocument/2006/relationships/notesMaster" Target="/ppt/notesMasters/notesMaster1.xml" Id="R701a757680ee4d6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0967fc4bcd24d6e" /><Relationship Type="http://schemas.openxmlformats.org/officeDocument/2006/relationships/notesMaster" Target="/ppt/notesMasters/notesMaster1.xml" Id="Rd7fcf6e476a849c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4d46cc3354f4ff8" /><Relationship Type="http://schemas.openxmlformats.org/officeDocument/2006/relationships/notesMaster" Target="/ppt/notesMasters/notesMaster1.xml" Id="R5fca8263672443f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47832328e504714" /><Relationship Type="http://schemas.openxmlformats.org/officeDocument/2006/relationships/notesMaster" Target="/ppt/notesMasters/notesMaster1.xml" Id="R5162f47e1e954d8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5da89f6ab27457f" /><Relationship Type="http://schemas.openxmlformats.org/officeDocument/2006/relationships/notesMaster" Target="/ppt/notesMasters/notesMaster1.xml" Id="R67d8386b84fd4db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b7abe3f59b7496e" /><Relationship Type="http://schemas.openxmlformats.org/officeDocument/2006/relationships/notesMaster" Target="/ppt/notesMasters/notesMaster1.xml" Id="R125b91442bc64e4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1b776480bc045a7" /><Relationship Type="http://schemas.openxmlformats.org/officeDocument/2006/relationships/notesMaster" Target="/ppt/notesMasters/notesMaster1.xml" Id="Re3d08cc05b97418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76ff5be4f8d4bce" /><Relationship Type="http://schemas.openxmlformats.org/officeDocument/2006/relationships/notesMaster" Target="/ppt/notesMasters/notesMaster1.xml" Id="Rc8d262951ad14e7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beddfa32fa84186" /><Relationship Type="http://schemas.openxmlformats.org/officeDocument/2006/relationships/notesMaster" Target="/ppt/notesMasters/notesMaster1.xml" Id="R471eede262ee4d3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991d56803744574" /><Relationship Type="http://schemas.openxmlformats.org/officeDocument/2006/relationships/notesMaster" Target="/ppt/notesMasters/notesMaster1.xml" Id="Rd7811552f407478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fef2d978e2149b7" /><Relationship Type="http://schemas.openxmlformats.org/officeDocument/2006/relationships/notesMaster" Target="/ppt/notesMasters/notesMaster1.xml" Id="Rae94f0d184c6411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597c9caa8524c12" /><Relationship Type="http://schemas.openxmlformats.org/officeDocument/2006/relationships/notesMaster" Target="/ppt/notesMasters/notesMaster1.xml" Id="Rcb70fac1dc0242a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7947287524d4fc4" /><Relationship Type="http://schemas.openxmlformats.org/officeDocument/2006/relationships/notesMaster" Target="/ppt/notesMasters/notesMaster1.xml" Id="R78d62f439a424a3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6d8bd0bb4b3d4241" /><Relationship Type="http://schemas.openxmlformats.org/officeDocument/2006/relationships/notesMaster" Target="/ppt/notesMasters/notesMaster1.xml" Id="Rb04d7a0c5df443e4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d1820a558eb4524" /><Relationship Type="http://schemas.openxmlformats.org/officeDocument/2006/relationships/notesMaster" Target="/ppt/notesMasters/notesMaster1.xml" Id="Rfed365d5bcce497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26d93e10332d4f92" /><Relationship Type="http://schemas.openxmlformats.org/officeDocument/2006/relationships/notesMaster" Target="/ppt/notesMasters/notesMaster1.xml" Id="Re64b9c875f424991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bea6c31d87e4dc8" /><Relationship Type="http://schemas.openxmlformats.org/officeDocument/2006/relationships/notesMaster" Target="/ppt/notesMasters/notesMaster1.xml" Id="R904cd3a0072c44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【课时定位】第一课时｜导入</a:t>
            </a:r>
          </a:p>
          <a:p xmlns:a="http://schemas.openxmlformats.org/drawingml/2006/main">
            <a:r>
              <a:t>【本页目标】建立课题语境；整课目标：能询问和表达日期、星期，能用“会／不会”表达能力，掌握名词谓语句。</a:t>
            </a:r>
          </a:p>
          <a:p xmlns:a="http://schemas.openxmlformats.org/drawingml/2006/main">
            <a:r>
              <a:t>【建议用时】1分钟。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【教学顺序】先观察封面，再跟读课名。</a:t>
            </a:r>
          </a:p>
          <a:p xmlns:a="http://schemas.openxmlformats.org/drawingml/2006/main">
            <a:r>
              <a:t>【教师动作/话术】指向标题，慢读一遍后正常语速再读。</a:t>
            </a:r>
          </a:p>
          <a:p xmlns:a="http://schemas.openxmlformats.org/drawingml/2006/main">
            <a:r>
              <a:t>【学生任务】跟读课名一次。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【常见问题】学生把目标误当成可见任务时，只追问课名。</a:t>
            </a:r>
          </a:p>
          <a:p xmlns:a="http://schemas.openxmlformats.org/drawingml/2006/main">
            <a:r>
              <a:t>【答案/检查标准】能准确读出“今天我休息”。</a:t>
            </a:r>
          </a:p>
          <a:p xmlns:a="http://schemas.openxmlformats.org/drawingml/2006/main">
            <a:r>
              <a:t>【教材来源】印P.27/PDF41：第5课课题与三项教学目标。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【课时定位】第一课时｜热身</a:t>
            </a:r>
            <a:endParaRPr/>
          </a:p>
          <a:p xmlns:a="http://schemas.openxmlformats.org/drawingml/2006/main">
            <a:r>
              <a:t>【本页目标】激活日期、星期、电脑、做饭、休息、饺子。</a:t>
            </a:r>
            <a:endParaRPr/>
          </a:p>
          <a:p xmlns:a="http://schemas.openxmlformats.org/drawingml/2006/main">
            <a:r>
              <a:t>【建议用时】3分钟。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【教学顺序】独立匹配，再同伴核对。</a:t>
            </a:r>
            <a:endParaRPr/>
          </a:p>
          <a:p xmlns:a="http://schemas.openxmlformats.org/drawingml/2006/main">
            <a:r>
              <a:t>【教师动作/话术】不解释词项，先独立匹配；核对时逐图追问。</a:t>
            </a:r>
            <a:endParaRPr/>
          </a:p>
          <a:p xmlns:a="http://schemas.openxmlformats.org/drawingml/2006/main">
            <a:r>
              <a:t>【学生任务】给六幅图写字母并读词。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【常见问题】若按位置猜，要求说出图中证据。</a:t>
            </a:r>
            <a:endParaRPr/>
          </a:p>
          <a:p xmlns:a="http://schemas.openxmlformats.org/drawingml/2006/main">
            <a:r>
              <a:t>【答案/检查标准】1-A；2-B；3-C；4-D；5-E；6-F。</a:t>
            </a:r>
            <a:endParaRPr/>
          </a:p>
          <a:p xmlns:a="http://schemas.openxmlformats.org/drawingml/2006/main">
            <a:r>
              <a:t>【教材来源】印P.27/PDF41：热身A–F词项与六类图意；图1、2为去文字的教师等义图示。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【课时定位】第一课时｜语言输入</a:t>
            </a:r>
            <a:endParaRPr/>
          </a:p>
          <a:p xmlns:a="http://schemas.openxmlformats.org/drawingml/2006/main">
            <a:r>
              <a:t>【本页目标】认读今天、号、月、日。</a:t>
            </a:r>
            <a:endParaRPr/>
          </a:p>
          <a:p xmlns:a="http://schemas.openxmlformats.org/drawingml/2006/main">
            <a:r>
              <a:t>【建议用时】3分钟。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【教学顺序】看图跟读，再遮拼音认读。</a:t>
            </a:r>
            <a:endParaRPr/>
          </a:p>
          <a:p xmlns:a="http://schemas.openxmlformats.org/drawingml/2006/main">
            <a:r>
              <a:t>【教师动作/话术】指日历逐词示范，第二轮遮住拼音。</a:t>
            </a:r>
            <a:endParaRPr/>
          </a:p>
          <a:p xmlns:a="http://schemas.openxmlformats.org/drawingml/2006/main">
            <a:r>
              <a:t>【学生任务】跟读两遍并指词说汉字。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【常见问题】混淆号/日时，用“9月8号/日”对照。</a:t>
            </a:r>
            <a:endParaRPr/>
          </a:p>
          <a:p xmlns:a="http://schemas.openxmlformats.org/drawingml/2006/main">
            <a:r>
              <a:t>【答案/检查标准】四词读音与词义准确。</a:t>
            </a:r>
            <a:endParaRPr/>
          </a:p>
          <a:p xmlns:a="http://schemas.openxmlformats.org/drawingml/2006/main">
            <a:r>
              <a:t>【教材来源】印P.28/PDF42：生词1–4。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【课时定位】第一课时｜语言输入</a:t>
            </a:r>
            <a:endParaRPr/>
          </a:p>
          <a:p xmlns:a="http://schemas.openxmlformats.org/drawingml/2006/main">
            <a:r>
              <a:t>【本页目标】按顺序认读星期一至星期天，并理解“星期日”和“星期天”是同义表达。</a:t>
            </a:r>
            <a:endParaRPr/>
          </a:p>
          <a:p xmlns:a="http://schemas.openxmlformats.org/drawingml/2006/main">
            <a:r>
              <a:t>【建议用时】2分钟。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【教学顺序】先按星期一到星期六跟读，再对照星期日和星期天。</a:t>
            </a:r>
            <a:endParaRPr/>
          </a:p>
          <a:p xmlns:a="http://schemas.openxmlformats.org/drawingml/2006/main">
            <a:r>
              <a:t>【教师动作/话术】按周一到周日指读两遍；第二遍随机指卡，并用等号核对星期日与星期天。</a:t>
            </a:r>
            <a:endParaRPr/>
          </a:p>
          <a:p xmlns:a="http://schemas.openxmlformats.org/drawingml/2006/main">
            <a:r>
              <a:t>【学生任务】按顺序读七天，再随机说出被指的星期词。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【常见问题】把星期日当成不同日期时，用等号连接星期日和星期天。</a:t>
            </a:r>
            <a:endParaRPr/>
          </a:p>
          <a:p xmlns:a="http://schemas.openxmlformats.org/drawingml/2006/main">
            <a:r>
              <a:t>【答案/检查标准】星期一至星期六顺序正确；星期日=星期天。</a:t>
            </a:r>
            <a:endParaRPr/>
          </a:p>
          <a:p xmlns:a="http://schemas.openxmlformats.org/drawingml/2006/main">
            <a:r>
              <a:t>【教材来源】印P.28–29/PDF42–43：星期、星期日/星期天及星期表。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【课时定位】第一课时｜语言输入</a:t>
            </a:r>
            <a:endParaRPr/>
          </a:p>
          <a:p xmlns:a="http://schemas.openxmlformats.org/drawingml/2006/main">
            <a:r>
              <a:t>【本页目标】理解“不上课”和“休息”的语义关系，并完整朗读句子。</a:t>
            </a:r>
            <a:endParaRPr/>
          </a:p>
          <a:p xmlns:a="http://schemas.openxmlformats.org/drawingml/2006/main">
            <a:r>
              <a:t>【建议用时】2分钟。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【教学顺序】先分三部分读“星期天、不上课、我们休息”，再合成完整句。</a:t>
            </a:r>
            <a:endParaRPr/>
          </a:p>
          <a:p xmlns:a="http://schemas.openxmlformats.org/drawingml/2006/main">
            <a:r>
              <a:t>【教师动作/话术】按三部分依次指读；确认每一部分后连读完整句，不回到星期表。</a:t>
            </a:r>
            <a:endParaRPr/>
          </a:p>
          <a:p xmlns:a="http://schemas.openxmlformats.org/drawingml/2006/main">
            <a:r>
              <a:t>【学生任务】按三部分跟读，再完整朗读句子。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【常见问题】漏“我们”或把“不上课”说成“不休息”时，回到三部分重新组合。</a:t>
            </a:r>
            <a:endParaRPr/>
          </a:p>
          <a:p xmlns:a="http://schemas.openxmlformats.org/drawingml/2006/main">
            <a:r>
              <a:t>【答案/检查标准】星期天不上课，我们休息。</a:t>
            </a:r>
            <a:endParaRPr/>
          </a:p>
          <a:p xmlns:a="http://schemas.openxmlformats.org/drawingml/2006/main">
            <a:r>
              <a:t>【教材来源】印P.28–29/PDF42–43：星期天、休息及课文1休息语境；完整句为教师整合示例。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【课时定位】第一课时｜语言输入</a:t>
            </a:r>
            <a:endParaRPr/>
          </a:p>
          <a:p xmlns:a="http://schemas.openxmlformats.org/drawingml/2006/main">
            <a:r>
              <a:t>【本页目标】按顺序认读一月至六月。</a:t>
            </a:r>
            <a:endParaRPr/>
          </a:p>
          <a:p xmlns:a="http://schemas.openxmlformats.org/drawingml/2006/main">
            <a:r>
              <a:t>【建议用时】3分钟。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【教学顺序】先跟读，再随机指读。</a:t>
            </a:r>
            <a:endParaRPr/>
          </a:p>
          <a:p xmlns:a="http://schemas.openxmlformats.org/drawingml/2006/main">
            <a:r>
              <a:t>【教师动作/话术】按节奏带读一轮，随后随机指卡。</a:t>
            </a:r>
            <a:endParaRPr/>
          </a:p>
          <a:p xmlns:a="http://schemas.openxmlformats.org/drawingml/2006/main">
            <a:r>
              <a:t>【学生任务】读出被指月份。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【常见问题】“二月/六月”声调不稳时拆词重读。</a:t>
            </a:r>
            <a:endParaRPr/>
          </a:p>
          <a:p xmlns:a="http://schemas.openxmlformats.org/drawingml/2006/main">
            <a:r>
              <a:t>【答案/检查标准】六个月份均能独立认读。</a:t>
            </a:r>
            <a:endParaRPr/>
          </a:p>
          <a:p xmlns:a="http://schemas.openxmlformats.org/drawingml/2006/main">
            <a:r>
              <a:t>【教材来源】印P.29/PDF43：月份词表1–6月。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【课时定位】第一课时｜语言输入</a:t>
            </a:r>
            <a:endParaRPr/>
          </a:p>
          <a:p xmlns:a="http://schemas.openxmlformats.org/drawingml/2006/main">
            <a:r>
              <a:t>【本页目标】按顺序认读七月至十二月。</a:t>
            </a:r>
            <a:endParaRPr/>
          </a:p>
          <a:p xmlns:a="http://schemas.openxmlformats.org/drawingml/2006/main">
            <a:r>
              <a:t>【建议用时】3分钟。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【教学顺序】先跟读，再随机指读。</a:t>
            </a:r>
            <a:endParaRPr/>
          </a:p>
          <a:p xmlns:a="http://schemas.openxmlformats.org/drawingml/2006/main">
            <a:r>
              <a:t>【教师动作/话术】强调十月、十一月、十二月的结构。</a:t>
            </a:r>
            <a:endParaRPr/>
          </a:p>
          <a:p xmlns:a="http://schemas.openxmlformats.org/drawingml/2006/main">
            <a:r>
              <a:t>【学生任务】读出被指月份。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【常见问题】把十一月说成一十一月时对比十/十一。</a:t>
            </a:r>
            <a:endParaRPr/>
          </a:p>
          <a:p xmlns:a="http://schemas.openxmlformats.org/drawingml/2006/main">
            <a:r>
              <a:t>【答案/检查标准】六个月份均能独立认读。</a:t>
            </a:r>
            <a:endParaRPr/>
          </a:p>
          <a:p xmlns:a="http://schemas.openxmlformats.org/drawingml/2006/main">
            <a:r>
              <a:t>【教材来源】印P.29/PDF43：月份词表7–12月。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【课时定位】第一课时｜语法聚焦</a:t>
            </a:r>
            <a:endParaRPr/>
          </a:p>
          <a:p xmlns:a="http://schemas.openxmlformats.org/drawingml/2006/main">
            <a:r>
              <a:t>【本页目标】掌握年→月→日/号→星期的顺序。</a:t>
            </a:r>
            <a:endParaRPr/>
          </a:p>
          <a:p xmlns:a="http://schemas.openxmlformats.org/drawingml/2006/main">
            <a:r>
              <a:t>【建议用时】3分钟。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【教学顺序】观察两例并口头重排。</a:t>
            </a:r>
            <a:endParaRPr/>
          </a:p>
          <a:p xmlns:a="http://schemas.openxmlformats.org/drawingml/2006/main">
            <a:r>
              <a:t>【教师动作/话术】用色块从大到小指读，随后打乱词卡。</a:t>
            </a:r>
            <a:endParaRPr/>
          </a:p>
          <a:p xmlns:a="http://schemas.openxmlformats.org/drawingml/2006/main">
            <a:r>
              <a:t>【学生任务】按中文顺序读两组日期。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【常见问题】套用外语顺序时，让学生移动色块。</a:t>
            </a:r>
            <a:endParaRPr/>
          </a:p>
          <a:p xmlns:a="http://schemas.openxmlformats.org/drawingml/2006/main">
            <a:r>
              <a:t>【答案/检查标准】1992年5月16日，星期六；2024年10月22号，星期二。</a:t>
            </a:r>
            <a:endParaRPr/>
          </a:p>
          <a:p xmlns:a="http://schemas.openxmlformats.org/drawingml/2006/main">
            <a:r>
              <a:t>【教材来源】印P.29/PDF43：日期顺序及例1、例2。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【课时定位】第一课时｜引导操练</a:t>
            </a:r>
            <a:endParaRPr/>
          </a:p>
          <a:p xmlns:a="http://schemas.openxmlformats.org/drawingml/2006/main">
            <a:r>
              <a:t>【本页目标】把昨天、今天、明天与真实日期连接。</a:t>
            </a:r>
            <a:endParaRPr/>
          </a:p>
          <a:p xmlns:a="http://schemas.openxmlformats.org/drawingml/2006/main">
            <a:r>
              <a:t>【建议用时】3分钟。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【教学顺序】先跟读三词，再填写三行日期。</a:t>
            </a:r>
            <a:endParaRPr/>
          </a:p>
          <a:p xmlns:a="http://schemas.openxmlformats.org/drawingml/2006/main">
            <a:r>
              <a:t>【教师动作/话术】课前按授课日准备答案；课堂只示范今天一行。</a:t>
            </a:r>
            <a:endParaRPr/>
          </a:p>
          <a:p xmlns:a="http://schemas.openxmlformats.org/drawingml/2006/main">
            <a:r>
              <a:t>【学生任务】填写并说出三天的日期。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【常见问题】日期前后错位时用时间轴重新排序。</a:t>
            </a:r>
            <a:endParaRPr/>
          </a:p>
          <a:p xmlns:a="http://schemas.openxmlformats.org/drawingml/2006/main">
            <a:r>
              <a:t>【答案/检查标准】开放答案；三天连续，日期顺序和星期对应正确。</a:t>
            </a:r>
            <a:endParaRPr/>
          </a:p>
          <a:p xmlns:a="http://schemas.openxmlformats.org/drawingml/2006/main">
            <a:r>
              <a:t>【教材来源】教师补充：建立昨今明与教材日期表达的连接。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【课时定位】第一课时｜操练</a:t>
            </a:r>
            <a:endParaRPr/>
          </a:p>
          <a:p xmlns:a="http://schemas.openxmlformats.org/drawingml/2006/main">
            <a:r>
              <a:t>【本页目标】理解号/日、星期日/星期天可替换。</a:t>
            </a:r>
            <a:endParaRPr/>
          </a:p>
          <a:p xmlns:a="http://schemas.openxmlformats.org/drawingml/2006/main">
            <a:r>
              <a:t>【建议用时】2分钟。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【教学顺序】观察等号关系，再各读一组。</a:t>
            </a:r>
            <a:endParaRPr/>
          </a:p>
          <a:p xmlns:a="http://schemas.openxmlformats.org/drawingml/2006/main">
            <a:r>
              <a:t>【教师动作/话术】先带读左右表达，再让学生任选一种说日期。</a:t>
            </a:r>
            <a:endParaRPr/>
          </a:p>
          <a:p xmlns:a="http://schemas.openxmlformats.org/drawingml/2006/main">
            <a:r>
              <a:t>【学生任务】读出两组同义表达，并任选一种说日期。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【常见问题】把“日”误读成太阳时回到日期语境。</a:t>
            </a:r>
            <a:endParaRPr/>
          </a:p>
          <a:p xmlns:a="http://schemas.openxmlformats.org/drawingml/2006/main">
            <a:r>
              <a:t>【答案/检查标准】9月8号=9月8日；星期日=星期天。</a:t>
            </a:r>
            <a:endParaRPr/>
          </a:p>
          <a:p xmlns:a="http://schemas.openxmlformats.org/drawingml/2006/main">
            <a:r>
              <a:t>【教材来源】印P.28/PDF42：两个小语助力。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【课时定位】第一课时｜听力理解</a:t>
            </a:r>
            <a:endParaRPr/>
          </a:p>
          <a:p xmlns:a="http://schemas.openxmlformats.org/drawingml/2006/main">
            <a:r>
              <a:t>【本页目标】听辨并完整朗读课文1四轮原对话。</a:t>
            </a:r>
            <a:endParaRPr/>
          </a:p>
          <a:p xmlns:a="http://schemas.openxmlformats.org/drawingml/2006/main">
            <a:r>
              <a:t>【建议用时】5分钟。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【教学顺序】先听两遍，再逐句跟读和分角色读。</a:t>
            </a:r>
            <a:endParaRPr/>
          </a:p>
          <a:p xmlns:a="http://schemas.openxmlformats.org/drawingml/2006/main">
            <a:r>
              <a:t>【教师动作/话术】朗读稿：王一雪：今天几号？刘明：今天9月8号。王一雪：星期几？刘明：星期日。今天我休息。第一遍以自然语速完整朗读全文，全文后停5秒；第二遍逐句朗读，每句后停2秒；随后两人分角色读。</a:t>
            </a:r>
            <a:endParaRPr/>
          </a:p>
          <a:p xmlns:a="http://schemas.openxmlformats.org/drawingml/2006/main">
            <a:r>
              <a:t>【学生任务】听辨人物顺序并分角色朗读两遍。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【常见问题】人物顺序混乱时只提示首位说话人，再请学生按顺序复述。</a:t>
            </a:r>
            <a:endParaRPr/>
          </a:p>
          <a:p xmlns:a="http://schemas.openxmlformats.org/drawingml/2006/main">
            <a:r>
              <a:t>【答案/检查标准】四轮、两个人物、日期与星期完整；学生能按人物顺序完整朗读。</a:t>
            </a:r>
            <a:endParaRPr/>
          </a:p>
          <a:p xmlns:a="http://schemas.openxmlformats.org/drawingml/2006/main">
            <a:r>
              <a:t>【教材来源】印P.28/PDF42：课文1原对话与音频5-1；音频未嵌入，教师朗读。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【课时定位】第一课时｜理解检查</a:t>
            </a:r>
            <a:endParaRPr/>
          </a:p>
          <a:p xmlns:a="http://schemas.openxmlformats.org/drawingml/2006/main">
            <a:r>
              <a:t>【本页目标】无全文提示复现日期、星期和人物信息。</a:t>
            </a:r>
            <a:endParaRPr/>
          </a:p>
          <a:p xmlns:a="http://schemas.openxmlformats.org/drawingml/2006/main">
            <a:r>
              <a:t>【建议用时】2分钟。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【教学顺序】合上课本独立回答，再用原文核对。</a:t>
            </a:r>
            <a:endParaRPr/>
          </a:p>
          <a:p xmlns:a="http://schemas.openxmlformats.org/drawingml/2006/main">
            <a:r>
              <a:t>【教师动作/话术】逐题追问完整句，不先展示答案；第三题用二选一，不使用未学“谁”。</a:t>
            </a:r>
            <a:endParaRPr/>
          </a:p>
          <a:p xmlns:a="http://schemas.openxmlformats.org/drawingml/2006/main">
            <a:r>
              <a:t>【学生任务】用完整句回答三题。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【常见问题】答案缺主语时追问“王一雪还是刘明／今天”。</a:t>
            </a:r>
            <a:endParaRPr/>
          </a:p>
          <a:p xmlns:a="http://schemas.openxmlformats.org/drawingml/2006/main">
            <a:r>
              <a:t>【答案/检查标准】1.今天9月8号；2.今天星期日；3.刘明今天休息。</a:t>
            </a:r>
            <a:endParaRPr/>
          </a:p>
          <a:p xmlns:a="http://schemas.openxmlformats.org/drawingml/2006/main">
            <a:r>
              <a:t>【教材来源】印P.28/PDF42课文1；三题为教师补充，第三题采用有边界二选一。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【课时定位】第一课时｜语法聚焦</a:t>
            </a:r>
            <a:endParaRPr/>
          </a:p>
          <a:p xmlns:a="http://schemas.openxmlformats.org/drawingml/2006/main">
            <a:r>
              <a:t>【本页目标】理解日期可直接作谓语，带“是”的日期句也成立。</a:t>
            </a:r>
            <a:endParaRPr/>
          </a:p>
          <a:p xmlns:a="http://schemas.openxmlformats.org/drawingml/2006/main">
            <a:r>
              <a:t>【建议用时】4分钟。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【教学顺序】朗读三句，比较有无“是”的表达。</a:t>
            </a:r>
            <a:endParaRPr/>
          </a:p>
          <a:p xmlns:a="http://schemas.openxmlformats.org/drawingml/2006/main">
            <a:r>
              <a:t>【教师动作/话术】先读例句，再带学生对照右侧标签和底部规则。</a:t>
            </a:r>
            <a:endParaRPr/>
          </a:p>
          <a:p xmlns:a="http://schemas.openxmlformats.org/drawingml/2006/main">
            <a:r>
              <a:t>【学生任务】朗读三句，并用自己的话复述规则。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【常见问题】一律加“是”时，用教材原句对比。</a:t>
            </a:r>
            <a:endParaRPr/>
          </a:p>
          <a:p xmlns:a="http://schemas.openxmlformats.org/drawingml/2006/main">
            <a:r>
              <a:t>【答案/检查标准】“今天9月8号”可直接表达日期；带“是”的例句也成立。</a:t>
            </a:r>
            <a:endParaRPr/>
          </a:p>
          <a:p xmlns:a="http://schemas.openxmlformats.org/drawingml/2006/main">
            <a:r>
              <a:t>【教材来源】印P.29/PDF43：名词谓语句及例3–5。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【课时定位】第一课时｜操练</a:t>
            </a:r>
          </a:p>
          <a:p xmlns:a="http://schemas.openxmlformats.org/drawingml/2006/main">
            <a:r>
              <a:t>【本页目标】流利朗读教材名词谓语句练习。</a:t>
            </a:r>
          </a:p>
          <a:p xmlns:a="http://schemas.openxmlformats.org/drawingml/2006/main">
            <a:r>
              <a:t>【建议用时】3分钟。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【教学顺序】独立读，再同伴互换角色。</a:t>
            </a:r>
          </a:p>
          <a:p xmlns:a="http://schemas.openxmlformats.org/drawingml/2006/main">
            <a:r>
              <a:t>【教师动作/话术】先听学生读，错处只标日期顺序。</a:t>
            </a:r>
          </a:p>
          <a:p xmlns:a="http://schemas.openxmlformats.org/drawingml/2006/main">
            <a:r>
              <a:t>【学生任务】朗读两组教材句。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【常见问题】把“12岁”加“是”时让其重读原句。</a:t>
            </a:r>
          </a:p>
          <a:p xmlns:a="http://schemas.openxmlformats.org/drawingml/2006/main">
            <a:r>
              <a:t>【答案/检查标准】完整读出两组句子，日期顺序正确。</a:t>
            </a:r>
          </a:p>
          <a:p xmlns:a="http://schemas.openxmlformats.org/drawingml/2006/main">
            <a:r>
              <a:t>【教材来源】印P.30/PDF44：大声朗读(1)(2)。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【课时定位】第一课时｜交际输出</a:t>
            </a:r>
            <a:endParaRPr/>
          </a:p>
          <a:p xmlns:a="http://schemas.openxmlformats.org/drawingml/2006/main">
            <a:r>
              <a:t>【本页目标】在真实日期与休息语境中完成三问三答。</a:t>
            </a:r>
            <a:endParaRPr/>
          </a:p>
          <a:p xmlns:a="http://schemas.openxmlformats.org/drawingml/2006/main">
            <a:r>
              <a:t>【建议用时】4分钟。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【教学顺序】A问日期、星期和是否休息，B答后交换。</a:t>
            </a:r>
            <a:endParaRPr/>
          </a:p>
          <a:p xmlns:a="http://schemas.openxmlformats.org/drawingml/2006/main">
            <a:r>
              <a:t>【教师动作/话术】示范一次后计时，两分钟交换角色。</a:t>
            </a:r>
            <a:endParaRPr/>
          </a:p>
          <a:p xmlns:a="http://schemas.openxmlformats.org/drawingml/2006/main">
            <a:r>
              <a:t>【学生任务】询问同伴三题并记录一条结果。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【常见问题】只说数字时指句架要求完整句。</a:t>
            </a:r>
            <a:endParaRPr/>
          </a:p>
          <a:p xmlns:a="http://schemas.openxmlformats.org/drawingml/2006/main">
            <a:r>
              <a:t>【答案/检查标准】开放答案；日期顺序正确，星期与日期一致；休息题用“休息／不休息”完整回答。</a:t>
            </a:r>
            <a:endParaRPr/>
          </a:p>
          <a:p xmlns:a="http://schemas.openxmlformats.org/drawingml/2006/main">
            <a:r>
              <a:t>【教材来源】印P.28/PDF42：根据实际情况对话；第三问为教师限定迁移。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【课时定位】第一课时｜交际输出</a:t>
            </a:r>
            <a:endParaRPr/>
          </a:p>
          <a:p xmlns:a="http://schemas.openxmlformats.org/drawingml/2006/main">
            <a:r>
              <a:t>【本页目标】用三个口头问题检验日期、星期和休息表达。</a:t>
            </a:r>
            <a:endParaRPr/>
          </a:p>
          <a:p xmlns:a="http://schemas.openxmlformats.org/drawingml/2006/main">
            <a:r>
              <a:t>【建议用时】2分钟。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【教学顺序】看日历依次口头回答三题。</a:t>
            </a:r>
            <a:endParaRPr/>
          </a:p>
          <a:p xmlns:a="http://schemas.openxmlformats.org/drawingml/2006/main">
            <a:r>
              <a:t>【教师动作/话术】随机抽两人；只口头作答，不要求抄写。</a:t>
            </a:r>
            <a:endParaRPr/>
          </a:p>
          <a:p xmlns:a="http://schemas.openxmlformats.org/drawingml/2006/main">
            <a:r>
              <a:t>【学生任务】独立回答日期、星期和休息三题。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【常见问题】漏年可接受；漏月/号/星期或只答“是/不”时要求重说。</a:t>
            </a:r>
            <a:endParaRPr/>
          </a:p>
          <a:p xmlns:a="http://schemas.openxmlformats.org/drawingml/2006/main">
            <a:r>
              <a:t>【答案/检查标准】1.今天是2025年9月8号；2.今天星期一；3.开放答案，如“今天我休息／今天我不休息”。</a:t>
            </a:r>
            <a:endParaRPr/>
          </a:p>
          <a:p xmlns:a="http://schemas.openxmlformats.org/drawingml/2006/main">
            <a:r>
              <a:t>【教材来源】印P.28–29/PDF42–43日期与休息表达；教师设计口头出口。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【课时定位】第二课时｜检索复习</a:t>
            </a:r>
            <a:endParaRPr/>
          </a:p>
          <a:p xmlns:a="http://schemas.openxmlformats.org/drawingml/2006/main">
            <a:r>
              <a:t>【本页目标】激活日期、休息和做饭语义。</a:t>
            </a:r>
            <a:endParaRPr/>
          </a:p>
          <a:p xmlns:a="http://schemas.openxmlformats.org/drawingml/2006/main">
            <a:r>
              <a:t>【建议用时】2分钟。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【教学顺序】看三张图快速说词或短句。</a:t>
            </a:r>
            <a:endParaRPr/>
          </a:p>
          <a:p xmlns:a="http://schemas.openxmlformats.org/drawingml/2006/main">
            <a:r>
              <a:t>【教师动作/话术】逐图停三秒，不提供拼音。</a:t>
            </a:r>
            <a:endParaRPr/>
          </a:p>
          <a:p xmlns:a="http://schemas.openxmlformats.org/drawingml/2006/main">
            <a:r>
              <a:t>【学生任务】快速说词或短句。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【常见问题】卡住时只给首字，不直接给整词。</a:t>
            </a:r>
            <a:endParaRPr/>
          </a:p>
          <a:p xmlns:a="http://schemas.openxmlformats.org/drawingml/2006/main">
            <a:r>
              <a:t>【答案/检查标准】可接受：5月17号，星期六；休息；做饭。</a:t>
            </a:r>
            <a:endParaRPr/>
          </a:p>
          <a:p xmlns:a="http://schemas.openxmlformats.org/drawingml/2006/main">
            <a:r>
              <a:t>【教材来源】复习印P.27–30/PDF41–44；日历为清晰化教师补充。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【课时定位】第二课时｜语言输入</a:t>
            </a:r>
            <a:endParaRPr/>
          </a:p>
          <a:p xmlns:a="http://schemas.openxmlformats.org/drawingml/2006/main">
            <a:r>
              <a:t>【本页目标】理解会+动作的基本语义。</a:t>
            </a:r>
            <a:endParaRPr/>
          </a:p>
          <a:p xmlns:a="http://schemas.openxmlformats.org/drawingml/2006/main">
            <a:r>
              <a:t>【建议用时】3分钟。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【教学顺序】看图跟读，再完成教材人物句。</a:t>
            </a:r>
            <a:endParaRPr/>
          </a:p>
          <a:p xmlns:a="http://schemas.openxmlformats.org/drawingml/2006/main">
            <a:r>
              <a:t>【教师动作/话术】先呈现动作，再加入“会”；带读人物拼音一次。</a:t>
            </a:r>
            <a:endParaRPr/>
          </a:p>
          <a:p xmlns:a="http://schemas.openxmlformats.org/drawingml/2006/main">
            <a:r>
              <a:t>【学生任务】跟读三词并说“杨同乐会做饭”。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【常见问题】把会理解为将来时，回到学会的能力。</a:t>
            </a:r>
            <a:endParaRPr/>
          </a:p>
          <a:p xmlns:a="http://schemas.openxmlformats.org/drawingml/2006/main">
            <a:r>
              <a:t>【答案/检查标准】能准确说“杨同乐会做饭”。</a:t>
            </a:r>
            <a:endParaRPr/>
          </a:p>
          <a:p xmlns:a="http://schemas.openxmlformats.org/drawingml/2006/main">
            <a:r>
              <a:t>【教材来源】印P.30–31/PDF44–45：课文2人物与生词9–11。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【课时定位】第二课时｜语言输入</a:t>
            </a:r>
            <a:endParaRPr/>
          </a:p>
          <a:p xmlns:a="http://schemas.openxmlformats.org/drawingml/2006/main">
            <a:r>
              <a:t>【本页目标】用四张一一对应图片建立四个食物词的语义。</a:t>
            </a:r>
            <a:endParaRPr/>
          </a:p>
          <a:p xmlns:a="http://schemas.openxmlformats.org/drawingml/2006/main">
            <a:r>
              <a:t>【建议用时】3分钟。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【教学顺序】逐图命名并跟读，第二轮遮拼音。</a:t>
            </a:r>
            <a:endParaRPr/>
          </a:p>
          <a:p xmlns:a="http://schemas.openxmlformats.org/drawingml/2006/main">
            <a:r>
              <a:t>【教师动作/话术】逐图输入，不先讲句型。</a:t>
            </a:r>
            <a:endParaRPr/>
          </a:p>
          <a:p xmlns:a="http://schemas.openxmlformats.org/drawingml/2006/main">
            <a:r>
              <a:t>【学生任务】指图读出四个词。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【常见问题】把饺子说成包子时对比外形；混淆菜/饭时指不同餐盘。</a:t>
            </a:r>
            <a:endParaRPr/>
          </a:p>
          <a:p xmlns:a="http://schemas.openxmlformats.org/drawingml/2006/main">
            <a:r>
              <a:t>【答案/检查标准】面条儿miàntiáor；饺子jiǎozi；菜cài；饭fàn。</a:t>
            </a:r>
            <a:endParaRPr/>
          </a:p>
          <a:p xmlns:a="http://schemas.openxmlformats.org/drawingml/2006/main">
            <a:r>
              <a:t>【教材来源】印P.30–31/PDF44–45：生词12–15及课文2场景；“饭”和四张清晰语义图为教师补充。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【课时定位】第二课时｜操练</a:t>
            </a:r>
            <a:endParaRPr/>
          </a:p>
          <a:p xmlns:a="http://schemas.openxmlformats.org/drawingml/2006/main">
            <a:r>
              <a:t>【本页目标】把食物词组成“做＋食物”和“一些＋名词”短语。</a:t>
            </a:r>
            <a:endParaRPr/>
          </a:p>
          <a:p xmlns:a="http://schemas.openxmlformats.org/drawingml/2006/main">
            <a:r>
              <a:t>【建议用时】3分钟。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【教学顺序】从词库各连出三组短语。</a:t>
            </a:r>
            <a:endParaRPr/>
          </a:p>
          <a:p xmlns:a="http://schemas.openxmlformats.org/drawingml/2006/main">
            <a:r>
              <a:t>【教师动作/话术】先示范“做饭／一些菜”，再让学生独立连线。</a:t>
            </a:r>
            <a:endParaRPr/>
          </a:p>
          <a:p xmlns:a="http://schemas.openxmlformats.org/drawingml/2006/main">
            <a:r>
              <a:t>【学生任务】口头组合并读出六组短语。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【常见问题】只读单词时指箭头要求合成短语。</a:t>
            </a:r>
            <a:endParaRPr/>
          </a:p>
          <a:p xmlns:a="http://schemas.openxmlformats.org/drawingml/2006/main">
            <a:r>
              <a:t>【答案/检查标准】可接受：做饭、做菜、做面条儿、做饺子；一些菜、一些饺子、一些面条儿。</a:t>
            </a:r>
            <a:endParaRPr/>
          </a:p>
          <a:p xmlns:a="http://schemas.openxmlformats.org/drawingml/2006/main">
            <a:r>
              <a:t>【教材来源】印P.30–31/PDF44–45：课文2末轮及生词12–15。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【课时定位】第二课时｜听力理解</a:t>
            </a:r>
            <a:endParaRPr/>
          </a:p>
          <a:p xmlns:a="http://schemas.openxmlformats.org/drawingml/2006/main">
            <a:r>
              <a:t>【本页目标】听懂课文2并完成教材原两题。</a:t>
            </a:r>
            <a:endParaRPr/>
          </a:p>
          <a:p xmlns:a="http://schemas.openxmlformats.org/drawingml/2006/main">
            <a:r>
              <a:t>【建议用时】5分钟。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【教学顺序】看原选项，听两遍后写字母。</a:t>
            </a:r>
            <a:endParaRPr/>
          </a:p>
          <a:p xmlns:a="http://schemas.openxmlformats.org/drawingml/2006/main">
            <a:r>
              <a:t>【教师动作/话术】朗读稿：王一雪：你会做饭吗？杨同乐：我会做。王一雪：你会做什么？杨同乐：我会做面条儿、饺子，也会做一些菜。星期天我也做饭。第一遍以自然语速完整朗读全文，全文后停5秒；第二遍逐句朗读，每句后停2秒。</a:t>
            </a:r>
            <a:endParaRPr/>
          </a:p>
          <a:p xmlns:a="http://schemas.openxmlformats.org/drawingml/2006/main">
            <a:r>
              <a:t>【学生任务】完成两题并说完整答案。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【常见问题】只报字母时追问完整句和证据。</a:t>
            </a:r>
            <a:endParaRPr/>
          </a:p>
          <a:p xmlns:a="http://schemas.openxmlformats.org/drawingml/2006/main">
            <a:r>
              <a:t>【答案/检查标准】1.A，杨同乐会做饭，证据“你会做饭吗？—我会做”；2.C，杨同乐星期日也做饭，证据“星期天我也做饭”。</a:t>
            </a:r>
            <a:endParaRPr/>
          </a:p>
          <a:p xmlns:a="http://schemas.openxmlformats.org/drawingml/2006/main">
            <a:r>
              <a:t>【教材来源】印P.30/PDF44：课文2原听力两题、原选项、音频5-3；音频未嵌入，教师朗读；耳机图为教师补充。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【课时定位】第二课时｜答案核对</a:t>
            </a:r>
          </a:p>
          <a:p xmlns:a="http://schemas.openxmlformats.org/drawingml/2006/main">
            <a:r>
              <a:t>【本页目标】核对教材两题并在完整原文中定位证据。</a:t>
            </a:r>
          </a:p>
          <a:p xmlns:a="http://schemas.openxmlformats.org/drawingml/2006/main">
            <a:r>
              <a:t>【建议用时】4分钟。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【教学顺序】读完整课文，圈出两条答案句。</a:t>
            </a:r>
          </a:p>
          <a:p xmlns:a="http://schemas.openxmlformats.org/drawingml/2006/main">
            <a:r>
              <a:t>【教师动作/话术】完成第21页并收取答案后再显示本页；先核对1-A、2-C，再让学生圈“我会做”和“星期天我也做饭”。</a:t>
            </a:r>
          </a:p>
          <a:p xmlns:a="http://schemas.openxmlformats.org/drawingml/2006/main">
            <a:r>
              <a:t>【学生任务】朗读课文并圈出两条证据。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【常见问题】只圈单词时要求圈完整证据句。</a:t>
            </a:r>
          </a:p>
          <a:p xmlns:a="http://schemas.openxmlformats.org/drawingml/2006/main">
            <a:r>
              <a:t>【答案/检查标准】1-A，证据“我会做。”；2-C，证据“星期天我也做饭。”</a:t>
            </a:r>
          </a:p>
          <a:p xmlns:a="http://schemas.openxmlformats.org/drawingml/2006/main">
            <a:r>
              <a:t>【教材来源】印P.30/PDF44：课文2原题与四轮原文。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【课时定位】第二课时｜理解检查</a:t>
            </a:r>
            <a:endParaRPr/>
          </a:p>
          <a:p xmlns:a="http://schemas.openxmlformats.org/drawingml/2006/main">
            <a:r>
              <a:t>【本页目标】去拼音朗读四轮课文并回答两个理解问题。</a:t>
            </a:r>
            <a:endParaRPr/>
          </a:p>
          <a:p xmlns:a="http://schemas.openxmlformats.org/drawingml/2006/main">
            <a:r>
              <a:t>【建议用时】5分钟。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【教学顺序】分角色读，再回答“会做饭吗／会做什么”。</a:t>
            </a:r>
            <a:endParaRPr/>
          </a:p>
          <a:p xmlns:a="http://schemas.openxmlformats.org/drawingml/2006/main">
            <a:r>
              <a:t>【教师动作/话术】先分角色读一遍，再合上课本回答两题。</a:t>
            </a:r>
            <a:endParaRPr/>
          </a:p>
          <a:p xmlns:a="http://schemas.openxmlformats.org/drawingml/2006/main">
            <a:r>
              <a:t>【学生任务】分角色朗读并用完整句回答两题。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【常见问题】漏“也／一些”时回到原轮次重读。</a:t>
            </a:r>
            <a:endParaRPr/>
          </a:p>
          <a:p xmlns:a="http://schemas.openxmlformats.org/drawingml/2006/main">
            <a:r>
              <a:t>【答案/检查标准】1.会，杨同乐会做饭；2.杨同乐会做面条儿、饺子，也会做一些菜。</a:t>
            </a:r>
            <a:endParaRPr/>
          </a:p>
          <a:p xmlns:a="http://schemas.openxmlformats.org/drawingml/2006/main">
            <a:r>
              <a:t>【教材来源】印P.30–31/PDF44–45：课文2原文、角色朗读和理解。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【课时定位】第二课时｜语法聚焦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【本页目标】掌握会/不会/会…吗。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【建议用时】5分钟。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/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【教学顺序】观察三句并替换动作。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【教师动作/话术】用正句—否定—问句顺序归纳。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【学生任务】各读一句并替换动作词。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/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【常见问题】把“不”放到动词后时指回“不会”。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【答案/检查标准】我会做面条儿；我不会做菜；你会做饭吗？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【教材来源】印P.31/PDF45：“会”语法及三例。</a:t>
            </a:r>
            <a:endParaRPr sz="1400" b="0" i="0" u="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【课时定位】第二课时｜操练</a:t>
            </a:r>
            <a:endParaRPr/>
          </a:p>
          <a:p xmlns:a="http://schemas.openxmlformats.org/drawingml/2006/main">
            <a:r>
              <a:t>【本页目标】把图示能力写成完整陈述或问答。</a:t>
            </a:r>
            <a:endParaRPr/>
          </a:p>
          <a:p xmlns:a="http://schemas.openxmlformats.org/drawingml/2006/main">
            <a:r>
              <a:t>【建议用时】5分钟。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【教学顺序】看符号完成三题并朗读。</a:t>
            </a:r>
            <a:endParaRPr/>
          </a:p>
          <a:p xmlns:a="http://schemas.openxmlformats.org/drawingml/2006/main">
            <a:r>
              <a:t>【教师动作/话术】先示范第1题，后两题独立完成。</a:t>
            </a:r>
            <a:endParaRPr/>
          </a:p>
          <a:p xmlns:a="http://schemas.openxmlformats.org/drawingml/2006/main">
            <a:r>
              <a:t>【学生任务】写出并读出三题。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【常见问题】只填会/不会时要求读完整句。</a:t>
            </a:r>
            <a:endParaRPr/>
          </a:p>
          <a:p xmlns:a="http://schemas.openxmlformats.org/drawingml/2006/main">
            <a:r>
              <a:t>【答案/检查标准】1.李文会做饭；2.安妮不会做面条儿；3.会，王一雪会做饺子。</a:t>
            </a:r>
            <a:endParaRPr/>
          </a:p>
          <a:p xmlns:a="http://schemas.openxmlformats.org/drawingml/2006/main">
            <a:r>
              <a:t>【教材来源】印P.31/PDF45“会”；人物与符号为教师补充。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【课时定位】第二课时｜交际输出</a:t>
            </a:r>
            <a:endParaRPr/>
          </a:p>
          <a:p xmlns:a="http://schemas.openxmlformats.org/drawingml/2006/main">
            <a:r>
              <a:t>【本页目标】只用四个已学动作完成有边界的能力问答。</a:t>
            </a:r>
            <a:endParaRPr/>
          </a:p>
          <a:p xmlns:a="http://schemas.openxmlformats.org/drawingml/2006/main">
            <a:r>
              <a:t>【建议用时】5分钟。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【教学顺序】从词库选两项问同伴，再交换。</a:t>
            </a:r>
            <a:endParaRPr/>
          </a:p>
          <a:p xmlns:a="http://schemas.openxmlformats.org/drawingml/2006/main">
            <a:r>
              <a:t>【教师动作/话术】先示范一问一答；不允许临时加入未学动作。</a:t>
            </a:r>
            <a:endParaRPr/>
          </a:p>
          <a:p xmlns:a="http://schemas.openxmlformats.org/drawingml/2006/main">
            <a:r>
              <a:t>【学生任务】选两项完成问答并交换角色。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【常见问题】自由发挥造成生词负担时，指回四项词库。</a:t>
            </a:r>
            <a:endParaRPr/>
          </a:p>
          <a:p xmlns:a="http://schemas.openxmlformats.org/drawingml/2006/main">
            <a:r>
              <a:t>【答案/检查标准】开放答案；问句“你会……吗”，答句“我会／不会……”。</a:t>
            </a:r>
            <a:endParaRPr/>
          </a:p>
          <a:p xmlns:a="http://schemas.openxmlformats.org/drawingml/2006/main">
            <a:r>
              <a:t>【教材来源】印P.31/PDF45：根据实际情况对话；四项已学动作词库为教师补充。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【课时定位】第二课时｜交际输出</a:t>
            </a:r>
            <a:endParaRPr/>
          </a:p>
          <a:p xmlns:a="http://schemas.openxmlformats.org/drawingml/2006/main">
            <a:r>
              <a:t>【本页目标】采访两人、记录会不会，并汇报一人的完整信息。</a:t>
            </a:r>
            <a:endParaRPr/>
          </a:p>
          <a:p xmlns:a="http://schemas.openxmlformats.org/drawingml/2006/main">
            <a:r>
              <a:t>【建议用时】5分钟。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【教学顺序】问两人，记录后汇报一人。</a:t>
            </a:r>
            <a:endParaRPr/>
          </a:p>
          <a:p xmlns:a="http://schemas.openxmlformats.org/drawingml/2006/main">
            <a:r>
              <a:t>【教师动作/话术】示范一行记录，再随机点名汇报。</a:t>
            </a:r>
            <a:endParaRPr/>
          </a:p>
          <a:p xmlns:a="http://schemas.openxmlformats.org/drawingml/2006/main">
            <a:r>
              <a:t>【学生任务】完成两行记录并口头汇报一句。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【常见问题】只写会/不会时要求补姓名和动作。</a:t>
            </a:r>
            <a:endParaRPr/>
          </a:p>
          <a:p xmlns:a="http://schemas.openxmlformats.org/drawingml/2006/main">
            <a:r>
              <a:t>【答案/检查标准】开放答案；记录含姓名、动作、会/不会；汇报句如“安妮会做饭，不会做饺子”。</a:t>
            </a:r>
            <a:endParaRPr/>
          </a:p>
          <a:p xmlns:a="http://schemas.openxmlformats.org/drawingml/2006/main">
            <a:r>
              <a:t>【教材来源】印P.31/PDF45真实问答；采访、记录和汇报为教师补充。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【课时定位】第三课时｜检索复习</a:t>
            </a:r>
            <a:endParaRPr/>
          </a:p>
          <a:p xmlns:a="http://schemas.openxmlformats.org/drawingml/2006/main">
            <a:r>
              <a:t>【本页目标】检索日期、能力和电脑表达。</a:t>
            </a:r>
            <a:endParaRPr/>
          </a:p>
          <a:p xmlns:a="http://schemas.openxmlformats.org/drawingml/2006/main">
            <a:r>
              <a:t>【建议用时】2分钟。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【教学顺序】看图各说一句，不看拼音。</a:t>
            </a:r>
            <a:endParaRPr/>
          </a:p>
          <a:p xmlns:a="http://schemas.openxmlformats.org/drawingml/2006/main">
            <a:r>
              <a:t>【教师动作/话术】每图停三秒，第二轮加速。</a:t>
            </a:r>
            <a:endParaRPr/>
          </a:p>
          <a:p xmlns:a="http://schemas.openxmlformats.org/drawingml/2006/main">
            <a:r>
              <a:t>【学生任务】独立说三句。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【常见问题】只说词时追问“哪一天／会做什么／这是什么”。</a:t>
            </a:r>
            <a:endParaRPr/>
          </a:p>
          <a:p xmlns:a="http://schemas.openxmlformats.org/drawingml/2006/main">
            <a:r>
              <a:t>【答案/检查标准】可接受：今天5月17号；他会做饭；这是电脑。</a:t>
            </a:r>
            <a:endParaRPr/>
          </a:p>
          <a:p xmlns:a="http://schemas.openxmlformats.org/drawingml/2006/main">
            <a:r>
              <a:t>【教材来源】复习印P.27–33/PDF41–47。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【课时定位】第三课时｜语言输入</a:t>
            </a:r>
            <a:endParaRPr/>
          </a:p>
          <a:p xmlns:a="http://schemas.openxmlformats.org/drawingml/2006/main">
            <a:r>
              <a:t>【本页目标】认读下班、新、电脑，并组成“新电脑”。</a:t>
            </a:r>
            <a:endParaRPr/>
          </a:p>
          <a:p xmlns:a="http://schemas.openxmlformats.org/drawingml/2006/main">
            <a:r>
              <a:t>【建议用时】3分钟。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【教学顺序】看图跟读，再说“这是我的新电脑”。</a:t>
            </a:r>
            <a:endParaRPr/>
          </a:p>
          <a:p xmlns:a="http://schemas.openxmlformats.org/drawingml/2006/main">
            <a:r>
              <a:t>【教师动作/话术】从公司场景引出下班，从电脑图引出“新＋物品”。</a:t>
            </a:r>
            <a:endParaRPr/>
          </a:p>
          <a:p xmlns:a="http://schemas.openxmlformats.org/drawingml/2006/main">
            <a:r>
              <a:t>【学生任务】跟读三词并读陈述句。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【常见问题】把下班说成休息时回到工作场景。</a:t>
            </a:r>
            <a:endParaRPr/>
          </a:p>
          <a:p xmlns:a="http://schemas.openxmlformats.org/drawingml/2006/main">
            <a:r>
              <a:t>【答案/检查标准】能读“这是我的新电脑”。</a:t>
            </a:r>
            <a:endParaRPr/>
          </a:p>
          <a:p xmlns:a="http://schemas.openxmlformats.org/drawingml/2006/main">
            <a:r>
              <a:t>【教材来源】印P.32/PDF46：生词16–18及课文3场景。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【课时定位】第三课时｜语言输入</a:t>
            </a:r>
            <a:endParaRPr/>
          </a:p>
          <a:p xmlns:a="http://schemas.openxmlformats.org/drawingml/2006/main">
            <a:r>
              <a:t>【本页目标】用“真＋形容词”评价新电脑。</a:t>
            </a:r>
            <a:endParaRPr/>
          </a:p>
          <a:p xmlns:a="http://schemas.openxmlformats.org/drawingml/2006/main">
            <a:r>
              <a:t>【建议用时】3分钟。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【教学顺序】看图跟读，再评价新电脑。</a:t>
            </a:r>
            <a:endParaRPr/>
          </a:p>
          <a:p xmlns:a="http://schemas.openxmlformats.org/drawingml/2006/main">
            <a:r>
              <a:t>【教师动作/话术】先读“好看”，再加入程度副词“真”。</a:t>
            </a:r>
            <a:endParaRPr/>
          </a:p>
          <a:p xmlns:a="http://schemas.openxmlformats.org/drawingml/2006/main">
            <a:r>
              <a:t>【学生任务】读两词并说评价句。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【常见问题】把“真”当真假时回到赞叹语气。</a:t>
            </a:r>
            <a:endParaRPr/>
          </a:p>
          <a:p xmlns:a="http://schemas.openxmlformats.org/drawingml/2006/main">
            <a:r>
              <a:t>【答案/检查标准】新电脑真好看。</a:t>
            </a:r>
            <a:endParaRPr/>
          </a:p>
          <a:p xmlns:a="http://schemas.openxmlformats.org/drawingml/2006/main">
            <a:r>
              <a:t>【教材来源】印P.32/PDF46：生词19–20及课文3评价句。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【课时定位】第三课时｜语言输入</a:t>
            </a:r>
            <a:endParaRPr/>
          </a:p>
          <a:p xmlns:a="http://schemas.openxmlformats.org/drawingml/2006/main">
            <a:r>
              <a:t>【本页目标】认读喜欢、它，并区分他/她/它的指代对象。</a:t>
            </a:r>
            <a:endParaRPr/>
          </a:p>
          <a:p xmlns:a="http://schemas.openxmlformats.org/drawingml/2006/main">
            <a:r>
              <a:t>【建议用时】3分钟。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【教学顺序】观察三组搭配，再跟读喜欢、它和例句。</a:t>
            </a:r>
            <a:endParaRPr/>
          </a:p>
          <a:p xmlns:a="http://schemas.openxmlformats.org/drawingml/2006/main">
            <a:r>
              <a:t>【教师动作/话术】先按人/物指读“他、她、它”，说明三者同音但写法和指代不同；再用电脑图读“我真喜欢它”。</a:t>
            </a:r>
            <a:endParaRPr/>
          </a:p>
          <a:p xmlns:a="http://schemas.openxmlformats.org/drawingml/2006/main">
            <a:r>
              <a:t>【学生任务】跟读三组搭配并说出人和物的区别。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【常见问题】只记读音时追问“人还是东西”，再指回对应汉字。</a:t>
            </a:r>
            <a:endParaRPr/>
          </a:p>
          <a:p xmlns:a="http://schemas.openxmlformats.org/drawingml/2006/main">
            <a:r>
              <a:t>【答案/检查标准】男生→他；女生→她；电脑→它；例句“我真喜欢它”。</a:t>
            </a:r>
            <a:endParaRPr/>
          </a:p>
          <a:p xmlns:a="http://schemas.openxmlformats.org/drawingml/2006/main">
            <a:r>
              <a:t>【教材来源】印P.32/PDF46：生词21–22；他/她/它对比为教师补充。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【课时定位】第三课时｜听力理解</a:t>
            </a:r>
          </a:p>
          <a:p xmlns:a="http://schemas.openxmlformats.org/drawingml/2006/main">
            <a:r>
              <a:t>【本页目标】听懂课文3并完成教材原两题。</a:t>
            </a:r>
          </a:p>
          <a:p xmlns:a="http://schemas.openxmlformats.org/drawingml/2006/main">
            <a:r>
              <a:t>【建议用时】5分钟。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【教学顺序】看原选项，听两遍后写字母。</a:t>
            </a:r>
          </a:p>
          <a:p xmlns:a="http://schemas.openxmlformats.org/drawingml/2006/main">
            <a:r>
              <a:t>【教师动作/话术】朗读稿：王一雪：同乐，下班吗？杨同乐：下班。王一雪：这是你的新电脑吗？杨同乐：是的，是我的新电脑。王一雪：真好看！杨同乐：我也很喜欢它。第一遍以自然语速完整朗读全文，全文后停5秒；第二遍逐句朗读，每句后停2秒。</a:t>
            </a:r>
          </a:p>
          <a:p xmlns:a="http://schemas.openxmlformats.org/drawingml/2006/main">
            <a:r>
              <a:t>【学生任务】完成两题并说完整答案。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【常见问题】只报字母时追问人物和证据。</a:t>
            </a:r>
          </a:p>
          <a:p xmlns:a="http://schemas.openxmlformats.org/drawingml/2006/main">
            <a:r>
              <a:t>【答案/检查标准】1.B，杨同乐也下班，证据“同乐，下班吗？—下班”；2.C，杨同乐有一个新电脑，证据“这是你的新电脑吗？—是的，是我的新电脑”。</a:t>
            </a:r>
          </a:p>
          <a:p xmlns:a="http://schemas.openxmlformats.org/drawingml/2006/main">
            <a:r>
              <a:t>【教材来源】印P.31–32/PDF45–46：课文3原听力两题、原选项、音频5-5；音频未嵌入，教师朗读；耳机图为教师补充。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【课时定位】第三课时｜答案核对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【本页目标】核对1-B、2-C，并完整朗读课文3六轮对话。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【建议用时】4分钟。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/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【教学顺序】先核对答案，再分角色读两遍。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【教师动作/话术】完成第32页并收取答案后再显示本页；先核对1-B、2-C，第一遍有拼音，第二遍遮拼音。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【学生任务】按六轮顺序朗读并交换。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/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【常见问题】漏“是的”或“也”时定位原轮次重读。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【答案/检查标准】1-B；2-C；人物、六轮顺序、关键词和语气完整。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【教材来源】印P.31–32/PDF45–46：课文3原题、原文及角色朗读。</a:t>
            </a:r>
            <a:endParaRPr sz="1400" b="0" i="0" u="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【课时定位】第三课时｜理解检查</a:t>
            </a:r>
          </a:p>
          <a:p xmlns:a="http://schemas.openxmlformats.org/drawingml/2006/main">
            <a:r>
              <a:t>【本页目标】回答教材理解题并替换实物。</a:t>
            </a:r>
          </a:p>
          <a:p xmlns:a="http://schemas.openxmlformats.org/drawingml/2006/main">
            <a:r>
              <a:t>【建议用时】5分钟。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【教学顺序】先答两题，再用身边物品替换电脑。</a:t>
            </a:r>
          </a:p>
          <a:p xmlns:a="http://schemas.openxmlformats.org/drawingml/2006/main">
            <a:r>
              <a:t>【教师动作/话术】先收完整答案，再示范一次替换。</a:t>
            </a:r>
          </a:p>
          <a:p xmlns:a="http://schemas.openxmlformats.org/drawingml/2006/main">
            <a:r>
              <a:t>【学生任务】回答并完成一轮实物问答。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【常见问题】用“他”指电脑时回到代词对比页。</a:t>
            </a:r>
          </a:p>
          <a:p xmlns:a="http://schemas.openxmlformats.org/drawingml/2006/main">
            <a:r>
              <a:t>【答案/检查标准】1.杨同乐的新电脑真好看；2.杨同乐喜欢他的新电脑。替换答案开放。</a:t>
            </a:r>
          </a:p>
          <a:p xmlns:a="http://schemas.openxmlformats.org/drawingml/2006/main">
            <a:r>
              <a:t>【教材来源】印P.32/PDF46：教材理解题1–2。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【课时定位】第三课时｜综合练习</a:t>
            </a:r>
          </a:p>
          <a:p xmlns:a="http://schemas.openxmlformats.org/drawingml/2006/main">
            <a:r>
              <a:t>【本页目标】完成教材词库填空并读完整句。</a:t>
            </a:r>
          </a:p>
          <a:p xmlns:a="http://schemas.openxmlformats.org/drawingml/2006/main">
            <a:r>
              <a:t>【建议用时】4分钟。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【教学顺序】独立填字母，再同伴核对。</a:t>
            </a:r>
          </a:p>
          <a:p xmlns:a="http://schemas.openxmlformats.org/drawingml/2006/main">
            <a:r>
              <a:t>【教师动作/话术】限时两分钟，核对时要求读整句。</a:t>
            </a:r>
          </a:p>
          <a:p xmlns:a="http://schemas.openxmlformats.org/drawingml/2006/main">
            <a:r>
              <a:t>【学生任务】完成四题并读句子。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【常见问题】只写字母不读句时回到完整句。</a:t>
            </a:r>
          </a:p>
          <a:p xmlns:a="http://schemas.openxmlformats.org/drawingml/2006/main">
            <a:r>
              <a:t>【答案/检查标准】1.C；2.D；3.A；4a.E；4b.B。</a:t>
            </a:r>
          </a:p>
          <a:p xmlns:a="http://schemas.openxmlformats.org/drawingml/2006/main">
            <a:r>
              <a:t>【教材来源】印P.33/PDF47：选词填空词库与四题。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【课时定位】第三课时｜引导输出</a:t>
            </a:r>
          </a:p>
          <a:p xmlns:a="http://schemas.openxmlformats.org/drawingml/2006/main">
            <a:r>
              <a:t>【本页目标】完成教材看图输出中的日期任务。</a:t>
            </a:r>
          </a:p>
          <a:p xmlns:a="http://schemas.openxmlformats.org/drawingml/2006/main">
            <a:r>
              <a:t>【建议用时】3分钟。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【教学顺序】每张日历说一个完整句。</a:t>
            </a:r>
          </a:p>
          <a:p xmlns:a="http://schemas.openxmlformats.org/drawingml/2006/main">
            <a:r>
              <a:t>【教师动作/话术】先观察日历，不提示月份答案。</a:t>
            </a:r>
          </a:p>
          <a:p xmlns:a="http://schemas.openxmlformats.org/drawingml/2006/main">
            <a:r>
              <a:t>【学生任务】说出两张日历的日期和星期。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【常见问题】漏星期时只指星期栏。</a:t>
            </a:r>
          </a:p>
          <a:p xmlns:a="http://schemas.openxmlformats.org/drawingml/2006/main">
            <a:r>
              <a:t>【答案/检查标准】2025年9月7号，星期日；2025年5月1号，星期四。</a:t>
            </a:r>
          </a:p>
          <a:p xmlns:a="http://schemas.openxmlformats.org/drawingml/2006/main">
            <a:r>
              <a:t>【教材来源】印P.33/PDF47：看图任务1、4。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【课时定位】第三课时｜引导输出</a:t>
            </a:r>
          </a:p>
          <a:p xmlns:a="http://schemas.openxmlformats.org/drawingml/2006/main">
            <a:r>
              <a:t>【本页目标】完成教材看图输出中的能力任务。</a:t>
            </a:r>
          </a:p>
          <a:p xmlns:a="http://schemas.openxmlformats.org/drawingml/2006/main">
            <a:r>
              <a:t>【建议用时】3分钟。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【教学顺序】每幅图说一个完整句。</a:t>
            </a:r>
          </a:p>
          <a:p xmlns:a="http://schemas.openxmlformats.org/drawingml/2006/main">
            <a:r>
              <a:t>【教师动作/话术】只指图，不先给动词。</a:t>
            </a:r>
          </a:p>
          <a:p xmlns:a="http://schemas.openxmlformats.org/drawingml/2006/main">
            <a:r>
              <a:t>【学生任务】看两幅图说完整句。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【常见问题】只说“做饭/菜”时要求加主语和会。</a:t>
            </a:r>
          </a:p>
          <a:p xmlns:a="http://schemas.openxmlformats.org/drawingml/2006/main">
            <a:r>
              <a:t>【答案/检查标准】杨同乐会做饭；我会做两个菜。</a:t>
            </a:r>
          </a:p>
          <a:p xmlns:a="http://schemas.openxmlformats.org/drawingml/2006/main">
            <a:r>
              <a:t>【教材来源】印P.33/PDF47：看图任务2、3。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【课时定位】第三课时｜交际输出</a:t>
            </a:r>
            <a:endParaRPr/>
          </a:p>
          <a:p xmlns:a="http://schemas.openxmlformats.org/drawingml/2006/main">
            <a:r>
              <a:t>【本页目标】用会/不会完成教材小组游戏。</a:t>
            </a:r>
            <a:endParaRPr/>
          </a:p>
          <a:p xmlns:a="http://schemas.openxmlformats.org/drawingml/2006/main">
            <a:r>
              <a:t>【建议用时】4分钟。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【教学顺序】四人一组，用词卡轮流问答。</a:t>
            </a:r>
            <a:endParaRPr/>
          </a:p>
          <a:p xmlns:a="http://schemas.openxmlformats.org/drawingml/2006/main">
            <a:r>
              <a:t>【教师动作/话术】给四张词卡；每轮一人提问，其余抢答。</a:t>
            </a:r>
            <a:endParaRPr/>
          </a:p>
          <a:p xmlns:a="http://schemas.openxmlformats.org/drawingml/2006/main">
            <a:r>
              <a:t>【学生任务】用完整问句和答句参与游戏。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【常见问题】抢答只喊会时要求补主语和动作。</a:t>
            </a:r>
            <a:endParaRPr/>
          </a:p>
          <a:p xmlns:a="http://schemas.openxmlformats.org/drawingml/2006/main">
            <a:r>
              <a:t>【答案/检查标准】问句含“会…吗”；答句含“会/不会+动作”。</a:t>
            </a:r>
            <a:endParaRPr/>
          </a:p>
          <a:p xmlns:a="http://schemas.openxmlformats.org/drawingml/2006/main">
            <a:r>
              <a:t>【教材来源】印P.34/PDF48：小组游戏及示例。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【课时定位】第三课时｜交际输出</a:t>
            </a:r>
            <a:endParaRPr/>
          </a:p>
          <a:p xmlns:a="http://schemas.openxmlformats.org/drawingml/2006/main">
            <a:r>
              <a:t>【本页目标】用本课语言介绍饺子。</a:t>
            </a:r>
            <a:endParaRPr/>
          </a:p>
          <a:p xmlns:a="http://schemas.openxmlformats.org/drawingml/2006/main">
            <a:r>
              <a:t>【建议用时】2分钟。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【教学顺序】看图，用三句话介绍饺子。</a:t>
            </a:r>
            <a:endParaRPr/>
          </a:p>
          <a:p xmlns:a="http://schemas.openxmlformats.org/drawingml/2006/main">
            <a:r>
              <a:t>【教师动作/话术】先让学生命名，再追问喜欢/会不会做。</a:t>
            </a:r>
            <a:endParaRPr/>
          </a:p>
          <a:p xmlns:a="http://schemas.openxmlformats.org/drawingml/2006/main">
            <a:r>
              <a:t>【学生任务】说出名称、喜好和能力。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【常见问题】不把文化页变成知识讲解，只练三句。</a:t>
            </a:r>
            <a:endParaRPr/>
          </a:p>
          <a:p xmlns:a="http://schemas.openxmlformats.org/drawingml/2006/main">
            <a:r>
              <a:t>【答案/检查标准】这是饺子；我喜欢/不喜欢饺子；我会/不会做饺子。</a:t>
            </a:r>
            <a:endParaRPr/>
          </a:p>
          <a:p xmlns:a="http://schemas.openxmlformats.org/drawingml/2006/main">
            <a:r>
              <a:t>【教材来源】印P.34/PDF48：饺子彩蛋与视频5-1入口；视频未嵌入，仅保留教材入口说明。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【课时定位】第三课时｜交际输出</a:t>
            </a:r>
            <a:endParaRPr/>
          </a:p>
          <a:p xmlns:a="http://schemas.openxmlformats.org/drawingml/2006/main">
            <a:r>
              <a:t>【本页目标】口头检验日期、会和评价三项目标。</a:t>
            </a:r>
            <a:endParaRPr/>
          </a:p>
          <a:p xmlns:a="http://schemas.openxmlformats.org/drawingml/2006/main">
            <a:r>
              <a:t>【建议用时】4分钟。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【教学顺序】依次口头回答三题，再和同伴互听。</a:t>
            </a:r>
            <a:endParaRPr/>
          </a:p>
          <a:p xmlns:a="http://schemas.openxmlformats.org/drawingml/2006/main">
            <a:r>
              <a:t>【教师动作/话术】逐题给思考时间，只收完整句，不要求抄写。</a:t>
            </a:r>
            <a:endParaRPr/>
          </a:p>
          <a:p xmlns:a="http://schemas.openxmlformats.org/drawingml/2006/main">
            <a:r>
              <a:t>【学生任务】口头回答并互听三句。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【常见问题】单词式答案要求补成完整句。</a:t>
            </a:r>
            <a:endParaRPr/>
          </a:p>
          <a:p xmlns:a="http://schemas.openxmlformats.org/drawingml/2006/main">
            <a:r>
              <a:t>【答案/检查标准】1.日期顺序正确；2.含会+动作；3.含真好看/喜欢它。开放答案。</a:t>
            </a:r>
            <a:endParaRPr/>
          </a:p>
          <a:p xmlns:a="http://schemas.openxmlformats.org/drawingml/2006/main">
            <a:r>
              <a:t>【教材来源】覆盖印P.27–34/PDF41–48三项目标；教师设计口头出口。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4376eb01274aa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520227b6f14ab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df04b811eb4ab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c801ab68674dc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2a72957fcb4de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8b3a7422ac402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a847922c8c487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1cd49b5c1e40c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9db03bd6a042a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a9f9a1a8564fe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30a444518a459c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361cbaa1614a66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548896bbb0d4e0e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4c55ce883f74095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8e77458af3f4260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d145284d39d4b0f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26bde8d2e0242ac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11cfff2799b450f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101cb217f1048ac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a168a533a2047ca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670a4b9c6174f2b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45a58dff3784c61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15f073005574f58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54e46ad48334fe9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316c1b1f3144658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1afe2f9fc8142c7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58b4e147295466e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3fd4cd2b0cd4802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ac160c38c424d94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6a75a73feb04715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0524e1bcdd942d7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07333eb67234f82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e33163d9e264ce3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071262572ca41d2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abea71a082547ea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15C4BA8-3487-40AC-8175-F050D08541F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B2E8BFFA-0FB8-4396-A3D5-EE9CD956392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B35E799-CF4C-43A4-865A-248A25E211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7C1CB37-CF50-41A7-AD39-37853A39DB3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40B1BA2-EB72-4E6A-A370-87879B5734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3DF5AC7-4CBB-4E5A-AB40-62AC78F001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112B68B-3A4C-4D7A-9FD3-3943672786D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B589B68-2E8A-4730-AFBB-5EC161D4F7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8F203D4-3046-4D05-AA99-0EAA888D7F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C88BF10-E430-4000-B1EB-1CE74EDFA6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82F23C2-6C31-43A0-8C5E-B388490F36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03E43ED-6885-4210-BE4A-BFB2A60171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FF0E3D2-5D36-40D8-96E6-730B4713750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DE7371C-DEE7-4803-B862-F993B9B5275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F15B718-FD15-464A-920D-CBDAF756DC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F719504-ED9F-47B8-8327-F841EE9E71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BAADD4E3-56CF-4038-A272-DBB298B9D95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3C3CA067-993E-4100-B596-8F78E79D458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783FE52D-D04F-4771-A4AC-F6B9BFBDB8E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EF9E0E0-E0BB-4B8B-A090-32E752B612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593CD7B-70EF-4E44-B0BB-F97ECEF3C1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ED422D4-24A0-487D-ACC1-6122089C50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4254E97-CCFC-4F59-9709-DE4E3A7FEB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24D74C4D-9E2C-436E-9888-59A9220256E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ECCBE05-FD41-4417-9AE7-0BCAC718F9B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0FCB5F02-9200-4156-AD16-E45C2D3489D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DF35944-9965-48E5-9F27-2F395E8497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D29B4E8F-B321-4450-AD21-AE8DDF991B0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62E335D5-77F6-4F35-B9E7-1CCEBC399B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943B593-ED84-4789-9EC5-BFF4AF0E22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EBC99174-1C04-4E21-8200-35670EEEFF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D3CF716E-7FA6-4F72-9974-96C9556BD5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2DCE953B-3083-4445-804E-80A857A07A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D73289CD-17FC-440B-A52A-EF685D7B69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14C71829-D425-48DF-9B49-4AC33D00FDC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FE3CA769-D569-4FC4-B628-14A964482C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60C381B-C09C-4C50-AF41-733034309D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40D9418F-D809-4048-8A41-0327D392B59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A7800276-31E2-441C-91FE-2945DA52A21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10AE342-97B4-4FB5-B82D-9038D3F1260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0110AA8-82DD-48E9-95CC-903E2A8C68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F87BD12-103A-4BAB-A38C-BE9D807224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0527B5E-D2CB-4A05-8B9E-077348036C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667A0FCD-FC14-41F3-A005-42162F015F8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F5C5F73-5B94-45CA-84CB-463D15532A0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B60E73DF-904E-492F-84B8-5940A821AAC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8C01AA0-B6AE-4711-8FE4-E5E63A50AA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7EDEF9EA-5041-4C82-8A5D-54E216C36B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37C3CBD-2A36-4924-A645-CE1AFD3BD6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9929B56-6CB1-4543-946B-DC8A14BFF5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1202888-F734-4620-A4E9-C99A10DB89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CC80F8A-C79D-47EE-B9C8-4069ED73AE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16F87A3-BE5A-4951-9F13-409E8D841F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5B3A3E21-6CC9-48A9-886F-6B5A2A7210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B805ABA6-139B-4649-8BCF-D9A7F1470A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BF795D4-C8E4-4B20-A946-EF3B6E7D9B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C4480AB-ED66-4EDA-B9F9-E568396B55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CAFA87C-62F7-4079-B6FF-3E7A019756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正文页-10007_14"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58FA658B-D7A6-4CCC-AD59-9B69B04B75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059446CB-3936-4D57-89B2-B0E97F363E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3EA229F-7B88-4383-BF9E-ED5547D09D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标题 5">
            <a:extLst xmlns:a="http://schemas.openxmlformats.org/drawingml/2006/main">
              <a:ext uri="{FF2B5EF4-FFF2-40B4-BE49-F238E27FC236}">
                <a16:creationId xmlns:a16="http://schemas.microsoft.com/office/drawing/2014/main" id="{DAEBDBAF-E11F-49DF-B58D-64119C357090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 hasCustomPrompt="1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单击此处添加标题</a:t>
            </a:r>
            <a:endParaRPr/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B091E01D-CDBA-4626-8434-6406906096F9}"/>
              </a:ext>
            </a:extLst>
          </p:cNvPr>
          <p:cNvSpPr>
            <a:spLocks xmlns:a="http://schemas.openxmlformats.org/drawingml/2006/main" noGrp="1"/>
          </p:cNvSpPr>
          <p:nvPr>
            <p:ph type="body" idx="16386" hasCustomPrompt="1"/>
          </p:nvPr>
        </p:nvSpPr>
        <p:spPr>
          <a:xfrm xmlns:a="http://schemas.openxmlformats.org/drawingml/2006/main">
            <a:off x="609600" y="29972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单击此处添加项标题</a:t>
            </a:r>
            <a:endParaRPr/>
          </a:p>
        </p:txBody>
      </p:sp>
      <p:sp>
        <p:nvSpPr>
          <p:cNvPr id="8" name="文本占位符 7">
            <a:extLst xmlns:a="http://schemas.openxmlformats.org/drawingml/2006/main">
              <a:ext uri="{FF2B5EF4-FFF2-40B4-BE49-F238E27FC236}">
                <a16:creationId xmlns:a16="http://schemas.microsoft.com/office/drawing/2014/main" id="{C8387154-E580-4696-806B-E3F4C89CA59D}"/>
              </a:ext>
            </a:extLst>
          </p:cNvPr>
          <p:cNvSpPr>
            <a:spLocks xmlns:a="http://schemas.openxmlformats.org/drawingml/2006/main" noGrp="1"/>
          </p:cNvSpPr>
          <p:nvPr>
            <p:ph type="body" idx="16387" hasCustomPrompt="1"/>
          </p:nvPr>
        </p:nvSpPr>
        <p:spPr>
          <a:xfrm xmlns:a="http://schemas.openxmlformats.org/drawingml/2006/main">
            <a:off x="609600" y="3556000"/>
            <a:ext cx="3251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单击此处添加项正文</a:t>
            </a:r>
            <a:endParaRPr/>
          </a:p>
        </p:txBody>
      </p:sp>
      <p:sp>
        <p:nvSpPr>
          <p:cNvPr id="9" name="文本占位符 8">
            <a:extLst xmlns:a="http://schemas.openxmlformats.org/drawingml/2006/main">
              <a:ext uri="{FF2B5EF4-FFF2-40B4-BE49-F238E27FC236}">
                <a16:creationId xmlns:a16="http://schemas.microsoft.com/office/drawing/2014/main" id="{4BDEDDAA-C10D-4AFF-81B6-5E68EBD3ADA4}"/>
              </a:ext>
            </a:extLst>
          </p:cNvPr>
          <p:cNvSpPr>
            <a:spLocks xmlns:a="http://schemas.openxmlformats.org/drawingml/2006/main" noGrp="1"/>
          </p:cNvSpPr>
          <p:nvPr>
            <p:ph type="body" idx="16388" hasCustomPrompt="1"/>
          </p:nvPr>
        </p:nvSpPr>
        <p:spPr>
          <a:xfrm xmlns:a="http://schemas.openxmlformats.org/drawingml/2006/main">
            <a:off x="4470400" y="29972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单击此处添加项标题</a:t>
            </a:r>
            <a:endParaRPr/>
          </a:p>
        </p:txBody>
      </p:sp>
      <p:sp>
        <p:nvSpPr>
          <p:cNvPr id="10" name="文本占位符 9">
            <a:extLst xmlns:a="http://schemas.openxmlformats.org/drawingml/2006/main">
              <a:ext uri="{FF2B5EF4-FFF2-40B4-BE49-F238E27FC236}">
                <a16:creationId xmlns:a16="http://schemas.microsoft.com/office/drawing/2014/main" id="{2F264451-162D-4ECA-B42C-C1AB6E0DA282}"/>
              </a:ext>
            </a:extLst>
          </p:cNvPr>
          <p:cNvSpPr>
            <a:spLocks xmlns:a="http://schemas.openxmlformats.org/drawingml/2006/main" noGrp="1"/>
          </p:cNvSpPr>
          <p:nvPr>
            <p:ph type="body" idx="16389" hasCustomPrompt="1"/>
          </p:nvPr>
        </p:nvSpPr>
        <p:spPr>
          <a:xfrm xmlns:a="http://schemas.openxmlformats.org/drawingml/2006/main">
            <a:off x="4470400" y="3556000"/>
            <a:ext cx="3251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单击此处添加项正文</a:t>
            </a:r>
            <a:endParaRPr/>
          </a:p>
        </p:txBody>
      </p:sp>
      <p:sp>
        <p:nvSpPr>
          <p:cNvPr id="11" name="文本占位符 10">
            <a:extLst xmlns:a="http://schemas.openxmlformats.org/drawingml/2006/main">
              <a:ext uri="{FF2B5EF4-FFF2-40B4-BE49-F238E27FC236}">
                <a16:creationId xmlns:a16="http://schemas.microsoft.com/office/drawing/2014/main" id="{EE7FE059-302D-4006-9A3B-1BE428462A90}"/>
              </a:ext>
            </a:extLst>
          </p:cNvPr>
          <p:cNvSpPr>
            <a:spLocks xmlns:a="http://schemas.openxmlformats.org/drawingml/2006/main" noGrp="1"/>
          </p:cNvSpPr>
          <p:nvPr>
            <p:ph type="body" idx="16390" hasCustomPrompt="1"/>
          </p:nvPr>
        </p:nvSpPr>
        <p:spPr>
          <a:xfrm xmlns:a="http://schemas.openxmlformats.org/drawingml/2006/main">
            <a:off x="8331200" y="29972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单击此处添加项标题</a:t>
            </a:r>
            <a:endParaRPr/>
          </a:p>
        </p:txBody>
      </p:sp>
      <p:sp>
        <p:nvSpPr>
          <p:cNvPr id="12" name="文本占位符 11">
            <a:extLst xmlns:a="http://schemas.openxmlformats.org/drawingml/2006/main">
              <a:ext uri="{FF2B5EF4-FFF2-40B4-BE49-F238E27FC236}">
                <a16:creationId xmlns:a16="http://schemas.microsoft.com/office/drawing/2014/main" id="{31BD13B0-F71D-4BBD-B3A2-9F5A6D6057AE}"/>
              </a:ext>
            </a:extLst>
          </p:cNvPr>
          <p:cNvSpPr>
            <a:spLocks xmlns:a="http://schemas.openxmlformats.org/drawingml/2006/main" noGrp="1"/>
          </p:cNvSpPr>
          <p:nvPr>
            <p:ph type="body" idx="16391" hasCustomPrompt="1"/>
          </p:nvPr>
        </p:nvSpPr>
        <p:spPr>
          <a:xfrm xmlns:a="http://schemas.openxmlformats.org/drawingml/2006/main">
            <a:off x="8331200" y="3556000"/>
            <a:ext cx="3251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单击此处添加项正文</a:t>
            </a:r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0218C20-2B95-4230-B0A1-8DB48204440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A5291608-668A-4B24-9D2A-89E46EF905B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D87ABE1-D674-4325-B5AF-FB0B344F7D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6A4CAB0-740D-4E18-A0F7-6F29A006BD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55A905E-137D-4628-B1E0-99AECFA5CF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AF39BBB-2532-419E-89F2-22ABDCC9BB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9028CD9-90EB-4FC3-AB65-7C899F49807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0F42AAA-5763-45AE-A01D-E00D93D742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8AB39C2-3D59-4BE8-BD6D-FAF6ADC606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714CCAF-BD65-4FCC-9D9A-426D263646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A6F233F-FFE3-466F-8525-F260B7B30F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D3E10E7-3462-4B4D-B87F-F507845FC6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226C199-EFF3-4D7D-89C4-A7ADD88043E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9208E5C-A74A-41A4-8080-F9B35ED620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FFDD259-014C-4F33-ABD4-0CEAFCC6C0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9EB0A2A-EA4A-42B3-A351-5A08086724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E717045-B584-4336-B05E-C1B6174D546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679DB6E1-97C2-4DD2-8DC1-5357D99AE06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3CAFA89-1DA8-4A62-A04D-3B1A2F7742A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BB7AF832-9807-46A6-A459-DF53397F6D5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773D761-0FE7-4586-85C3-27B00FFE77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0E753D6-4D8B-4C73-AF6A-15B2A49747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5E954FF-AFBC-4334-9E93-8924B7C8EA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4B6F224-5B3C-41FA-A941-99CC96399B6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475F0557-7784-4539-9440-971BC825CB1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20ADC3A9-FD30-46E0-B150-CF931907F8E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210B611-C97D-493D-9D9F-24AE4FAF3A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B76DF7CE-7CD7-4BBB-89A2-4DF460B4B69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364A147E-27FA-4146-B5A7-01F8313EB5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266C663-C832-4478-A4E8-C71670C28A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18945DD-ABDE-4E16-81EC-40106808E9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D0C69370-BB3C-4C2D-823A-B3A5C8C56D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C3A1A2C3-DDDD-42AF-AC4F-4E2026AF8D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A1C41FDA-2FA7-401A-B281-8FB3A982122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6E911AC-0D44-4679-BB81-4EB74D7F0E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9F00D63-6B78-4147-B245-32F841976B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13490D4-DD71-47ED-9208-C014A790F8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2B3C7FDA-791C-4363-93F6-CA072EE1FC5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803C76B3-9780-4D36-B377-AB70CD88873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33BD6E6-4AE9-498E-8DA1-B1620410238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013A8199-59CD-4A89-AD93-6989E962F32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DF8E5A95-16DB-40DF-9288-0765DBA9F65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1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0918E53-0951-44D7-AF8A-1B5E7BE295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69EE092E-3676-4DE5-A698-07CC2F0A005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5599043B-1EBE-42D9-BA2C-82905F66498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27D8DE7C-FCE5-423A-821F-228B41499F6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65F8C07-A536-4A2E-A91A-D7717454ED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E77107B-2FDE-403A-8AC5-77F855CA73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A735ACB-31C9-4EA7-AF1F-0413128539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BF56D3A3-6FB6-40EC-96F9-A149B6FCD1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473E713-EB8C-4435-8D30-EA24EAED9A1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57C8A0D-B803-48AA-B889-6FA92EA715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21B91DF-C93C-4C98-8670-64B865490E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3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3B6B2514-84D4-40FA-88AF-485C3F6522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DE68BD21-B911-4563-A044-9745CF0A0B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DAFFEE3-B158-4AB9-89A2-9B6E6E21F7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833C334-3AB1-49E5-A2E9-AFD858516A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2F1FBB0-AC34-470D-BCD4-C41698B0FB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4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9FA0342-62C3-4FE5-AC38-2652E5FD200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96BA2A93-F721-4F19-9BCE-B0515CA2843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D49577A-6767-49E8-8C6D-5C82A22177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ADF69A4-6D77-4230-8F08-9C88400CA9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CBC9BE9-32AF-46B2-8255-718743296A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5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D55FB9D-5FA5-4D76-8AF8-1A05C8F4E7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C5FAE3A-3554-4813-A2DF-CEAC9DB41ED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C4DAFC3-8DC5-41D7-8956-D1E0CB3B53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45D769E-3C67-4470-8816-C84DE94839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CF6A83B-947B-44FB-920E-DD83BAA9DD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6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EF11F47-9194-4D99-8D84-F52DC55B73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43137CD-A6FC-4281-A445-15139D5515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07F0FB5-3F82-40AA-B21C-6E8EED706E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3044489-0E97-4005-8DB8-CDD80B0AE35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48BBBE5-E6FB-4EA6-82D1-0BFB931B1F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7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91780A8-5991-4CA5-9FF7-F2982B5B87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7802319-8192-48D4-AFB4-09A2032BD64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F285F8D-7D52-42DF-BB7F-010EFC6F78B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6AF9AD3-F930-412C-9BEE-E6F03E96D80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C1A30F9-90D0-4E9F-BF1D-F63C7DB0E5F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F99EC2A9-B199-46B3-837C-F6208E26C4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8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6DA5410-B35C-4245-B3A3-33AB2CB328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87B8151-FAB3-44E9-B80E-7C134CED8F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CDED57F2-CD94-4E39-9EDC-A1FB468B5B0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959EEC4A-B9FC-4621-A917-53583E22FF3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C5EE54E5-F064-48BF-B4D9-D772BB54FC1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9D76E987-4C95-44B2-BC13-D73A0EB9451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C857720B-B486-4898-9CA3-2069AB86FD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78393832-B8A1-4AF0-AD8A-5BAC200404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9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A4FCBF7-C59E-45B9-A18D-8888E91988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6EB8051A-44E0-42CC-858A-E095265D90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9C3D50C9-EB86-4950-85EA-1C5C59021C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04CC659-F269-48D3-A486-C1F548EC3F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0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DF382304-F319-4767-8655-30523156CA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D0803552-4D84-46F8-82C0-14C36F157A5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63BB43CE-0ADC-4ED2-B0BB-382108A492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1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615C7CF-B971-4B3E-A687-F8740373C8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0846982-DE3D-4EE5-B138-5248B0EC09A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0041D7C-A840-4BD5-A49E-DAD90A3FAFA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EB84598-6269-4E3C-AB32-429FC351F88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2FD09F2-A9E4-4544-9FD3-CE3FF6FA3A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CFA512C-709C-4C07-8D95-4F870F0EB9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2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17EDE43-F08F-4E36-A9A0-6B822667D5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1C981ACE-DFBE-46A9-8602-4D5CADA1343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1499235-B654-4E06-AA9F-4EDC509776B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D3108D6-03CD-40A5-90A2-C136950F767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1E709537-BA77-4DAE-A747-3A79D02D17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DF3A9FD-0113-4BA1-BBCC-5184508B54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3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9CC282E-B51E-4B0B-A1B3-0C2B38E515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C5EA4348-EC0A-455C-A742-A6AD7BBCD0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E379B4A-BE65-4F20-A4F9-74D5FB4C75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33C7C04-A69F-45E6-AADB-C50D9EBCD2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7F875AF-E978-404F-AF6E-EE894CBD67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4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B69D22EE-EC50-4216-B52E-281183B974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4E7D24B0-D18B-4E92-BA4B-986CDC3483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52D6FDC-CAE7-4F6F-9C58-9D1915D031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3B33DC4-7BE3-43D0-92C8-8DE3D80BA31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B7A1AAF-1221-43CA-B5C2-FE10C186C9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5.xml><?xml version="1.0" encoding="utf-8"?>
<p:sldLayout xmlns:p="http://schemas.openxmlformats.org/presentationml/2006/main" preserve="1">
  <p:cSld name="MASTER"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43AD729-5FB0-4503-8EAC-FADB40C8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1320" y="6473952"/>
            <a:ext cx="1143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9A8776"/>
                </a:solidFill>
                <a:latin typeface="微软雅黑"/>
                <a:ea typeface="微软雅黑"/>
                <a:cs typeface="微软雅黑"/>
              </a:rPr>
              <a:t>HSK 1 · 第三课</a:t>
            </a:r>
            <a:endParaRPr sz="7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5702CB9-C462-423C-AA1F-6A40DBCDF7F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9184" y="6446520"/>
            <a:ext cx="22860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750">
                <a:solidFill>
                  <a:srgbClr val="9A877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d99e337766444b" /><Relationship Type="http://schemas.openxmlformats.org/officeDocument/2006/relationships/slideLayout" Target="/ppt/slideLayouts/slideLayout1.xml" Id="R38d9f6a335e74a6f" /><Relationship Type="http://schemas.openxmlformats.org/officeDocument/2006/relationships/slideLayout" Target="/ppt/slideLayouts/slideLayout2.xml" Id="Ree6f48ba563a4832" /><Relationship Type="http://schemas.openxmlformats.org/officeDocument/2006/relationships/slideLayout" Target="/ppt/slideLayouts/slideLayout3.xml" Id="Rbf7587c7d6084f93" /><Relationship Type="http://schemas.openxmlformats.org/officeDocument/2006/relationships/slideLayout" Target="/ppt/slideLayouts/slideLayout4.xml" Id="Rfbabe190f65c4c3f" /><Relationship Type="http://schemas.openxmlformats.org/officeDocument/2006/relationships/slideLayout" Target="/ppt/slideLayouts/slideLayout5.xml" Id="R5c4a2687f6a34ca0" /><Relationship Type="http://schemas.openxmlformats.org/officeDocument/2006/relationships/slideLayout" Target="/ppt/slideLayouts/slideLayout6.xml" Id="Rccf1299194db4010" /><Relationship Type="http://schemas.openxmlformats.org/officeDocument/2006/relationships/slideLayout" Target="/ppt/slideLayouts/slideLayout7.xml" Id="Radd7e2e205e34d4f" /><Relationship Type="http://schemas.openxmlformats.org/officeDocument/2006/relationships/slideLayout" Target="/ppt/slideLayouts/slideLayout8.xml" Id="R954623674f4f4f9c" /><Relationship Type="http://schemas.openxmlformats.org/officeDocument/2006/relationships/slideLayout" Target="/ppt/slideLayouts/slideLayout9.xml" Id="R02a0af17f8054133" /><Relationship Type="http://schemas.openxmlformats.org/officeDocument/2006/relationships/slideLayout" Target="/ppt/slideLayouts/slideLayout10.xml" Id="Rc561784e1a104b29" /><Relationship Type="http://schemas.openxmlformats.org/officeDocument/2006/relationships/slideLayout" Target="/ppt/slideLayouts/slideLayout11.xml" Id="R99c61653a2744ff1" /><Relationship Type="http://schemas.openxmlformats.org/officeDocument/2006/relationships/slideLayout" Target="/ppt/slideLayouts/slideLayout12.xml" Id="R1df462f4eb644b63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5b64c446decd4b06" /><Relationship Type="http://schemas.openxmlformats.org/officeDocument/2006/relationships/slideLayout" Target="/ppt/slideLayouts/slideLayout13.xml" Id="R65bf96754fd44d6b" /><Relationship Type="http://schemas.openxmlformats.org/officeDocument/2006/relationships/slideLayout" Target="/ppt/slideLayouts/slideLayout14.xml" Id="R804e8f958bcb4b81" /><Relationship Type="http://schemas.openxmlformats.org/officeDocument/2006/relationships/slideLayout" Target="/ppt/slideLayouts/slideLayout15.xml" Id="R7cb18be34efc461a" /><Relationship Type="http://schemas.openxmlformats.org/officeDocument/2006/relationships/slideLayout" Target="/ppt/slideLayouts/slideLayout16.xml" Id="R3564e15e6f084ddd" /><Relationship Type="http://schemas.openxmlformats.org/officeDocument/2006/relationships/slideLayout" Target="/ppt/slideLayouts/slideLayout17.xml" Id="R5569aee493574d37" /><Relationship Type="http://schemas.openxmlformats.org/officeDocument/2006/relationships/slideLayout" Target="/ppt/slideLayouts/slideLayout18.xml" Id="Rd7f167518b874773" /><Relationship Type="http://schemas.openxmlformats.org/officeDocument/2006/relationships/slideLayout" Target="/ppt/slideLayouts/slideLayout19.xml" Id="R91eec6e113d949a3" /><Relationship Type="http://schemas.openxmlformats.org/officeDocument/2006/relationships/slideLayout" Target="/ppt/slideLayouts/slideLayout20.xml" Id="R6aaaa777f1874735" /><Relationship Type="http://schemas.openxmlformats.org/officeDocument/2006/relationships/slideLayout" Target="/ppt/slideLayouts/slideLayout21.xml" Id="R180f890aa1ae47c7" /><Relationship Type="http://schemas.openxmlformats.org/officeDocument/2006/relationships/slideLayout" Target="/ppt/slideLayouts/slideLayout22.xml" Id="Re28593ee4d9a4b3a" /><Relationship Type="http://schemas.openxmlformats.org/officeDocument/2006/relationships/slideLayout" Target="/ppt/slideLayouts/slideLayout23.xml" Id="Rd067d00a330a4c84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924002f390194b12" /><Relationship Type="http://schemas.openxmlformats.org/officeDocument/2006/relationships/slideLayout" Target="/ppt/slideLayouts/slideLayout24.xml" Id="R525bcd075a27475b" /><Relationship Type="http://schemas.openxmlformats.org/officeDocument/2006/relationships/slideLayout" Target="/ppt/slideLayouts/slideLayout25.xml" Id="R31217252f1604639" /><Relationship Type="http://schemas.openxmlformats.org/officeDocument/2006/relationships/slideLayout" Target="/ppt/slideLayouts/slideLayout26.xml" Id="R1c0dc010b6424e29" /><Relationship Type="http://schemas.openxmlformats.org/officeDocument/2006/relationships/slideLayout" Target="/ppt/slideLayouts/slideLayout27.xml" Id="R30a346209a594f21" /><Relationship Type="http://schemas.openxmlformats.org/officeDocument/2006/relationships/slideLayout" Target="/ppt/slideLayouts/slideLayout28.xml" Id="R011f16afe81e43a9" /><Relationship Type="http://schemas.openxmlformats.org/officeDocument/2006/relationships/slideLayout" Target="/ppt/slideLayouts/slideLayout29.xml" Id="R42a076f606ce45a0" /><Relationship Type="http://schemas.openxmlformats.org/officeDocument/2006/relationships/slideLayout" Target="/ppt/slideLayouts/slideLayout30.xml" Id="R8f86ee1db39a4a7b" /><Relationship Type="http://schemas.openxmlformats.org/officeDocument/2006/relationships/slideLayout" Target="/ppt/slideLayouts/slideLayout31.xml" Id="Rf10a2c529dd04449" /><Relationship Type="http://schemas.openxmlformats.org/officeDocument/2006/relationships/slideLayout" Target="/ppt/slideLayouts/slideLayout32.xml" Id="R53f8b8ec435c4df2" /><Relationship Type="http://schemas.openxmlformats.org/officeDocument/2006/relationships/slideLayout" Target="/ppt/slideLayouts/slideLayout33.xml" Id="R088dff811b0a4ad0" /><Relationship Type="http://schemas.openxmlformats.org/officeDocument/2006/relationships/slideLayout" Target="/ppt/slideLayouts/slideLayout34.xml" Id="R3db7e2372b7645ea" /><Relationship Type="http://schemas.openxmlformats.org/officeDocument/2006/relationships/slideLayout" Target="/ppt/slideLayouts/slideLayout35.xml" Id="R97de7c31e5254a4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360C4AA4-E39D-49F5-9AD1-3A2C638E1E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67F0A28-43D5-4931-8A63-7A4B895A25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7E40E75-04DB-4D84-9F35-E30F3F5A96F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31D6032-9F9E-4617-AC76-558EDB7B402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1021A58-41A1-4584-9CEE-3096DCA9B52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d9f6a335e74a6f"/>
    <p:sldLayoutId xmlns:r="http://schemas.openxmlformats.org/officeDocument/2006/relationships" id="2147483650" r:id="Ree6f48ba563a4832"/>
    <p:sldLayoutId xmlns:r="http://schemas.openxmlformats.org/officeDocument/2006/relationships" id="2147483651" r:id="Rbf7587c7d6084f93"/>
    <p:sldLayoutId xmlns:r="http://schemas.openxmlformats.org/officeDocument/2006/relationships" id="2147483652" r:id="Rfbabe190f65c4c3f"/>
    <p:sldLayoutId xmlns:r="http://schemas.openxmlformats.org/officeDocument/2006/relationships" id="2147483653" r:id="R5c4a2687f6a34ca0"/>
    <p:sldLayoutId xmlns:r="http://schemas.openxmlformats.org/officeDocument/2006/relationships" id="2147483654" r:id="Rccf1299194db4010"/>
    <p:sldLayoutId xmlns:r="http://schemas.openxmlformats.org/officeDocument/2006/relationships" id="2147483655" r:id="Radd7e2e205e34d4f"/>
    <p:sldLayoutId xmlns:r="http://schemas.openxmlformats.org/officeDocument/2006/relationships" id="2147483656" r:id="R954623674f4f4f9c"/>
    <p:sldLayoutId xmlns:r="http://schemas.openxmlformats.org/officeDocument/2006/relationships" id="2147483657" r:id="R02a0af17f8054133"/>
    <p:sldLayoutId xmlns:r="http://schemas.openxmlformats.org/officeDocument/2006/relationships" id="2147483658" r:id="Rc561784e1a104b29"/>
    <p:sldLayoutId xmlns:r="http://schemas.openxmlformats.org/officeDocument/2006/relationships" id="2147483659" r:id="R99c61653a2744ff1"/>
    <p:sldLayoutId xmlns:r="http://schemas.openxmlformats.org/officeDocument/2006/relationships" id="2147483660" r:id="R1df462f4eb644b63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084549D2-8037-4225-BEE4-D7511D40EA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7AD1A5C-B3CE-42FF-9387-154062CE02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E6DE7F8-6DB4-42F2-8DBA-7249FC98F48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8F10573-EF25-492C-A904-1039A7B1889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F9F9CC6-73C7-4867-BEB9-35FE6F9E37B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2" r:id="R65bf96754fd44d6b"/>
    <p:sldLayoutId xmlns:r="http://schemas.openxmlformats.org/officeDocument/2006/relationships" id="2147483663" r:id="R804e8f958bcb4b81"/>
    <p:sldLayoutId xmlns:r="http://schemas.openxmlformats.org/officeDocument/2006/relationships" id="2147483664" r:id="R7cb18be34efc461a"/>
    <p:sldLayoutId xmlns:r="http://schemas.openxmlformats.org/officeDocument/2006/relationships" id="2147483665" r:id="R3564e15e6f084ddd"/>
    <p:sldLayoutId xmlns:r="http://schemas.openxmlformats.org/officeDocument/2006/relationships" id="2147483666" r:id="R5569aee493574d37"/>
    <p:sldLayoutId xmlns:r="http://schemas.openxmlformats.org/officeDocument/2006/relationships" id="2147483667" r:id="Rd7f167518b874773"/>
    <p:sldLayoutId xmlns:r="http://schemas.openxmlformats.org/officeDocument/2006/relationships" id="2147483668" r:id="R91eec6e113d949a3"/>
    <p:sldLayoutId xmlns:r="http://schemas.openxmlformats.org/officeDocument/2006/relationships" id="2147483669" r:id="R6aaaa777f1874735"/>
    <p:sldLayoutId xmlns:r="http://schemas.openxmlformats.org/officeDocument/2006/relationships" id="2147483670" r:id="R180f890aa1ae47c7"/>
    <p:sldLayoutId xmlns:r="http://schemas.openxmlformats.org/officeDocument/2006/relationships" id="2147483671" r:id="Re28593ee4d9a4b3a"/>
    <p:sldLayoutId xmlns:r="http://schemas.openxmlformats.org/officeDocument/2006/relationships" id="2147483672" r:id="Rd067d00a330a4c84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555F3D5F-8727-40A0-A2F7-72D827517F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8B1BD4B-648B-4F95-A60E-D510BD76FF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901C3CD-891C-4D05-8F88-F5D9F382BCC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ADFAF80-F2C9-4230-A379-0C713EC4C18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3A1E2A0-FF79-446F-9738-B787386F440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4" r:id="R525bcd075a27475b"/>
    <p:sldLayoutId xmlns:r="http://schemas.openxmlformats.org/officeDocument/2006/relationships" id="2147483675" r:id="R31217252f1604639"/>
    <p:sldLayoutId xmlns:r="http://schemas.openxmlformats.org/officeDocument/2006/relationships" id="2147483676" r:id="R1c0dc010b6424e29"/>
    <p:sldLayoutId xmlns:r="http://schemas.openxmlformats.org/officeDocument/2006/relationships" id="2147483677" r:id="R30a346209a594f21"/>
    <p:sldLayoutId xmlns:r="http://schemas.openxmlformats.org/officeDocument/2006/relationships" id="2147483678" r:id="R011f16afe81e43a9"/>
    <p:sldLayoutId xmlns:r="http://schemas.openxmlformats.org/officeDocument/2006/relationships" id="2147483679" r:id="R42a076f606ce45a0"/>
    <p:sldLayoutId xmlns:r="http://schemas.openxmlformats.org/officeDocument/2006/relationships" id="2147483680" r:id="R8f86ee1db39a4a7b"/>
    <p:sldLayoutId xmlns:r="http://schemas.openxmlformats.org/officeDocument/2006/relationships" id="2147483681" r:id="Rf10a2c529dd04449"/>
    <p:sldLayoutId xmlns:r="http://schemas.openxmlformats.org/officeDocument/2006/relationships" id="2147483682" r:id="R53f8b8ec435c4df2"/>
    <p:sldLayoutId xmlns:r="http://schemas.openxmlformats.org/officeDocument/2006/relationships" id="2147483683" r:id="R088dff811b0a4ad0"/>
    <p:sldLayoutId xmlns:r="http://schemas.openxmlformats.org/officeDocument/2006/relationships" id="2147483684" r:id="R3db7e2372b7645ea"/>
    <p:sldLayoutId xmlns:r="http://schemas.openxmlformats.org/officeDocument/2006/relationships" id="2147483685" r:id="R97de7c31e5254a4b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ChatGPT">
      <a:dk1>
        <a:srgbClr val="000000"/>
      </a:dk1>
      <a:lt1>
        <a:srgbClr val="FFFFFF"/>
      </a:lt1>
      <a:dk2>
        <a:srgbClr val="3C2908"/>
      </a:dk2>
      <a:lt2>
        <a:srgbClr val="FFF9F0"/>
      </a:lt2>
      <a:accent1>
        <a:srgbClr val="BF5449"/>
      </a:accent1>
      <a:accent2>
        <a:srgbClr val="DB8461"/>
      </a:accent2>
      <a:accent3>
        <a:srgbClr val="DFAA75"/>
      </a:accent3>
      <a:accent4>
        <a:srgbClr val="99966E"/>
      </a:accent4>
      <a:accent5>
        <a:srgbClr val="936C47"/>
      </a:accent5>
      <a:accent6>
        <a:srgbClr val="6B7B4F"/>
      </a:accent6>
      <a:hlink>
        <a:srgbClr val="0026E5"/>
      </a:hlink>
      <a:folHlink>
        <a:srgbClr val="7E1FAD"/>
      </a:folHlink>
    </a:clrScheme>
    <a:fontScheme name="">
      <a:majorFont>
        <a:latin typeface="汉语拼音"/>
        <a:ea typeface="超清极简护眼楷"/>
        <a:cs typeface=""/>
      </a:majorFont>
      <a:minorFont>
        <a:latin typeface="汉语拼音"/>
        <a:ea typeface="超清极简护眼楷"/>
        <a:cs typeface="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Office 主题​​">
  <a:themeElements>
    <a:clrScheme name="ChatGPT">
      <a:dk1>
        <a:srgbClr val="000000"/>
      </a:dk1>
      <a:lt1>
        <a:srgbClr val="FFFFFF"/>
      </a:lt1>
      <a:dk2>
        <a:srgbClr val="3C2908"/>
      </a:dk2>
      <a:lt2>
        <a:srgbClr val="FFF9F0"/>
      </a:lt2>
      <a:accent1>
        <a:srgbClr val="BF5449"/>
      </a:accent1>
      <a:accent2>
        <a:srgbClr val="DB8461"/>
      </a:accent2>
      <a:accent3>
        <a:srgbClr val="DFAA75"/>
      </a:accent3>
      <a:accent4>
        <a:srgbClr val="99966E"/>
      </a:accent4>
      <a:accent5>
        <a:srgbClr val="936C47"/>
      </a:accent5>
      <a:accent6>
        <a:srgbClr val="6B7B4F"/>
      </a:accent6>
      <a:hlink>
        <a:srgbClr val="0026E5"/>
      </a:hlink>
      <a:folHlink>
        <a:srgbClr val="7E1FAD"/>
      </a:folHlink>
    </a:clrScheme>
    <a:fontScheme name="">
      <a:majorFont>
        <a:latin typeface="汉语拼音"/>
        <a:ea typeface="超清极简护眼楷"/>
        <a:cs typeface=""/>
      </a:majorFont>
      <a:minorFont>
        <a:latin typeface="汉语拼音"/>
        <a:ea typeface="超清极简护眼楷"/>
        <a:cs typeface="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2_Office 主题​​">
  <a:themeElements>
    <a:clrScheme name="ChatGPT">
      <a:dk1>
        <a:srgbClr val="000000"/>
      </a:dk1>
      <a:lt1>
        <a:srgbClr val="FFFFFF"/>
      </a:lt1>
      <a:dk2>
        <a:srgbClr val="3C2908"/>
      </a:dk2>
      <a:lt2>
        <a:srgbClr val="FFF9F0"/>
      </a:lt2>
      <a:accent1>
        <a:srgbClr val="BF5449"/>
      </a:accent1>
      <a:accent2>
        <a:srgbClr val="DB8461"/>
      </a:accent2>
      <a:accent3>
        <a:srgbClr val="DFAA75"/>
      </a:accent3>
      <a:accent4>
        <a:srgbClr val="99966E"/>
      </a:accent4>
      <a:accent5>
        <a:srgbClr val="936C47"/>
      </a:accent5>
      <a:accent6>
        <a:srgbClr val="6B7B4F"/>
      </a:accent6>
      <a:hlink>
        <a:srgbClr val="0026E5"/>
      </a:hlink>
      <a:folHlink>
        <a:srgbClr val="7E1FAD"/>
      </a:folHlink>
    </a:clrScheme>
    <a:fontScheme name="">
      <a:majorFont>
        <a:latin typeface="汉语拼音"/>
        <a:ea typeface="超清极简护眼楷"/>
        <a:cs typeface=""/>
      </a:majorFont>
      <a:minorFont>
        <a:latin typeface="汉语拼音"/>
        <a:ea typeface="超清极简护眼楷"/>
        <a:cs typeface="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e544d9c0df47ec" /><Relationship Type="http://schemas.openxmlformats.org/officeDocument/2006/relationships/image" Target="/ppt/media/image.png" Id="R4e9a24bb93954bba" /><Relationship Type="http://schemas.openxmlformats.org/officeDocument/2006/relationships/notesSlide" Target="/ppt/notesSlides/notesSlide1.xml" Id="R2075201f03d546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e322ceb9dcb4c69" /><Relationship Type="http://schemas.openxmlformats.org/officeDocument/2006/relationships/image" Target="/ppt/media/image2.png" Id="R1b6804f472e94814" /><Relationship Type="http://schemas.openxmlformats.org/officeDocument/2006/relationships/image" Target="/ppt/media/image3.png" Id="R6ebc8b3bb4014cc1" /><Relationship Type="http://schemas.openxmlformats.org/officeDocument/2006/relationships/image" Target="/ppt/media/image4.png" Id="R2cbd7e68c5b04d9c" /><Relationship Type="http://schemas.openxmlformats.org/officeDocument/2006/relationships/image" Target="/ppt/media/image5.png" Id="Ra1bcb28a5bfa41d9" /><Relationship Type="http://schemas.openxmlformats.org/officeDocument/2006/relationships/notesSlide" Target="/ppt/notesSlides/notesSlide2.xml" Id="Rb3368be29ad1402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d9fe16184144cd2" /><Relationship Type="http://schemas.openxmlformats.org/officeDocument/2006/relationships/image" Target="/ppt/media/image.png" Id="R458b0c1a4a8f416e" /><Relationship Type="http://schemas.openxmlformats.org/officeDocument/2006/relationships/notesSlide" Target="/ppt/notesSlides/notesSlide3.xml" Id="R3a2703b7322848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618dcdc8ee24a93" /><Relationship Type="http://schemas.openxmlformats.org/officeDocument/2006/relationships/notesSlide" Target="/ppt/notesSlides/notesSlide4.xml" Id="Rc5b6e81c20474e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21f8702c22442a6" /><Relationship Type="http://schemas.openxmlformats.org/officeDocument/2006/relationships/notesSlide" Target="/ppt/notesSlides/notesSlide5.xml" Id="R22ca9a0592f648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beb1e411d64db5" /><Relationship Type="http://schemas.openxmlformats.org/officeDocument/2006/relationships/notesSlide" Target="/ppt/notesSlides/notesSlide6.xml" Id="Rb94fbbfb8b8149e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b70f81fa8f4302" /><Relationship Type="http://schemas.openxmlformats.org/officeDocument/2006/relationships/notesSlide" Target="/ppt/notesSlides/notesSlide7.xml" Id="R78759428baac44b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2cb8d42a1c4eb2" /><Relationship Type="http://schemas.openxmlformats.org/officeDocument/2006/relationships/notesSlide" Target="/ppt/notesSlides/notesSlide8.xml" Id="R856abb1062934d0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d43ebd773944f6c" /><Relationship Type="http://schemas.openxmlformats.org/officeDocument/2006/relationships/notesSlide" Target="/ppt/notesSlides/notesSlide9.xml" Id="R5ab1126ad9ea456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78d512145e74ced" /><Relationship Type="http://schemas.openxmlformats.org/officeDocument/2006/relationships/notesSlide" Target="/ppt/notesSlides/notesSlide10.xml" Id="R65f74e23633f45f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8ec8a2a16304d34" /><Relationship Type="http://schemas.openxmlformats.org/officeDocument/2006/relationships/notesSlide" Target="/ppt/notesSlides/notesSlide11.xml" Id="R197a616b2844442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d786f95412e4e03" /><Relationship Type="http://schemas.openxmlformats.org/officeDocument/2006/relationships/notesSlide" Target="/ppt/notesSlides/notesSlide12.xml" Id="R952d726802484ee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08c207801774ea5" /><Relationship Type="http://schemas.openxmlformats.org/officeDocument/2006/relationships/notesSlide" Target="/ppt/notesSlides/notesSlide13.xml" Id="Red5747dac113427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7788ad3cc7841f9" /><Relationship Type="http://schemas.openxmlformats.org/officeDocument/2006/relationships/notesSlide" Target="/ppt/notesSlides/notesSlide14.xml" Id="R8e49da34a1874ef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d4b5ee4422b4415" /><Relationship Type="http://schemas.openxmlformats.org/officeDocument/2006/relationships/notesSlide" Target="/ppt/notesSlides/notesSlide15.xml" Id="R8644137bcf0a48c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06a8f7432c442e" /><Relationship Type="http://schemas.openxmlformats.org/officeDocument/2006/relationships/notesSlide" Target="/ppt/notesSlides/notesSlide16.xml" Id="Re3acaabd968c42a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19b598f5de444ec" /><Relationship Type="http://schemas.openxmlformats.org/officeDocument/2006/relationships/image" Target="/ppt/media/image6.png" Id="R87d90bcb9799476c" /><Relationship Type="http://schemas.openxmlformats.org/officeDocument/2006/relationships/image" Target="/ppt/media/image7.png" Id="Re42e55166b9d4d4f" /><Relationship Type="http://schemas.openxmlformats.org/officeDocument/2006/relationships/notesSlide" Target="/ppt/notesSlides/notesSlide17.xml" Id="R8d98c77e7de347d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6a684a4cda84ec4" /><Relationship Type="http://schemas.openxmlformats.org/officeDocument/2006/relationships/image" Target="/ppt/media/image7.png" Id="R95ef9549fc934b4a" /><Relationship Type="http://schemas.openxmlformats.org/officeDocument/2006/relationships/notesSlide" Target="/ppt/notesSlides/notesSlide18.xml" Id="R94e667e79f7f4c1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bf9caa7df2e4f29" /><Relationship Type="http://schemas.openxmlformats.org/officeDocument/2006/relationships/image" Target="/ppt/media/image8.png" Id="Rc73d4b7d1a924c41" /><Relationship Type="http://schemas.openxmlformats.org/officeDocument/2006/relationships/image" Target="/ppt/media/image9.png" Id="R5b7bf160082b4b25" /><Relationship Type="http://schemas.openxmlformats.org/officeDocument/2006/relationships/image" Target="/ppt/media/image10.png" Id="R18adc5adb0ef4f84" /><Relationship Type="http://schemas.openxmlformats.org/officeDocument/2006/relationships/image" Target="/ppt/media/image11.png" Id="R8e5f73abba2e4e51" /><Relationship Type="http://schemas.openxmlformats.org/officeDocument/2006/relationships/notesSlide" Target="/ppt/notesSlides/notesSlide19.xml" Id="R3d83d65aedba4ce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733b236248e4bdb" /><Relationship Type="http://schemas.openxmlformats.org/officeDocument/2006/relationships/notesSlide" Target="/ppt/notesSlides/notesSlide20.xml" Id="Rc4de701e60bb45c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492c9e61f164b85" /><Relationship Type="http://schemas.openxmlformats.org/officeDocument/2006/relationships/image" Target="/ppt/media/image12.png" Id="Rce30890705ed4c75" /><Relationship Type="http://schemas.openxmlformats.org/officeDocument/2006/relationships/notesSlide" Target="/ppt/notesSlides/notesSlide21.xml" Id="R0f99b2fac013448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5db1b8c08744a4e" /><Relationship Type="http://schemas.openxmlformats.org/officeDocument/2006/relationships/notesSlide" Target="/ppt/notesSlides/notesSlide22.xml" Id="R284857f97aa14cb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4333cd782e04b0d" /><Relationship Type="http://schemas.openxmlformats.org/officeDocument/2006/relationships/notesSlide" Target="/ppt/notesSlides/notesSlide23.xml" Id="Rfca5754902194f7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e4463767e7443d" /><Relationship Type="http://schemas.openxmlformats.org/officeDocument/2006/relationships/notesSlide" Target="/ppt/notesSlides/notesSlide24.xml" Id="R4b631fa82fae428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4ea569743ac499b" /><Relationship Type="http://schemas.openxmlformats.org/officeDocument/2006/relationships/notesSlide" Target="/ppt/notesSlides/notesSlide25.xml" Id="Rc4f0c4d4055e440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8b39ee12318478c" /><Relationship Type="http://schemas.openxmlformats.org/officeDocument/2006/relationships/notesSlide" Target="/ppt/notesSlides/notesSlide26.xml" Id="R5c4c09574a3b450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8f99a97cbcb4ee8" /><Relationship Type="http://schemas.openxmlformats.org/officeDocument/2006/relationships/notesSlide" Target="/ppt/notesSlides/notesSlide27.xml" Id="Rca197240ba714e6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7014538e958473e" /><Relationship Type="http://schemas.openxmlformats.org/officeDocument/2006/relationships/image" Target="/ppt/media/image6.png" Id="R35ba69a1b0d84f9a" /><Relationship Type="http://schemas.openxmlformats.org/officeDocument/2006/relationships/image" Target="/ppt/media/image7.png" Id="R4482a40d78ab4663" /><Relationship Type="http://schemas.openxmlformats.org/officeDocument/2006/relationships/notesSlide" Target="/ppt/notesSlides/notesSlide28.xml" Id="Rbdd318a306a944e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68b623dcf034873" /><Relationship Type="http://schemas.openxmlformats.org/officeDocument/2006/relationships/image" Target="/ppt/media/image13.png" Id="Rffeecbbfbf8d494e" /><Relationship Type="http://schemas.openxmlformats.org/officeDocument/2006/relationships/notesSlide" Target="/ppt/notesSlides/notesSlide29.xml" Id="R3d0f77c76b3241e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217d84ed7194007" /><Relationship Type="http://schemas.openxmlformats.org/officeDocument/2006/relationships/notesSlide" Target="/ppt/notesSlides/notesSlide30.xml" Id="R69424d8317f24c3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1bc77fa907b4e22" /><Relationship Type="http://schemas.openxmlformats.org/officeDocument/2006/relationships/notesSlide" Target="/ppt/notesSlides/notesSlide31.xml" Id="R6aa5f47e0f72416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ff468a458b24e4f" /><Relationship Type="http://schemas.openxmlformats.org/officeDocument/2006/relationships/image" Target="/ppt/media/image12.png" Id="R9b2e2190f54147fb" /><Relationship Type="http://schemas.openxmlformats.org/officeDocument/2006/relationships/notesSlide" Target="/ppt/notesSlides/notesSlide32.xml" Id="R1a411bc4ad6846b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f8431c92d74d4d" /><Relationship Type="http://schemas.openxmlformats.org/officeDocument/2006/relationships/notesSlide" Target="/ppt/notesSlides/notesSlide33.xml" Id="Re2c46f2769e3435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df0c177a5b34576" /><Relationship Type="http://schemas.openxmlformats.org/officeDocument/2006/relationships/image" Target="/ppt/media/image13.png" Id="R2af8432bb0794dcd" /><Relationship Type="http://schemas.openxmlformats.org/officeDocument/2006/relationships/notesSlide" Target="/ppt/notesSlides/notesSlide34.xml" Id="R90d675603e434d6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37a02b1a0ff4782" /><Relationship Type="http://schemas.openxmlformats.org/officeDocument/2006/relationships/notesSlide" Target="/ppt/notesSlides/notesSlide35.xml" Id="R6e1f546d4fa24e64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fab1440f435442d" /><Relationship Type="http://schemas.openxmlformats.org/officeDocument/2006/relationships/notesSlide" Target="/ppt/notesSlides/notesSlide36.xml" Id="Rf9c53f086f7c4f2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ed81716086b4b85" /><Relationship Type="http://schemas.openxmlformats.org/officeDocument/2006/relationships/image" Target="/ppt/media/image7.png" Id="R8179030433ef446d" /><Relationship Type="http://schemas.openxmlformats.org/officeDocument/2006/relationships/notesSlide" Target="/ppt/notesSlides/notesSlide37.xml" Id="R72caaaf1dd894eda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7315bbb9c654690" /><Relationship Type="http://schemas.openxmlformats.org/officeDocument/2006/relationships/notesSlide" Target="/ppt/notesSlides/notesSlide38.xml" Id="R0d1bae8234034432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17dfa8d09b48ea" /><Relationship Type="http://schemas.openxmlformats.org/officeDocument/2006/relationships/image" Target="/ppt/media/image5.png" Id="R9c1fabd90d7340db" /><Relationship Type="http://schemas.openxmlformats.org/officeDocument/2006/relationships/notesSlide" Target="/ppt/notesSlides/notesSlide39.xml" Id="R042280e02a064f76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5ab331bf074926" /><Relationship Type="http://schemas.openxmlformats.org/officeDocument/2006/relationships/notesSlide" Target="/ppt/notesSlides/notesSlide40.xml" Id="Rcd51ed0318d9495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lesson-number">
            <a:extLst xmlns:a="http://schemas.openxmlformats.org/drawingml/2006/main">
              <a:ext uri="{FF2B5EF4-FFF2-40B4-BE49-F238E27FC236}">
                <a16:creationId xmlns:a16="http://schemas.microsoft.com/office/drawing/2014/main" id="{9CD0C463-16FE-4EF8-B86C-5BAB026E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525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97423B"/>
                </a:solidFill>
              </a:defRPr>
            </a:pPr>
            <a:r>
              <a:rPr sz="28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第 五 课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FCCDC8C-A337-4F97-B14A-DB218565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6381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71717"/>
                </a:solidFill>
              </a:defRPr>
            </a:pPr>
            <a:r>
              <a:rPr sz="49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今天我休息</a:t>
            </a:r>
          </a:p>
        </p:txBody>
      </p:sp>
      <p:sp>
        <p:nvSpPr>
          <p:cNvPr id="3" name="cover-pinyin">
            <a:extLst xmlns:a="http://schemas.openxmlformats.org/drawingml/2006/main">
              <a:ext uri="{FF2B5EF4-FFF2-40B4-BE49-F238E27FC236}">
                <a16:creationId xmlns:a16="http://schemas.microsoft.com/office/drawing/2014/main" id="{DDB1EF9D-8CF2-4AF5-A63B-3749E137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97423B"/>
                </a:solidFill>
              </a:defRPr>
            </a:pPr>
            <a:r>
              <a:rPr sz="21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Jīntiān wǒ xiūxi</a:t>
            </a:r>
          </a:p>
        </p:txBody>
      </p:sp>
      <p:sp>
        <p:nvSpPr>
          <p:cNvPr id="4" name="cover-en">
            <a:extLst xmlns:a="http://schemas.openxmlformats.org/drawingml/2006/main">
              <a:ext uri="{FF2B5EF4-FFF2-40B4-BE49-F238E27FC236}">
                <a16:creationId xmlns:a16="http://schemas.microsoft.com/office/drawing/2014/main" id="{B7BB4994-C53E-4DDD-B1A5-75F360BD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A625C"/>
                </a:solidFill>
              </a:defRPr>
            </a:pPr>
            <a:r>
              <a:rPr sz="1650" b="0">
                <a:solidFill>
                  <a:srgbClr val="6A625C"/>
                </a:solidFill>
                <a:latin typeface="Arial"/>
                <a:ea typeface="Arial"/>
                <a:cs typeface="Arial"/>
              </a:rPr>
              <a:t>Lesson 5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9a24bb93954bba"/>
          <a:srcRect xmlns:a="http://schemas.openxmlformats.org/drawingml/2006/main" l="0" t="16132" r="0" b="161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1123950"/>
            <a:ext cx="3810000" cy="2238375"/>
          </a:xfrm>
          <a:prstGeom xmlns:a="http://schemas.openxmlformats.org/drawingml/2006/main" prst="roundRect">
            <a:avLst>
              <a:gd name="adj" fmla="val 3404"/>
            </a:avLst>
          </a:prstGeom>
        </p:spPr>
      </p:pic>
      <p:sp>
        <p:nvSpPr>
          <p:cNvPr id="6" name="cover-rest-panel">
            <a:extLst xmlns:a="http://schemas.openxmlformats.org/drawingml/2006/main">
              <a:ext uri="{FF2B5EF4-FFF2-40B4-BE49-F238E27FC236}">
                <a16:creationId xmlns:a16="http://schemas.microsoft.com/office/drawing/2014/main" id="{6B9075CC-3989-47B0-A4A0-2FA2A30D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00450"/>
            <a:ext cx="3810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sp>
        <p:nvSpPr>
          <p:cNvPr id="7" name="cover-rest-zzz">
            <a:extLst xmlns:a="http://schemas.openxmlformats.org/drawingml/2006/main">
              <a:ext uri="{FF2B5EF4-FFF2-40B4-BE49-F238E27FC236}">
                <a16:creationId xmlns:a16="http://schemas.microsoft.com/office/drawing/2014/main" id="{0D4E5A41-B911-4395-A75B-DB3CDAF7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77571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86C7A"/>
                </a:solidFill>
              </a:defRPr>
            </a:pPr>
            <a:r>
              <a:rPr sz="2100" b="1">
                <a:solidFill>
                  <a:srgbClr val="486C7A"/>
                </a:solidFill>
                <a:latin typeface="Arial"/>
                <a:ea typeface="Arial"/>
                <a:cs typeface="Arial"/>
              </a:rPr>
              <a:t>Z  z  z</a:t>
            </a:r>
          </a:p>
        </p:txBody>
      </p:sp>
      <p:sp>
        <p:nvSpPr>
          <p:cNvPr id="8" name="cover-rest-back">
            <a:extLst xmlns:a="http://schemas.openxmlformats.org/drawingml/2006/main">
              <a:ext uri="{FF2B5EF4-FFF2-40B4-BE49-F238E27FC236}">
                <a16:creationId xmlns:a16="http://schemas.microsoft.com/office/drawing/2014/main" id="{04D10AD6-1046-4507-A0AC-657AEDD5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20565"/>
            <a:ext cx="2590800" cy="657225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14288">
            <a:solidFill>
              <a:srgbClr val="97423B"/>
            </a:solidFill>
            <a:prstDash val="solid"/>
          </a:ln>
        </p:spPr>
      </p:sp>
      <p:sp>
        <p:nvSpPr>
          <p:cNvPr id="9" name="cover-rest-seat">
            <a:extLst xmlns:a="http://schemas.openxmlformats.org/drawingml/2006/main">
              <a:ext uri="{FF2B5EF4-FFF2-40B4-BE49-F238E27FC236}">
                <a16:creationId xmlns:a16="http://schemas.microsoft.com/office/drawing/2014/main" id="{8E2BC09F-A97A-4034-ACEC-7051DD30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002530"/>
            <a:ext cx="2895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14288">
            <a:solidFill>
              <a:srgbClr val="97423B"/>
            </a:solidFill>
            <a:prstDash val="solid"/>
          </a:ln>
        </p:spPr>
      </p:sp>
      <p:sp>
        <p:nvSpPr>
          <p:cNvPr id="10" name="cover-rest-left-arm">
            <a:extLst xmlns:a="http://schemas.openxmlformats.org/drawingml/2006/main">
              <a:ext uri="{FF2B5EF4-FFF2-40B4-BE49-F238E27FC236}">
                <a16:creationId xmlns:a16="http://schemas.microsoft.com/office/drawing/2014/main" id="{B9B8D40E-F5FA-409E-B757-351D891B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05363"/>
            <a:ext cx="457200" cy="65722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14288">
            <a:solidFill>
              <a:srgbClr val="97423B"/>
            </a:solidFill>
            <a:prstDash val="solid"/>
          </a:ln>
        </p:spPr>
      </p:sp>
      <p:sp>
        <p:nvSpPr>
          <p:cNvPr id="11" name="cover-rest-right-arm">
            <a:extLst xmlns:a="http://schemas.openxmlformats.org/drawingml/2006/main">
              <a:ext uri="{FF2B5EF4-FFF2-40B4-BE49-F238E27FC236}">
                <a16:creationId xmlns:a16="http://schemas.microsoft.com/office/drawing/2014/main" id="{E1BDB5E9-2F3D-4709-9A11-2F24E961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805363"/>
            <a:ext cx="457200" cy="65722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14288">
            <a:solidFill>
              <a:srgbClr val="97423B"/>
            </a:solidFill>
            <a:prstDash val="solid"/>
          </a:ln>
        </p:spPr>
      </p:sp>
      <p:sp>
        <p:nvSpPr>
          <p:cNvPr id="12" name="cover-rest-pillow">
            <a:extLst xmlns:a="http://schemas.openxmlformats.org/drawingml/2006/main">
              <a:ext uri="{FF2B5EF4-FFF2-40B4-BE49-F238E27FC236}">
                <a16:creationId xmlns:a16="http://schemas.microsoft.com/office/drawing/2014/main" id="{6AB58B31-AAF2-468A-AE5D-8258142B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652010"/>
            <a:ext cx="762000" cy="306705"/>
          </a:xfrm>
          <a:prstGeom xmlns:a="http://schemas.openxmlformats.org/drawingml/2006/main" prst="roundRect">
            <a:avLst>
              <a:gd name="adj" fmla="val 2484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over-rule">
            <a:extLst xmlns:a="http://schemas.openxmlformats.org/drawingml/2006/main">
              <a:ext uri="{FF2B5EF4-FFF2-40B4-BE49-F238E27FC236}">
                <a16:creationId xmlns:a16="http://schemas.microsoft.com/office/drawing/2014/main" id="{24BDA23E-BCAB-48B1-9AB4-073499EC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447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49D06FE-D1A5-4725-9157-15F7F3BE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A625C"/>
                </a:solidFill>
              </a:defRPr>
            </a:pPr>
            <a:r>
              <a:rPr sz="1050" b="0">
                <a:solidFill>
                  <a:srgbClr val="6A625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4487039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title">
            <a:extLst xmlns:a="http://schemas.openxmlformats.org/drawingml/2006/main">
              <a:ext uri="{FF2B5EF4-FFF2-40B4-BE49-F238E27FC236}">
                <a16:creationId xmlns:a16="http://schemas.microsoft.com/office/drawing/2014/main" id="{F7B3965B-6082-4D23-B772-950D4C47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看图热身  Warm-up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9A5E7346-D35E-4D59-BC10-26A1E813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763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34C151E6-7600-4FFB-BADC-DF345342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00125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给六幅图写上字母，再和同伴核对。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95EE16-43BD-45AA-A0A7-7706371A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3476625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sp>
        <p:nvSpPr>
          <p:cNvPr id="5" name="warmup-month-panel">
            <a:extLst xmlns:a="http://schemas.openxmlformats.org/drawingml/2006/main">
              <a:ext uri="{FF2B5EF4-FFF2-40B4-BE49-F238E27FC236}">
                <a16:creationId xmlns:a16="http://schemas.microsoft.com/office/drawing/2014/main" id="{832DB38E-669E-44C5-A6C8-1F4D134F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33550"/>
            <a:ext cx="24574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sp>
        <p:nvSpPr>
          <p:cNvPr id="6" name="warmup-month-header">
            <a:extLst xmlns:a="http://schemas.openxmlformats.org/drawingml/2006/main">
              <a:ext uri="{FF2B5EF4-FFF2-40B4-BE49-F238E27FC236}">
                <a16:creationId xmlns:a16="http://schemas.microsoft.com/office/drawing/2014/main" id="{3D413D4F-A407-40B0-B38E-E2D12ED2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" y="1876425"/>
            <a:ext cx="196596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warmup-month-cell-1">
            <a:extLst xmlns:a="http://schemas.openxmlformats.org/drawingml/2006/main">
              <a:ext uri="{FF2B5EF4-FFF2-40B4-BE49-F238E27FC236}">
                <a16:creationId xmlns:a16="http://schemas.microsoft.com/office/drawing/2014/main" id="{03EFEE6F-EC89-4DB7-92DC-050E984B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543" y="2233613"/>
            <a:ext cx="393192" cy="200025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sp>
        <p:nvSpPr>
          <p:cNvPr id="8" name="warmup-month-cell-2">
            <a:extLst xmlns:a="http://schemas.openxmlformats.org/drawingml/2006/main">
              <a:ext uri="{FF2B5EF4-FFF2-40B4-BE49-F238E27FC236}">
                <a16:creationId xmlns:a16="http://schemas.microsoft.com/office/drawing/2014/main" id="{95C1D0AF-08E6-4F4A-8F20-AFA12FAC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459" y="2233613"/>
            <a:ext cx="393192" cy="200025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sp>
        <p:nvSpPr>
          <p:cNvPr id="9" name="warmup-month-cell-3">
            <a:extLst xmlns:a="http://schemas.openxmlformats.org/drawingml/2006/main">
              <a:ext uri="{FF2B5EF4-FFF2-40B4-BE49-F238E27FC236}">
                <a16:creationId xmlns:a16="http://schemas.microsoft.com/office/drawing/2014/main" id="{54D8FA61-21A1-407B-A855-329FFF70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9374" y="2233613"/>
            <a:ext cx="393192" cy="200025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sp>
        <p:nvSpPr>
          <p:cNvPr id="10" name="warmup-month-cell-4">
            <a:extLst xmlns:a="http://schemas.openxmlformats.org/drawingml/2006/main">
              <a:ext uri="{FF2B5EF4-FFF2-40B4-BE49-F238E27FC236}">
                <a16:creationId xmlns:a16="http://schemas.microsoft.com/office/drawing/2014/main" id="{4D62865A-656A-4489-AC8F-6D4C93F8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6290" y="2233613"/>
            <a:ext cx="393192" cy="200025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sp>
        <p:nvSpPr>
          <p:cNvPr id="11" name="warmup-month-cell-5">
            <a:extLst xmlns:a="http://schemas.openxmlformats.org/drawingml/2006/main">
              <a:ext uri="{FF2B5EF4-FFF2-40B4-BE49-F238E27FC236}">
                <a16:creationId xmlns:a16="http://schemas.microsoft.com/office/drawing/2014/main" id="{83A14FBA-4658-49EF-9ED3-07392C90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543" y="2490788"/>
            <a:ext cx="393192" cy="200025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19050">
            <a:solidFill>
              <a:srgbClr val="BF5449"/>
            </a:solidFill>
            <a:prstDash val="solid"/>
          </a:ln>
        </p:spPr>
      </p:sp>
      <p:sp>
        <p:nvSpPr>
          <p:cNvPr id="12" name="warmup-month-cell-6">
            <a:extLst xmlns:a="http://schemas.openxmlformats.org/drawingml/2006/main">
              <a:ext uri="{FF2B5EF4-FFF2-40B4-BE49-F238E27FC236}">
                <a16:creationId xmlns:a16="http://schemas.microsoft.com/office/drawing/2014/main" id="{928250DB-FA16-4A26-B42B-0FECA424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459" y="2490788"/>
            <a:ext cx="393192" cy="200025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sp>
        <p:nvSpPr>
          <p:cNvPr id="13" name="warmup-month-cell-7">
            <a:extLst xmlns:a="http://schemas.openxmlformats.org/drawingml/2006/main">
              <a:ext uri="{FF2B5EF4-FFF2-40B4-BE49-F238E27FC236}">
                <a16:creationId xmlns:a16="http://schemas.microsoft.com/office/drawing/2014/main" id="{F0C23657-4BB8-4700-A395-4DC5441C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9374" y="2490788"/>
            <a:ext cx="393192" cy="200025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sp>
        <p:nvSpPr>
          <p:cNvPr id="14" name="warmup-month-cell-8">
            <a:extLst xmlns:a="http://schemas.openxmlformats.org/drawingml/2006/main">
              <a:ext uri="{FF2B5EF4-FFF2-40B4-BE49-F238E27FC236}">
                <a16:creationId xmlns:a16="http://schemas.microsoft.com/office/drawing/2014/main" id="{5C32D1CF-CD37-4F5E-8B9C-2AABE06F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6290" y="2490788"/>
            <a:ext cx="393192" cy="200025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sp>
        <p:nvSpPr>
          <p:cNvPr id="15" name="warmup-month-cell-9">
            <a:extLst xmlns:a="http://schemas.openxmlformats.org/drawingml/2006/main">
              <a:ext uri="{FF2B5EF4-FFF2-40B4-BE49-F238E27FC236}">
                <a16:creationId xmlns:a16="http://schemas.microsoft.com/office/drawing/2014/main" id="{95DED8AD-1DE0-41BE-AD1C-6E63011E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543" y="2747963"/>
            <a:ext cx="393192" cy="200025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sp>
        <p:nvSpPr>
          <p:cNvPr id="16" name="warmup-month-cell-10">
            <a:extLst xmlns:a="http://schemas.openxmlformats.org/drawingml/2006/main">
              <a:ext uri="{FF2B5EF4-FFF2-40B4-BE49-F238E27FC236}">
                <a16:creationId xmlns:a16="http://schemas.microsoft.com/office/drawing/2014/main" id="{61222A04-6481-4B26-8E36-BC87C98C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459" y="2747963"/>
            <a:ext cx="393192" cy="200025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sp>
        <p:nvSpPr>
          <p:cNvPr id="17" name="warmup-month-cell-11">
            <a:extLst xmlns:a="http://schemas.openxmlformats.org/drawingml/2006/main">
              <a:ext uri="{FF2B5EF4-FFF2-40B4-BE49-F238E27FC236}">
                <a16:creationId xmlns:a16="http://schemas.microsoft.com/office/drawing/2014/main" id="{04B8BEE7-FB26-4DA9-8DD7-E814013E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9374" y="2747963"/>
            <a:ext cx="393192" cy="200025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sp>
        <p:nvSpPr>
          <p:cNvPr id="18" name="warmup-month-cell-12">
            <a:extLst xmlns:a="http://schemas.openxmlformats.org/drawingml/2006/main">
              <a:ext uri="{FF2B5EF4-FFF2-40B4-BE49-F238E27FC236}">
                <a16:creationId xmlns:a16="http://schemas.microsoft.com/office/drawing/2014/main" id="{6504F8C9-B490-4EB9-9D82-6C141595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6290" y="2747963"/>
            <a:ext cx="393192" cy="200025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sp>
        <p:nvSpPr>
          <p:cNvPr id="19" name="label-1-340-232">
            <a:extLst xmlns:a="http://schemas.openxmlformats.org/drawingml/2006/main">
              <a:ext uri="{FF2B5EF4-FFF2-40B4-BE49-F238E27FC236}">
                <a16:creationId xmlns:a16="http://schemas.microsoft.com/office/drawing/2014/main" id="{DFE3B3DE-2EC1-4353-9DA3-6D130256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09800"/>
            <a:ext cx="5143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914EB4-3408-4438-B73C-773A543C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619250"/>
            <a:ext cx="3476625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sp>
        <p:nvSpPr>
          <p:cNvPr id="21" name="warmup-week-panel">
            <a:extLst xmlns:a="http://schemas.openxmlformats.org/drawingml/2006/main">
              <a:ext uri="{FF2B5EF4-FFF2-40B4-BE49-F238E27FC236}">
                <a16:creationId xmlns:a16="http://schemas.microsoft.com/office/drawing/2014/main" id="{E175D8FF-1355-4A29-A953-8270A534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33550"/>
            <a:ext cx="24574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sp>
        <p:nvSpPr>
          <p:cNvPr id="22" name="warmup-week-day-1">
            <a:extLst xmlns:a="http://schemas.openxmlformats.org/drawingml/2006/main">
              <a:ext uri="{FF2B5EF4-FFF2-40B4-BE49-F238E27FC236}">
                <a16:creationId xmlns:a16="http://schemas.microsoft.com/office/drawing/2014/main" id="{EA20C06D-1F0F-495F-96F4-2A501EAA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445" y="2133600"/>
            <a:ext cx="233458" cy="628650"/>
          </a:xfrm>
          <a:prstGeom xmlns:a="http://schemas.openxmlformats.org/drawingml/2006/main" prst="roundRect">
            <a:avLst>
              <a:gd name="adj" fmla="val 32640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19050">
            <a:solidFill>
              <a:srgbClr val="BF5449"/>
            </a:solidFill>
            <a:prstDash val="solid"/>
          </a:ln>
        </p:spPr>
      </p:sp>
      <p:sp>
        <p:nvSpPr>
          <p:cNvPr id="23" name="warmup-week-day-2">
            <a:extLst xmlns:a="http://schemas.openxmlformats.org/drawingml/2006/main">
              <a:ext uri="{FF2B5EF4-FFF2-40B4-BE49-F238E27FC236}">
                <a16:creationId xmlns:a16="http://schemas.microsoft.com/office/drawing/2014/main" id="{27B62817-3B2F-48B6-9AA7-75CCB7CA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2051" y="2133600"/>
            <a:ext cx="233458" cy="628650"/>
          </a:xfrm>
          <a:prstGeom xmlns:a="http://schemas.openxmlformats.org/drawingml/2006/main" prst="roundRect">
            <a:avLst>
              <a:gd name="adj" fmla="val 32640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9525">
            <a:solidFill>
              <a:srgbClr val="B8ADA5"/>
            </a:solidFill>
            <a:prstDash val="solid"/>
          </a:ln>
        </p:spPr>
      </p:sp>
      <p:sp>
        <p:nvSpPr>
          <p:cNvPr id="24" name="warmup-week-day-3">
            <a:extLst xmlns:a="http://schemas.openxmlformats.org/drawingml/2006/main">
              <a:ext uri="{FF2B5EF4-FFF2-40B4-BE49-F238E27FC236}">
                <a16:creationId xmlns:a16="http://schemas.microsoft.com/office/drawing/2014/main" id="{92B5BF16-1C41-4436-A29E-761A79CC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658" y="2133600"/>
            <a:ext cx="233458" cy="628650"/>
          </a:xfrm>
          <a:prstGeom xmlns:a="http://schemas.openxmlformats.org/drawingml/2006/main" prst="roundRect">
            <a:avLst>
              <a:gd name="adj" fmla="val 32640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9525">
            <a:solidFill>
              <a:srgbClr val="B8ADA5"/>
            </a:solidFill>
            <a:prstDash val="solid"/>
          </a:ln>
        </p:spPr>
      </p:sp>
      <p:sp>
        <p:nvSpPr>
          <p:cNvPr id="25" name="warmup-week-day-4">
            <a:extLst xmlns:a="http://schemas.openxmlformats.org/drawingml/2006/main">
              <a:ext uri="{FF2B5EF4-FFF2-40B4-BE49-F238E27FC236}">
                <a16:creationId xmlns:a16="http://schemas.microsoft.com/office/drawing/2014/main" id="{C8D7685B-6F99-4E43-92B2-D1251F31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7265" y="2133600"/>
            <a:ext cx="233458" cy="628650"/>
          </a:xfrm>
          <a:prstGeom xmlns:a="http://schemas.openxmlformats.org/drawingml/2006/main" prst="roundRect">
            <a:avLst>
              <a:gd name="adj" fmla="val 32640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9525">
            <a:solidFill>
              <a:srgbClr val="B8ADA5"/>
            </a:solidFill>
            <a:prstDash val="solid"/>
          </a:ln>
        </p:spPr>
      </p:sp>
      <p:sp>
        <p:nvSpPr>
          <p:cNvPr id="26" name="warmup-week-day-5">
            <a:extLst xmlns:a="http://schemas.openxmlformats.org/drawingml/2006/main">
              <a:ext uri="{FF2B5EF4-FFF2-40B4-BE49-F238E27FC236}">
                <a16:creationId xmlns:a16="http://schemas.microsoft.com/office/drawing/2014/main" id="{CB655670-CA31-49B3-B494-C2C4CA6D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871" y="2133600"/>
            <a:ext cx="233458" cy="628650"/>
          </a:xfrm>
          <a:prstGeom xmlns:a="http://schemas.openxmlformats.org/drawingml/2006/main" prst="roundRect">
            <a:avLst>
              <a:gd name="adj" fmla="val 32640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9525">
            <a:solidFill>
              <a:srgbClr val="B8ADA5"/>
            </a:solidFill>
            <a:prstDash val="solid"/>
          </a:ln>
        </p:spPr>
      </p:sp>
      <p:sp>
        <p:nvSpPr>
          <p:cNvPr id="27" name="warmup-week-day-6">
            <a:extLst xmlns:a="http://schemas.openxmlformats.org/drawingml/2006/main">
              <a:ext uri="{FF2B5EF4-FFF2-40B4-BE49-F238E27FC236}">
                <a16:creationId xmlns:a16="http://schemas.microsoft.com/office/drawing/2014/main" id="{17038738-99CF-488A-ACFF-0D1DAEBB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2478" y="2133600"/>
            <a:ext cx="233458" cy="628650"/>
          </a:xfrm>
          <a:prstGeom xmlns:a="http://schemas.openxmlformats.org/drawingml/2006/main" prst="roundRect">
            <a:avLst>
              <a:gd name="adj" fmla="val 32640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9525">
            <a:solidFill>
              <a:srgbClr val="B8ADA5"/>
            </a:solidFill>
            <a:prstDash val="solid"/>
          </a:ln>
        </p:spPr>
      </p:sp>
      <p:sp>
        <p:nvSpPr>
          <p:cNvPr id="28" name="warmup-week-day-7">
            <a:extLst xmlns:a="http://schemas.openxmlformats.org/drawingml/2006/main">
              <a:ext uri="{FF2B5EF4-FFF2-40B4-BE49-F238E27FC236}">
                <a16:creationId xmlns:a16="http://schemas.microsoft.com/office/drawing/2014/main" id="{B1A7118F-CFA7-4280-BC63-D582378E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5085" y="2133600"/>
            <a:ext cx="233458" cy="628650"/>
          </a:xfrm>
          <a:prstGeom xmlns:a="http://schemas.openxmlformats.org/drawingml/2006/main" prst="roundRect">
            <a:avLst>
              <a:gd name="adj" fmla="val 32640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9525">
            <a:solidFill>
              <a:srgbClr val="B8ADA5"/>
            </a:solidFill>
            <a:prstDash val="solid"/>
          </a:ln>
        </p:spPr>
      </p:sp>
      <p:sp>
        <p:nvSpPr>
          <p:cNvPr id="29" name="label-2-745-232">
            <a:extLst xmlns:a="http://schemas.openxmlformats.org/drawingml/2006/main">
              <a:ext uri="{FF2B5EF4-FFF2-40B4-BE49-F238E27FC236}">
                <a16:creationId xmlns:a16="http://schemas.microsoft.com/office/drawing/2014/main" id="{D31ACBA2-EB80-4A42-B295-CE1BD551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209800"/>
            <a:ext cx="5143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765523-5E36-43DD-BFC2-B51619B6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19250"/>
            <a:ext cx="3476625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6804f472e94814"/>
          <a:stretch xmlns:a="http://schemas.openxmlformats.org/drawingml/2006/main"/>
        </p:blipFill>
        <p:spPr>
          <a:xfrm xmlns:a="http://schemas.openxmlformats.org/drawingml/2006/main">
            <a:off x="8531225" y="1733550"/>
            <a:ext cx="1968500" cy="1428750"/>
          </a:xfrm>
          <a:prstGeom xmlns:a="http://schemas.openxmlformats.org/drawingml/2006/main" prst="roundRect">
            <a:avLst>
              <a:gd name="adj" fmla="val 5333"/>
            </a:avLst>
          </a:prstGeom>
        </p:spPr>
      </p:pic>
      <p:sp>
        <p:nvSpPr>
          <p:cNvPr id="32" name="label-3-1150-232">
            <a:extLst xmlns:a="http://schemas.openxmlformats.org/drawingml/2006/main">
              <a:ext uri="{FF2B5EF4-FFF2-40B4-BE49-F238E27FC236}">
                <a16:creationId xmlns:a16="http://schemas.microsoft.com/office/drawing/2014/main" id="{185E49AD-B229-4798-944D-0A98E623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209800"/>
            <a:ext cx="5143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D4ACA1-83CA-456F-BACE-3BFB8CD5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71875"/>
            <a:ext cx="3476625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bc8b3bb4014cc1"/>
          <a:stretch xmlns:a="http://schemas.openxmlformats.org/drawingml/2006/main"/>
        </p:blipFill>
        <p:spPr>
          <a:xfrm xmlns:a="http://schemas.openxmlformats.org/drawingml/2006/main">
            <a:off x="815975" y="3686175"/>
            <a:ext cx="1968500" cy="1428750"/>
          </a:xfrm>
          <a:prstGeom xmlns:a="http://schemas.openxmlformats.org/drawingml/2006/main" prst="roundRect">
            <a:avLst>
              <a:gd name="adj" fmla="val 5333"/>
            </a:avLst>
          </a:prstGeom>
        </p:spPr>
      </p:pic>
      <p:sp>
        <p:nvSpPr>
          <p:cNvPr id="35" name="label-4-340-437">
            <a:extLst xmlns:a="http://schemas.openxmlformats.org/drawingml/2006/main">
              <a:ext uri="{FF2B5EF4-FFF2-40B4-BE49-F238E27FC236}">
                <a16:creationId xmlns:a16="http://schemas.microsoft.com/office/drawing/2014/main" id="{B550EFBD-F6E5-468E-A838-03B4DAD7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162425"/>
            <a:ext cx="5143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2587F4-3F27-499F-9EDB-CE5F3EF77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571875"/>
            <a:ext cx="3476625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bd7e68c5b04d9c"/>
          <a:stretch xmlns:a="http://schemas.openxmlformats.org/drawingml/2006/main"/>
        </p:blipFill>
        <p:spPr>
          <a:xfrm xmlns:a="http://schemas.openxmlformats.org/drawingml/2006/main">
            <a:off x="4651231" y="3686175"/>
            <a:ext cx="2013239" cy="1428750"/>
          </a:xfrm>
          <a:prstGeom xmlns:a="http://schemas.openxmlformats.org/drawingml/2006/main" prst="roundRect">
            <a:avLst>
              <a:gd name="adj" fmla="val 5333"/>
            </a:avLst>
          </a:prstGeom>
        </p:spPr>
      </p:pic>
      <p:sp>
        <p:nvSpPr>
          <p:cNvPr id="38" name="label-5-745-437">
            <a:extLst xmlns:a="http://schemas.openxmlformats.org/drawingml/2006/main">
              <a:ext uri="{FF2B5EF4-FFF2-40B4-BE49-F238E27FC236}">
                <a16:creationId xmlns:a16="http://schemas.microsoft.com/office/drawing/2014/main" id="{D8C31499-B1F2-4A86-9F51-95C5EC0C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162425"/>
            <a:ext cx="5143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4C512C-7609-4B9A-A594-6401C250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71875"/>
            <a:ext cx="3476625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bcb28a5bfa41d9"/>
          <a:stretch xmlns:a="http://schemas.openxmlformats.org/drawingml/2006/main"/>
        </p:blipFill>
        <p:spPr>
          <a:xfrm xmlns:a="http://schemas.openxmlformats.org/drawingml/2006/main">
            <a:off x="8492620" y="3686175"/>
            <a:ext cx="2045710" cy="1428750"/>
          </a:xfrm>
          <a:prstGeom xmlns:a="http://schemas.openxmlformats.org/drawingml/2006/main" prst="roundRect">
            <a:avLst>
              <a:gd name="adj" fmla="val 5333"/>
            </a:avLst>
          </a:prstGeom>
        </p:spPr>
      </p:pic>
      <p:sp>
        <p:nvSpPr>
          <p:cNvPr id="41" name="label-6-1150-437">
            <a:extLst xmlns:a="http://schemas.openxmlformats.org/drawingml/2006/main">
              <a:ext uri="{FF2B5EF4-FFF2-40B4-BE49-F238E27FC236}">
                <a16:creationId xmlns:a16="http://schemas.microsoft.com/office/drawing/2014/main" id="{DECE3A5A-0331-43BD-A290-10D2B22A7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62425"/>
            <a:ext cx="5143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6</a:t>
            </a:r>
          </a:p>
        </p:txBody>
      </p:sp>
      <p:sp>
        <p:nvSpPr>
          <p:cNvPr id="42" name="word-bank">
            <a:extLst xmlns:a="http://schemas.openxmlformats.org/drawingml/2006/main">
              <a:ext uri="{FF2B5EF4-FFF2-40B4-BE49-F238E27FC236}">
                <a16:creationId xmlns:a16="http://schemas.microsoft.com/office/drawing/2014/main" id="{9A47F352-5C7E-431D-958D-A5A6AA5E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38800"/>
            <a:ext cx="914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97423B"/>
                </a:solidFill>
              </a:defRPr>
            </a:pPr>
            <a:r>
              <a:rPr sz="187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A 2025年5月   B 星期一   C 电脑   D 做饭   E 休息   F 饺子</a:t>
            </a:r>
          </a:p>
        </p:txBody>
      </p:sp>
      <p:sp>
        <p:nvSpPr>
          <p:cNvPr id="4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847C04A-2A8F-4D7F-B2DB-042604AB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A625C"/>
                </a:solidFill>
              </a:defRPr>
            </a:pPr>
            <a:r>
              <a:rPr sz="1050" b="0">
                <a:solidFill>
                  <a:srgbClr val="6A625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241080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1EE4DFEE-9875-4F02-BF5C-5EC9BAAA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日期核心词  Date Words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108A33CB-9815-4883-A086-5F968685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763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30E01F18-BA86-4D77-B640-D6A0F436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00125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看图跟读两遍，再遮住拼音说词。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8b0c1a4a8f416e"/>
          <a:srcRect xmlns:a="http://schemas.openxmlformats.org/drawingml/2006/main" l="0" t="3078" r="0" b="30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1790700"/>
            <a:ext cx="4095750" cy="3333750"/>
          </a:xfrm>
          <a:prstGeom xmlns:a="http://schemas.openxmlformats.org/drawingml/2006/main" prst="roundRect">
            <a:avLst>
              <a:gd name="adj" fmla="val 2286"/>
            </a:avLst>
          </a:prstGeom>
        </p:spPr>
      </p:pic>
      <p:sp>
        <p:nvSpPr>
          <p:cNvPr id="5" name="word-card-今天">
            <a:extLst xmlns:a="http://schemas.openxmlformats.org/drawingml/2006/main">
              <a:ext uri="{FF2B5EF4-FFF2-40B4-BE49-F238E27FC236}">
                <a16:creationId xmlns:a16="http://schemas.microsoft.com/office/drawing/2014/main" id="{7D16E319-DD91-4DCD-BDE6-64F95D7C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95450"/>
            <a:ext cx="2571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sp>
        <p:nvSpPr>
          <p:cNvPr id="6" name="py-今天">
            <a:extLst xmlns:a="http://schemas.openxmlformats.org/drawingml/2006/main">
              <a:ext uri="{FF2B5EF4-FFF2-40B4-BE49-F238E27FC236}">
                <a16:creationId xmlns:a16="http://schemas.microsoft.com/office/drawing/2014/main" id="{2E7A380B-8818-4BD6-87D2-0BE9B163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097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97423B"/>
                </a:solidFill>
              </a:defRPr>
            </a:pPr>
            <a:r>
              <a:rPr sz="1425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jīntiān</a:t>
            </a:r>
          </a:p>
        </p:txBody>
      </p:sp>
      <p:sp>
        <p:nvSpPr>
          <p:cNvPr id="7" name="zh-今天">
            <a:extLst xmlns:a="http://schemas.openxmlformats.org/drawingml/2006/main">
              <a:ext uri="{FF2B5EF4-FFF2-40B4-BE49-F238E27FC236}">
                <a16:creationId xmlns:a16="http://schemas.microsoft.com/office/drawing/2014/main" id="{46BD5EF7-43C7-46EA-976C-350769DB4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336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今天</a:t>
            </a:r>
          </a:p>
        </p:txBody>
      </p:sp>
      <p:sp>
        <p:nvSpPr>
          <p:cNvPr id="8" name="word-card-号">
            <a:extLst xmlns:a="http://schemas.openxmlformats.org/drawingml/2006/main">
              <a:ext uri="{FF2B5EF4-FFF2-40B4-BE49-F238E27FC236}">
                <a16:creationId xmlns:a16="http://schemas.microsoft.com/office/drawing/2014/main" id="{0F7CC386-51D2-4DB2-93BE-E83C7222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95450"/>
            <a:ext cx="2571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sp>
        <p:nvSpPr>
          <p:cNvPr id="9" name="py-号">
            <a:extLst xmlns:a="http://schemas.openxmlformats.org/drawingml/2006/main">
              <a:ext uri="{FF2B5EF4-FFF2-40B4-BE49-F238E27FC236}">
                <a16:creationId xmlns:a16="http://schemas.microsoft.com/office/drawing/2014/main" id="{11A461C1-BE89-4276-9992-35B8C822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097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97423B"/>
                </a:solidFill>
              </a:defRPr>
            </a:pPr>
            <a:r>
              <a:rPr sz="1425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hào</a:t>
            </a:r>
          </a:p>
        </p:txBody>
      </p:sp>
      <p:sp>
        <p:nvSpPr>
          <p:cNvPr id="10" name="zh-号">
            <a:extLst xmlns:a="http://schemas.openxmlformats.org/drawingml/2006/main">
              <a:ext uri="{FF2B5EF4-FFF2-40B4-BE49-F238E27FC236}">
                <a16:creationId xmlns:a16="http://schemas.microsoft.com/office/drawing/2014/main" id="{A468908C-52E0-461D-B6D7-500D790E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1336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号</a:t>
            </a:r>
          </a:p>
        </p:txBody>
      </p:sp>
      <p:sp>
        <p:nvSpPr>
          <p:cNvPr id="11" name="word-card-月">
            <a:extLst xmlns:a="http://schemas.openxmlformats.org/drawingml/2006/main">
              <a:ext uri="{FF2B5EF4-FFF2-40B4-BE49-F238E27FC236}">
                <a16:creationId xmlns:a16="http://schemas.microsoft.com/office/drawing/2014/main" id="{F05EC316-ECA1-4F07-AB52-20E7836B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09950"/>
            <a:ext cx="2571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sp>
        <p:nvSpPr>
          <p:cNvPr id="12" name="py-月">
            <a:extLst xmlns:a="http://schemas.openxmlformats.org/drawingml/2006/main">
              <a:ext uri="{FF2B5EF4-FFF2-40B4-BE49-F238E27FC236}">
                <a16:creationId xmlns:a16="http://schemas.microsoft.com/office/drawing/2014/main" id="{C1153960-2321-4153-BCAC-6209B4D3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242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97423B"/>
                </a:solidFill>
              </a:defRPr>
            </a:pPr>
            <a:r>
              <a:rPr sz="1425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yuè</a:t>
            </a:r>
          </a:p>
        </p:txBody>
      </p:sp>
      <p:sp>
        <p:nvSpPr>
          <p:cNvPr id="13" name="zh-月">
            <a:extLst xmlns:a="http://schemas.openxmlformats.org/drawingml/2006/main">
              <a:ext uri="{FF2B5EF4-FFF2-40B4-BE49-F238E27FC236}">
                <a16:creationId xmlns:a16="http://schemas.microsoft.com/office/drawing/2014/main" id="{AF6DC220-F997-48C2-A5B6-7FD6590DC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481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月</a:t>
            </a:r>
          </a:p>
        </p:txBody>
      </p:sp>
      <p:sp>
        <p:nvSpPr>
          <p:cNvPr id="14" name="word-card-日">
            <a:extLst xmlns:a="http://schemas.openxmlformats.org/drawingml/2006/main">
              <a:ext uri="{FF2B5EF4-FFF2-40B4-BE49-F238E27FC236}">
                <a16:creationId xmlns:a16="http://schemas.microsoft.com/office/drawing/2014/main" id="{4DC67415-9F96-438A-A823-5A2A0B8A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09950"/>
            <a:ext cx="2571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sp>
        <p:nvSpPr>
          <p:cNvPr id="15" name="py-日">
            <a:extLst xmlns:a="http://schemas.openxmlformats.org/drawingml/2006/main">
              <a:ext uri="{FF2B5EF4-FFF2-40B4-BE49-F238E27FC236}">
                <a16:creationId xmlns:a16="http://schemas.microsoft.com/office/drawing/2014/main" id="{3980CDDE-B234-43D8-9214-7C40DAC4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5242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97423B"/>
                </a:solidFill>
              </a:defRPr>
            </a:pPr>
            <a:r>
              <a:rPr sz="1425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rì</a:t>
            </a:r>
          </a:p>
        </p:txBody>
      </p:sp>
      <p:sp>
        <p:nvSpPr>
          <p:cNvPr id="16" name="zh-日">
            <a:extLst xmlns:a="http://schemas.openxmlformats.org/drawingml/2006/main">
              <a:ext uri="{FF2B5EF4-FFF2-40B4-BE49-F238E27FC236}">
                <a16:creationId xmlns:a16="http://schemas.microsoft.com/office/drawing/2014/main" id="{CAA7216B-EEE9-4DDF-A8DC-251E7F4F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481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5EC17A-6BE4-4D30-9D10-31B05F43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7423B"/>
                </a:solidFill>
              </a:defRPr>
            </a:pPr>
            <a:r>
              <a:rPr sz="135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Jīntiān jiǔ yuè bā hào / rì.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20511C-88F6-496A-9595-F45DB7BE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29250"/>
            <a:ext cx="6858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今天9月8号 / 日。</a:t>
            </a:r>
          </a:p>
        </p:txBody>
      </p:sp>
      <p:sp>
        <p:nvSpPr>
          <p:cNvPr id="1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ED3E575-E411-4F39-ADA6-91FBC1B4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A625C"/>
                </a:solidFill>
              </a:defRPr>
            </a:pPr>
            <a:r>
              <a:rPr sz="1050" b="0">
                <a:solidFill>
                  <a:srgbClr val="6A625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itle">
            <a:extLst xmlns:a="http://schemas.openxmlformats.org/drawingml/2006/main">
              <a:ext uri="{FF2B5EF4-FFF2-40B4-BE49-F238E27FC236}">
                <a16:creationId xmlns:a16="http://schemas.microsoft.com/office/drawing/2014/main" id="{4001A47C-CCCE-4271-B35E-68326055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星期一到星期天  Weekdays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CF0B9932-2AE5-4A68-AA2D-8A72983D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763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E0D510EE-9797-4EC2-AEBF-0B26808D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00125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按顺序读星期一到星期天，再随机指读。</a:t>
            </a:r>
          </a:p>
        </p:txBody>
      </p:sp>
      <p:sp>
        <p:nvSpPr>
          <p:cNvPr id="4" name="word-card-星期一">
            <a:extLst xmlns:a="http://schemas.openxmlformats.org/drawingml/2006/main">
              <a:ext uri="{FF2B5EF4-FFF2-40B4-BE49-F238E27FC236}">
                <a16:creationId xmlns:a16="http://schemas.microsoft.com/office/drawing/2014/main" id="{AA6BA32F-18F9-4C81-8DB5-4C501D54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2571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sp>
        <p:nvSpPr>
          <p:cNvPr id="5" name="py-星期一">
            <a:extLst xmlns:a="http://schemas.openxmlformats.org/drawingml/2006/main">
              <a:ext uri="{FF2B5EF4-FFF2-40B4-BE49-F238E27FC236}">
                <a16:creationId xmlns:a16="http://schemas.microsoft.com/office/drawing/2014/main" id="{FF133ECA-5900-42E4-972A-A9E745CE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335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97423B"/>
                </a:solidFill>
              </a:defRPr>
            </a:pPr>
            <a:r>
              <a:rPr sz="1425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Xīngqīyī</a:t>
            </a:r>
          </a:p>
        </p:txBody>
      </p:sp>
      <p:sp>
        <p:nvSpPr>
          <p:cNvPr id="6" name="zh-星期一">
            <a:extLst xmlns:a="http://schemas.openxmlformats.org/drawingml/2006/main">
              <a:ext uri="{FF2B5EF4-FFF2-40B4-BE49-F238E27FC236}">
                <a16:creationId xmlns:a16="http://schemas.microsoft.com/office/drawing/2014/main" id="{9FC5C7FC-DB3C-4B2F-BCC6-6E470065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574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星期一</a:t>
            </a:r>
          </a:p>
        </p:txBody>
      </p:sp>
      <p:sp>
        <p:nvSpPr>
          <p:cNvPr id="7" name="word-card-星期二">
            <a:extLst xmlns:a="http://schemas.openxmlformats.org/drawingml/2006/main">
              <a:ext uri="{FF2B5EF4-FFF2-40B4-BE49-F238E27FC236}">
                <a16:creationId xmlns:a16="http://schemas.microsoft.com/office/drawing/2014/main" id="{EA9ED095-23D1-478C-A537-65603A7B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619250"/>
            <a:ext cx="2571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sp>
        <p:nvSpPr>
          <p:cNvPr id="8" name="py-星期二">
            <a:extLst xmlns:a="http://schemas.openxmlformats.org/drawingml/2006/main">
              <a:ext uri="{FF2B5EF4-FFF2-40B4-BE49-F238E27FC236}">
                <a16:creationId xmlns:a16="http://schemas.microsoft.com/office/drawing/2014/main" id="{0C9E57DD-F0A2-419C-B8B9-C16156CC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7335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97423B"/>
                </a:solidFill>
              </a:defRPr>
            </a:pPr>
            <a:r>
              <a:rPr sz="1425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Xīngqī’èr</a:t>
            </a:r>
          </a:p>
        </p:txBody>
      </p:sp>
      <p:sp>
        <p:nvSpPr>
          <p:cNvPr id="9" name="zh-星期二">
            <a:extLst xmlns:a="http://schemas.openxmlformats.org/drawingml/2006/main">
              <a:ext uri="{FF2B5EF4-FFF2-40B4-BE49-F238E27FC236}">
                <a16:creationId xmlns:a16="http://schemas.microsoft.com/office/drawing/2014/main" id="{B11D4094-8C66-476E-9300-34E58752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574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星期二</a:t>
            </a:r>
          </a:p>
        </p:txBody>
      </p:sp>
      <p:sp>
        <p:nvSpPr>
          <p:cNvPr id="10" name="word-card-星期三">
            <a:extLst xmlns:a="http://schemas.openxmlformats.org/drawingml/2006/main">
              <a:ext uri="{FF2B5EF4-FFF2-40B4-BE49-F238E27FC236}">
                <a16:creationId xmlns:a16="http://schemas.microsoft.com/office/drawing/2014/main" id="{9A30C2B0-23DE-4837-91AF-D6356709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619250"/>
            <a:ext cx="2571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sp>
        <p:nvSpPr>
          <p:cNvPr id="11" name="py-星期三">
            <a:extLst xmlns:a="http://schemas.openxmlformats.org/drawingml/2006/main">
              <a:ext uri="{FF2B5EF4-FFF2-40B4-BE49-F238E27FC236}">
                <a16:creationId xmlns:a16="http://schemas.microsoft.com/office/drawing/2014/main" id="{81E4F5E4-2049-4A1A-9E82-BD6F602C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335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97423B"/>
                </a:solidFill>
              </a:defRPr>
            </a:pPr>
            <a:r>
              <a:rPr sz="1425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Xīngqīsān</a:t>
            </a:r>
          </a:p>
        </p:txBody>
      </p:sp>
      <p:sp>
        <p:nvSpPr>
          <p:cNvPr id="12" name="zh-星期三">
            <a:extLst xmlns:a="http://schemas.openxmlformats.org/drawingml/2006/main">
              <a:ext uri="{FF2B5EF4-FFF2-40B4-BE49-F238E27FC236}">
                <a16:creationId xmlns:a16="http://schemas.microsoft.com/office/drawing/2014/main" id="{D315050E-612B-4A0E-B45F-4115D85F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574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星期三</a:t>
            </a:r>
          </a:p>
        </p:txBody>
      </p:sp>
      <p:sp>
        <p:nvSpPr>
          <p:cNvPr id="13" name="word-card-星期四">
            <a:extLst xmlns:a="http://schemas.openxmlformats.org/drawingml/2006/main">
              <a:ext uri="{FF2B5EF4-FFF2-40B4-BE49-F238E27FC236}">
                <a16:creationId xmlns:a16="http://schemas.microsoft.com/office/drawing/2014/main" id="{8C4FB266-7565-498C-84B6-9AE013E0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619250"/>
            <a:ext cx="2571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sp>
        <p:nvSpPr>
          <p:cNvPr id="14" name="py-星期四">
            <a:extLst xmlns:a="http://schemas.openxmlformats.org/drawingml/2006/main">
              <a:ext uri="{FF2B5EF4-FFF2-40B4-BE49-F238E27FC236}">
                <a16:creationId xmlns:a16="http://schemas.microsoft.com/office/drawing/2014/main" id="{C9D399CD-3A50-4E21-AA4C-B5E24E05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7335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97423B"/>
                </a:solidFill>
              </a:defRPr>
            </a:pPr>
            <a:r>
              <a:rPr sz="1425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Xīngqīsì</a:t>
            </a:r>
          </a:p>
        </p:txBody>
      </p:sp>
      <p:sp>
        <p:nvSpPr>
          <p:cNvPr id="15" name="zh-星期四">
            <a:extLst xmlns:a="http://schemas.openxmlformats.org/drawingml/2006/main">
              <a:ext uri="{FF2B5EF4-FFF2-40B4-BE49-F238E27FC236}">
                <a16:creationId xmlns:a16="http://schemas.microsoft.com/office/drawing/2014/main" id="{7BC7B0CB-2279-4B79-A329-BA4F93EE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0574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星期四</a:t>
            </a:r>
          </a:p>
        </p:txBody>
      </p:sp>
      <p:sp>
        <p:nvSpPr>
          <p:cNvPr id="16" name="word-card-星期五">
            <a:extLst xmlns:a="http://schemas.openxmlformats.org/drawingml/2006/main">
              <a:ext uri="{FF2B5EF4-FFF2-40B4-BE49-F238E27FC236}">
                <a16:creationId xmlns:a16="http://schemas.microsoft.com/office/drawing/2014/main" id="{A3EE094F-F7C2-47ED-86B3-237A4587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524250"/>
            <a:ext cx="2571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sp>
        <p:nvSpPr>
          <p:cNvPr id="17" name="py-星期五">
            <a:extLst xmlns:a="http://schemas.openxmlformats.org/drawingml/2006/main">
              <a:ext uri="{FF2B5EF4-FFF2-40B4-BE49-F238E27FC236}">
                <a16:creationId xmlns:a16="http://schemas.microsoft.com/office/drawing/2014/main" id="{5850FD6A-25C2-4814-A9BE-C4D59B23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6385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97423B"/>
                </a:solidFill>
              </a:defRPr>
            </a:pPr>
            <a:r>
              <a:rPr sz="1425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Xīngqīwǔ</a:t>
            </a:r>
          </a:p>
        </p:txBody>
      </p:sp>
      <p:sp>
        <p:nvSpPr>
          <p:cNvPr id="18" name="zh-星期五">
            <a:extLst xmlns:a="http://schemas.openxmlformats.org/drawingml/2006/main">
              <a:ext uri="{FF2B5EF4-FFF2-40B4-BE49-F238E27FC236}">
                <a16:creationId xmlns:a16="http://schemas.microsoft.com/office/drawing/2014/main" id="{99FC0F26-48E4-4F2D-9774-C1A05EBF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9624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星期五</a:t>
            </a:r>
          </a:p>
        </p:txBody>
      </p:sp>
      <p:sp>
        <p:nvSpPr>
          <p:cNvPr id="19" name="word-card-星期六">
            <a:extLst xmlns:a="http://schemas.openxmlformats.org/drawingml/2006/main">
              <a:ext uri="{FF2B5EF4-FFF2-40B4-BE49-F238E27FC236}">
                <a16:creationId xmlns:a16="http://schemas.microsoft.com/office/drawing/2014/main" id="{E509D942-C509-4900-B08F-638F0CB4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524250"/>
            <a:ext cx="2571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sp>
        <p:nvSpPr>
          <p:cNvPr id="20" name="py-星期六">
            <a:extLst xmlns:a="http://schemas.openxmlformats.org/drawingml/2006/main">
              <a:ext uri="{FF2B5EF4-FFF2-40B4-BE49-F238E27FC236}">
                <a16:creationId xmlns:a16="http://schemas.microsoft.com/office/drawing/2014/main" id="{ACDD1D77-9CC2-45BF-9D6B-C83DB56F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6385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97423B"/>
                </a:solidFill>
              </a:defRPr>
            </a:pPr>
            <a:r>
              <a:rPr sz="1425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Xīngqīliù</a:t>
            </a:r>
          </a:p>
        </p:txBody>
      </p:sp>
      <p:sp>
        <p:nvSpPr>
          <p:cNvPr id="21" name="zh-星期六">
            <a:extLst xmlns:a="http://schemas.openxmlformats.org/drawingml/2006/main">
              <a:ext uri="{FF2B5EF4-FFF2-40B4-BE49-F238E27FC236}">
                <a16:creationId xmlns:a16="http://schemas.microsoft.com/office/drawing/2014/main" id="{47B8311B-B77A-4297-AE3E-BF18C3B7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9624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星期六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BD89E1-5E18-4D03-9BA8-EBF7DA2A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524250"/>
            <a:ext cx="2571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9A8C8C-32A8-4777-B8D6-8F8878D8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676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97423B"/>
                </a:solidFill>
              </a:defRPr>
            </a:pPr>
            <a:r>
              <a:rPr sz="1275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Xīngqīrì / Xīngqītiān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86782C-46C1-46B2-959C-7CB24DAE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048125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星期日 / 星期天</a:t>
            </a:r>
          </a:p>
        </p:txBody>
      </p:sp>
      <p:sp>
        <p:nvSpPr>
          <p:cNvPr id="2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5401F02-BABC-4004-A0EB-3BDC7B81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A625C"/>
                </a:solidFill>
              </a:defRPr>
            </a:pPr>
            <a:r>
              <a:rPr sz="1050" b="0">
                <a:solidFill>
                  <a:srgbClr val="6A625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E884B0EA-4989-4A8B-B2B8-D14BE2B2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星期天与休息  Sunday Rest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392D6AB8-B92C-4793-9C2C-32BCC379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763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2CC3020-7721-4A49-B9FB-4020431F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00125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先跟读：星期天、不上课、我们休息，再连起来读整句。</a:t>
            </a:r>
          </a:p>
        </p:txBody>
      </p:sp>
      <p:sp>
        <p:nvSpPr>
          <p:cNvPr id="4" name="sunday-rest-part-1">
            <a:extLst xmlns:a="http://schemas.openxmlformats.org/drawingml/2006/main">
              <a:ext uri="{FF2B5EF4-FFF2-40B4-BE49-F238E27FC236}">
                <a16:creationId xmlns:a16="http://schemas.microsoft.com/office/drawing/2014/main" id="{D4578AE9-8F40-47FE-9D92-63F8AB87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31432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19050">
            <a:solidFill>
              <a:srgbClr val="51735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B4250C-AF31-420E-9087-B2DFFB83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098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Xīngqītiān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3279F3-CD87-4A69-B94C-614BCB83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86050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星期天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DBA164-3AB1-49FA-A36A-8666906A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49555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BF5449"/>
                </a:solidFill>
              </a:defRPr>
            </a:pPr>
            <a:r>
              <a:rPr sz="300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sunday-rest-part-2">
            <a:extLst xmlns:a="http://schemas.openxmlformats.org/drawingml/2006/main">
              <a:ext uri="{FF2B5EF4-FFF2-40B4-BE49-F238E27FC236}">
                <a16:creationId xmlns:a16="http://schemas.microsoft.com/office/drawing/2014/main" id="{FAE0D5C6-2CA1-4FEC-9359-A5B4CB5F0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952625"/>
            <a:ext cx="31432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19050">
            <a:solidFill>
              <a:srgbClr val="BF544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4EA193-2720-47F4-9532-712BFBB9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098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bú shàngkè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288348-230F-4900-841B-3CAABD1B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86050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不上课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CB1123-C6EF-4F19-935F-EBA7E5BB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9555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BF5449"/>
                </a:solidFill>
              </a:defRPr>
            </a:pPr>
            <a:r>
              <a:rPr sz="300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sunday-rest-part-3">
            <a:extLst xmlns:a="http://schemas.openxmlformats.org/drawingml/2006/main">
              <a:ext uri="{FF2B5EF4-FFF2-40B4-BE49-F238E27FC236}">
                <a16:creationId xmlns:a16="http://schemas.microsoft.com/office/drawing/2014/main" id="{589F5C64-AC4C-4B9C-A9A3-3BF96807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52625"/>
            <a:ext cx="31432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19050">
            <a:solidFill>
              <a:srgbClr val="51735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722A0B-2D9C-4739-9D84-3DF8D378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098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wǒmen xiūxi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87B37B-9E5C-443B-95FF-73926619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686050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我们休息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48E82F-64D9-4DFF-9538-73430D51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57700"/>
            <a:ext cx="914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97423B"/>
                </a:solidFill>
              </a:defRPr>
            </a:pPr>
            <a:r>
              <a:rPr sz="1575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Xīngqītiān bú shàngkè, wǒmen xiūxi.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EB1B61-4DB0-4E40-A0E3-E6F94B81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05375"/>
            <a:ext cx="9334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BF5449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星期天不上课，我们休息。</a:t>
            </a:r>
          </a:p>
        </p:txBody>
      </p:sp>
      <p:sp>
        <p:nvSpPr>
          <p:cNvPr id="1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2C31220-E166-465B-A365-9D0F7C01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A625C"/>
                </a:solidFill>
              </a:defRPr>
            </a:pPr>
            <a:r>
              <a:rPr sz="1050" b="0">
                <a:solidFill>
                  <a:srgbClr val="6A625C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">
            <a:extLst xmlns:a="http://schemas.openxmlformats.org/drawingml/2006/main">
              <a:ext uri="{FF2B5EF4-FFF2-40B4-BE49-F238E27FC236}">
                <a16:creationId xmlns:a16="http://schemas.microsoft.com/office/drawing/2014/main" id="{0FD10CB3-313E-49B1-8D7F-D8690A3C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一月到六月  Months 1–6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ECA070B8-AD2B-41B4-98B4-A5E15DA5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763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F5BAEBB-5451-4D32-BFED-612DA65D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00125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按顺序跟读，再说出被指的月份。</a:t>
            </a:r>
          </a:p>
        </p:txBody>
      </p:sp>
      <p:sp>
        <p:nvSpPr>
          <p:cNvPr id="4" name="word-card-一月">
            <a:extLst xmlns:a="http://schemas.openxmlformats.org/drawingml/2006/main">
              <a:ext uri="{FF2B5EF4-FFF2-40B4-BE49-F238E27FC236}">
                <a16:creationId xmlns:a16="http://schemas.microsoft.com/office/drawing/2014/main" id="{A37EFCBA-DDA6-4249-9A87-53F66476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32385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sp>
        <p:nvSpPr>
          <p:cNvPr id="5" name="py-一月">
            <a:extLst xmlns:a="http://schemas.openxmlformats.org/drawingml/2006/main">
              <a:ext uri="{FF2B5EF4-FFF2-40B4-BE49-F238E27FC236}">
                <a16:creationId xmlns:a16="http://schemas.microsoft.com/office/drawing/2014/main" id="{A966B782-981A-4BAE-82D1-4171634F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97423B"/>
                </a:solidFill>
              </a:defRPr>
            </a:pPr>
            <a:r>
              <a:rPr sz="1425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yīyuè</a:t>
            </a:r>
          </a:p>
        </p:txBody>
      </p:sp>
      <p:sp>
        <p:nvSpPr>
          <p:cNvPr id="6" name="zh-一月">
            <a:extLst xmlns:a="http://schemas.openxmlformats.org/drawingml/2006/main">
              <a:ext uri="{FF2B5EF4-FFF2-40B4-BE49-F238E27FC236}">
                <a16:creationId xmlns:a16="http://schemas.microsoft.com/office/drawing/2014/main" id="{C35A5194-4883-48B5-9BF7-384E905B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一月</a:t>
            </a:r>
          </a:p>
        </p:txBody>
      </p:sp>
      <p:sp>
        <p:nvSpPr>
          <p:cNvPr id="7" name="word-card-二月">
            <a:extLst xmlns:a="http://schemas.openxmlformats.org/drawingml/2006/main">
              <a:ext uri="{FF2B5EF4-FFF2-40B4-BE49-F238E27FC236}">
                <a16:creationId xmlns:a16="http://schemas.microsoft.com/office/drawing/2014/main" id="{3F0C2176-BEDE-470E-BD6B-92AE003B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95450"/>
            <a:ext cx="32385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sp>
        <p:nvSpPr>
          <p:cNvPr id="8" name="py-二月">
            <a:extLst xmlns:a="http://schemas.openxmlformats.org/drawingml/2006/main">
              <a:ext uri="{FF2B5EF4-FFF2-40B4-BE49-F238E27FC236}">
                <a16:creationId xmlns:a16="http://schemas.microsoft.com/office/drawing/2014/main" id="{AD4C16E7-FA16-4E96-8791-30B18E29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97423B"/>
                </a:solidFill>
              </a:defRPr>
            </a:pPr>
            <a:r>
              <a:rPr sz="1425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èryuè</a:t>
            </a:r>
          </a:p>
        </p:txBody>
      </p:sp>
      <p:sp>
        <p:nvSpPr>
          <p:cNvPr id="9" name="zh-二月">
            <a:extLst xmlns:a="http://schemas.openxmlformats.org/drawingml/2006/main">
              <a:ext uri="{FF2B5EF4-FFF2-40B4-BE49-F238E27FC236}">
                <a16:creationId xmlns:a16="http://schemas.microsoft.com/office/drawing/2014/main" id="{B9374762-A3D7-49E2-9740-C4754497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336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二月</a:t>
            </a:r>
          </a:p>
        </p:txBody>
      </p:sp>
      <p:sp>
        <p:nvSpPr>
          <p:cNvPr id="10" name="word-card-三月">
            <a:extLst xmlns:a="http://schemas.openxmlformats.org/drawingml/2006/main">
              <a:ext uri="{FF2B5EF4-FFF2-40B4-BE49-F238E27FC236}">
                <a16:creationId xmlns:a16="http://schemas.microsoft.com/office/drawing/2014/main" id="{FC4BA3EB-8753-49DE-A257-16B88FC4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95450"/>
            <a:ext cx="32385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sp>
        <p:nvSpPr>
          <p:cNvPr id="11" name="py-三月">
            <a:extLst xmlns:a="http://schemas.openxmlformats.org/drawingml/2006/main">
              <a:ext uri="{FF2B5EF4-FFF2-40B4-BE49-F238E27FC236}">
                <a16:creationId xmlns:a16="http://schemas.microsoft.com/office/drawing/2014/main" id="{A7CBF451-AD79-4A49-BCA7-565E8C00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97423B"/>
                </a:solidFill>
              </a:defRPr>
            </a:pPr>
            <a:r>
              <a:rPr sz="1425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sānyuè</a:t>
            </a:r>
          </a:p>
        </p:txBody>
      </p:sp>
      <p:sp>
        <p:nvSpPr>
          <p:cNvPr id="12" name="zh-三月">
            <a:extLst xmlns:a="http://schemas.openxmlformats.org/drawingml/2006/main">
              <a:ext uri="{FF2B5EF4-FFF2-40B4-BE49-F238E27FC236}">
                <a16:creationId xmlns:a16="http://schemas.microsoft.com/office/drawing/2014/main" id="{2219FDD6-BFD8-45DB-B338-A29E0A69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336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三月</a:t>
            </a:r>
          </a:p>
        </p:txBody>
      </p:sp>
      <p:sp>
        <p:nvSpPr>
          <p:cNvPr id="13" name="word-card-四月">
            <a:extLst xmlns:a="http://schemas.openxmlformats.org/drawingml/2006/main">
              <a:ext uri="{FF2B5EF4-FFF2-40B4-BE49-F238E27FC236}">
                <a16:creationId xmlns:a16="http://schemas.microsoft.com/office/drawing/2014/main" id="{E8F286DA-19BB-4AA0-A6F8-C44A9667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32385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sp>
        <p:nvSpPr>
          <p:cNvPr id="14" name="py-四月">
            <a:extLst xmlns:a="http://schemas.openxmlformats.org/drawingml/2006/main">
              <a:ext uri="{FF2B5EF4-FFF2-40B4-BE49-F238E27FC236}">
                <a16:creationId xmlns:a16="http://schemas.microsoft.com/office/drawing/2014/main" id="{D3FC94DD-90A1-47CC-B6FB-9399C3EA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97423B"/>
                </a:solidFill>
              </a:defRPr>
            </a:pPr>
            <a:r>
              <a:rPr sz="1425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sìyuè</a:t>
            </a:r>
          </a:p>
        </p:txBody>
      </p:sp>
      <p:sp>
        <p:nvSpPr>
          <p:cNvPr id="15" name="zh-四月">
            <a:extLst xmlns:a="http://schemas.openxmlformats.org/drawingml/2006/main">
              <a:ext uri="{FF2B5EF4-FFF2-40B4-BE49-F238E27FC236}">
                <a16:creationId xmlns:a16="http://schemas.microsoft.com/office/drawing/2014/main" id="{2A55E20C-A7BF-40E7-B071-E8C3CE0B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338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四月</a:t>
            </a:r>
          </a:p>
        </p:txBody>
      </p:sp>
      <p:sp>
        <p:nvSpPr>
          <p:cNvPr id="16" name="word-card-五月">
            <a:extLst xmlns:a="http://schemas.openxmlformats.org/drawingml/2006/main">
              <a:ext uri="{FF2B5EF4-FFF2-40B4-BE49-F238E27FC236}">
                <a16:creationId xmlns:a16="http://schemas.microsoft.com/office/drawing/2014/main" id="{170705CA-3D80-4627-9C48-0A618133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95700"/>
            <a:ext cx="32385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sp>
        <p:nvSpPr>
          <p:cNvPr id="17" name="py-五月">
            <a:extLst xmlns:a="http://schemas.openxmlformats.org/drawingml/2006/main">
              <a:ext uri="{FF2B5EF4-FFF2-40B4-BE49-F238E27FC236}">
                <a16:creationId xmlns:a16="http://schemas.microsoft.com/office/drawing/2014/main" id="{DF36A1CE-F810-414D-AD66-89A2A480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100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97423B"/>
                </a:solidFill>
              </a:defRPr>
            </a:pPr>
            <a:r>
              <a:rPr sz="1425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wǔyuè</a:t>
            </a:r>
          </a:p>
        </p:txBody>
      </p:sp>
      <p:sp>
        <p:nvSpPr>
          <p:cNvPr id="18" name="zh-五月">
            <a:extLst xmlns:a="http://schemas.openxmlformats.org/drawingml/2006/main">
              <a:ext uri="{FF2B5EF4-FFF2-40B4-BE49-F238E27FC236}">
                <a16:creationId xmlns:a16="http://schemas.microsoft.com/office/drawing/2014/main" id="{E14AB0B4-5C64-4559-9DEC-9FF61B3FA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338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五月</a:t>
            </a:r>
          </a:p>
        </p:txBody>
      </p:sp>
      <p:sp>
        <p:nvSpPr>
          <p:cNvPr id="19" name="word-card-六月">
            <a:extLst xmlns:a="http://schemas.openxmlformats.org/drawingml/2006/main">
              <a:ext uri="{FF2B5EF4-FFF2-40B4-BE49-F238E27FC236}">
                <a16:creationId xmlns:a16="http://schemas.microsoft.com/office/drawing/2014/main" id="{28620ED7-1BD7-446C-BF61-4C5BCEC6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95700"/>
            <a:ext cx="32385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sp>
        <p:nvSpPr>
          <p:cNvPr id="20" name="py-六月">
            <a:extLst xmlns:a="http://schemas.openxmlformats.org/drawingml/2006/main">
              <a:ext uri="{FF2B5EF4-FFF2-40B4-BE49-F238E27FC236}">
                <a16:creationId xmlns:a16="http://schemas.microsoft.com/office/drawing/2014/main" id="{33D09870-EC71-451D-9CA4-6E18CFA7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100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97423B"/>
                </a:solidFill>
              </a:defRPr>
            </a:pPr>
            <a:r>
              <a:rPr sz="1425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liùyuè</a:t>
            </a:r>
          </a:p>
        </p:txBody>
      </p:sp>
      <p:sp>
        <p:nvSpPr>
          <p:cNvPr id="21" name="zh-六月">
            <a:extLst xmlns:a="http://schemas.openxmlformats.org/drawingml/2006/main">
              <a:ext uri="{FF2B5EF4-FFF2-40B4-BE49-F238E27FC236}">
                <a16:creationId xmlns:a16="http://schemas.microsoft.com/office/drawing/2014/main" id="{D653E6FC-4506-429F-826D-214B288D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338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六月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9F22135-BA78-4C35-8DCA-8D58D30D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A625C"/>
                </a:solidFill>
              </a:defRPr>
            </a:pPr>
            <a:r>
              <a:rPr sz="1050" b="0">
                <a:solidFill>
                  <a:srgbClr val="6A625C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544665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">
            <a:extLst xmlns:a="http://schemas.openxmlformats.org/drawingml/2006/main">
              <a:ext uri="{FF2B5EF4-FFF2-40B4-BE49-F238E27FC236}">
                <a16:creationId xmlns:a16="http://schemas.microsoft.com/office/drawing/2014/main" id="{5D514A7B-6112-4A17-A872-F3EDCDC2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七月到十二月  Months 7–12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1D2BA413-2BC5-40F2-9A00-CD29326B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763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CF650CA-555A-4AA7-9A97-98B5F820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00125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按顺序跟读，再说出被指的月份。</a:t>
            </a:r>
          </a:p>
        </p:txBody>
      </p:sp>
      <p:sp>
        <p:nvSpPr>
          <p:cNvPr id="4" name="word-card-七月">
            <a:extLst xmlns:a="http://schemas.openxmlformats.org/drawingml/2006/main">
              <a:ext uri="{FF2B5EF4-FFF2-40B4-BE49-F238E27FC236}">
                <a16:creationId xmlns:a16="http://schemas.microsoft.com/office/drawing/2014/main" id="{95A31AF5-543A-454A-8C7D-BE0034BA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32385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sp>
        <p:nvSpPr>
          <p:cNvPr id="5" name="py-七月">
            <a:extLst xmlns:a="http://schemas.openxmlformats.org/drawingml/2006/main">
              <a:ext uri="{FF2B5EF4-FFF2-40B4-BE49-F238E27FC236}">
                <a16:creationId xmlns:a16="http://schemas.microsoft.com/office/drawing/2014/main" id="{F9006040-3BD3-4A49-A13E-0FBD8541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97423B"/>
                </a:solidFill>
              </a:defRPr>
            </a:pPr>
            <a:r>
              <a:rPr sz="1425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qīyuè</a:t>
            </a:r>
          </a:p>
        </p:txBody>
      </p:sp>
      <p:sp>
        <p:nvSpPr>
          <p:cNvPr id="6" name="zh-七月">
            <a:extLst xmlns:a="http://schemas.openxmlformats.org/drawingml/2006/main">
              <a:ext uri="{FF2B5EF4-FFF2-40B4-BE49-F238E27FC236}">
                <a16:creationId xmlns:a16="http://schemas.microsoft.com/office/drawing/2014/main" id="{55A65571-5B13-421E-84CD-A334B380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七月</a:t>
            </a:r>
          </a:p>
        </p:txBody>
      </p:sp>
      <p:sp>
        <p:nvSpPr>
          <p:cNvPr id="7" name="word-card-八月">
            <a:extLst xmlns:a="http://schemas.openxmlformats.org/drawingml/2006/main">
              <a:ext uri="{FF2B5EF4-FFF2-40B4-BE49-F238E27FC236}">
                <a16:creationId xmlns:a16="http://schemas.microsoft.com/office/drawing/2014/main" id="{FD429B24-F60F-4FDD-A88D-0B41F1C4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95450"/>
            <a:ext cx="32385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sp>
        <p:nvSpPr>
          <p:cNvPr id="8" name="py-八月">
            <a:extLst xmlns:a="http://schemas.openxmlformats.org/drawingml/2006/main">
              <a:ext uri="{FF2B5EF4-FFF2-40B4-BE49-F238E27FC236}">
                <a16:creationId xmlns:a16="http://schemas.microsoft.com/office/drawing/2014/main" id="{4BD45648-BDC8-4EF2-8C6E-45D6ABE5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97423B"/>
                </a:solidFill>
              </a:defRPr>
            </a:pPr>
            <a:r>
              <a:rPr sz="1425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bāyuè</a:t>
            </a:r>
          </a:p>
        </p:txBody>
      </p:sp>
      <p:sp>
        <p:nvSpPr>
          <p:cNvPr id="9" name="zh-八月">
            <a:extLst xmlns:a="http://schemas.openxmlformats.org/drawingml/2006/main">
              <a:ext uri="{FF2B5EF4-FFF2-40B4-BE49-F238E27FC236}">
                <a16:creationId xmlns:a16="http://schemas.microsoft.com/office/drawing/2014/main" id="{1EBA9C79-0161-40CA-9DBF-8B2C231B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336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八月</a:t>
            </a:r>
          </a:p>
        </p:txBody>
      </p:sp>
      <p:sp>
        <p:nvSpPr>
          <p:cNvPr id="10" name="word-card-九月">
            <a:extLst xmlns:a="http://schemas.openxmlformats.org/drawingml/2006/main">
              <a:ext uri="{FF2B5EF4-FFF2-40B4-BE49-F238E27FC236}">
                <a16:creationId xmlns:a16="http://schemas.microsoft.com/office/drawing/2014/main" id="{3F47D942-1F0B-4062-BDAF-0B2547B4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95450"/>
            <a:ext cx="32385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sp>
        <p:nvSpPr>
          <p:cNvPr id="11" name="py-九月">
            <a:extLst xmlns:a="http://schemas.openxmlformats.org/drawingml/2006/main">
              <a:ext uri="{FF2B5EF4-FFF2-40B4-BE49-F238E27FC236}">
                <a16:creationId xmlns:a16="http://schemas.microsoft.com/office/drawing/2014/main" id="{235D5E8F-74AE-442F-ACE8-4DE24E9F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97423B"/>
                </a:solidFill>
              </a:defRPr>
            </a:pPr>
            <a:r>
              <a:rPr sz="1425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jiǔyuè</a:t>
            </a:r>
          </a:p>
        </p:txBody>
      </p:sp>
      <p:sp>
        <p:nvSpPr>
          <p:cNvPr id="12" name="zh-九月">
            <a:extLst xmlns:a="http://schemas.openxmlformats.org/drawingml/2006/main">
              <a:ext uri="{FF2B5EF4-FFF2-40B4-BE49-F238E27FC236}">
                <a16:creationId xmlns:a16="http://schemas.microsoft.com/office/drawing/2014/main" id="{0720DCB9-AEEE-4E10-AD6E-F35CD189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336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九月</a:t>
            </a:r>
          </a:p>
        </p:txBody>
      </p:sp>
      <p:sp>
        <p:nvSpPr>
          <p:cNvPr id="13" name="word-card-十月">
            <a:extLst xmlns:a="http://schemas.openxmlformats.org/drawingml/2006/main">
              <a:ext uri="{FF2B5EF4-FFF2-40B4-BE49-F238E27FC236}">
                <a16:creationId xmlns:a16="http://schemas.microsoft.com/office/drawing/2014/main" id="{98759B37-42E5-43C6-B4BB-302E135F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32385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sp>
        <p:nvSpPr>
          <p:cNvPr id="14" name="py-十月">
            <a:extLst xmlns:a="http://schemas.openxmlformats.org/drawingml/2006/main">
              <a:ext uri="{FF2B5EF4-FFF2-40B4-BE49-F238E27FC236}">
                <a16:creationId xmlns:a16="http://schemas.microsoft.com/office/drawing/2014/main" id="{95372005-C018-4EAB-A9B0-46B7722F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97423B"/>
                </a:solidFill>
              </a:defRPr>
            </a:pPr>
            <a:r>
              <a:rPr sz="1425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shíyuè</a:t>
            </a:r>
          </a:p>
        </p:txBody>
      </p:sp>
      <p:sp>
        <p:nvSpPr>
          <p:cNvPr id="15" name="zh-十月">
            <a:extLst xmlns:a="http://schemas.openxmlformats.org/drawingml/2006/main">
              <a:ext uri="{FF2B5EF4-FFF2-40B4-BE49-F238E27FC236}">
                <a16:creationId xmlns:a16="http://schemas.microsoft.com/office/drawing/2014/main" id="{F7D31E34-08DA-447E-B8F1-BDB93A9E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338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十月</a:t>
            </a:r>
          </a:p>
        </p:txBody>
      </p:sp>
      <p:sp>
        <p:nvSpPr>
          <p:cNvPr id="16" name="word-card-十一月">
            <a:extLst xmlns:a="http://schemas.openxmlformats.org/drawingml/2006/main">
              <a:ext uri="{FF2B5EF4-FFF2-40B4-BE49-F238E27FC236}">
                <a16:creationId xmlns:a16="http://schemas.microsoft.com/office/drawing/2014/main" id="{4A7552DD-F3F3-4DFB-9554-ACEF0368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95700"/>
            <a:ext cx="32385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sp>
        <p:nvSpPr>
          <p:cNvPr id="17" name="py-十一月">
            <a:extLst xmlns:a="http://schemas.openxmlformats.org/drawingml/2006/main">
              <a:ext uri="{FF2B5EF4-FFF2-40B4-BE49-F238E27FC236}">
                <a16:creationId xmlns:a16="http://schemas.microsoft.com/office/drawing/2014/main" id="{D54D286A-0305-48B7-BFB8-93ED7603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100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97423B"/>
                </a:solidFill>
              </a:defRPr>
            </a:pPr>
            <a:r>
              <a:rPr sz="1425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shíyīyuè</a:t>
            </a:r>
          </a:p>
        </p:txBody>
      </p:sp>
      <p:sp>
        <p:nvSpPr>
          <p:cNvPr id="18" name="zh-十一月">
            <a:extLst xmlns:a="http://schemas.openxmlformats.org/drawingml/2006/main">
              <a:ext uri="{FF2B5EF4-FFF2-40B4-BE49-F238E27FC236}">
                <a16:creationId xmlns:a16="http://schemas.microsoft.com/office/drawing/2014/main" id="{17BCB126-D467-4D99-A7CF-F2FA1B27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338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十一月</a:t>
            </a:r>
          </a:p>
        </p:txBody>
      </p:sp>
      <p:sp>
        <p:nvSpPr>
          <p:cNvPr id="19" name="word-card-十二月">
            <a:extLst xmlns:a="http://schemas.openxmlformats.org/drawingml/2006/main">
              <a:ext uri="{FF2B5EF4-FFF2-40B4-BE49-F238E27FC236}">
                <a16:creationId xmlns:a16="http://schemas.microsoft.com/office/drawing/2014/main" id="{3A2B0019-F044-4212-951F-C92A9BDC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95700"/>
            <a:ext cx="32385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sp>
        <p:nvSpPr>
          <p:cNvPr id="20" name="py-十二月">
            <a:extLst xmlns:a="http://schemas.openxmlformats.org/drawingml/2006/main">
              <a:ext uri="{FF2B5EF4-FFF2-40B4-BE49-F238E27FC236}">
                <a16:creationId xmlns:a16="http://schemas.microsoft.com/office/drawing/2014/main" id="{DA8CBDC0-3E75-4AF0-9204-32DEDBE7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100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97423B"/>
                </a:solidFill>
              </a:defRPr>
            </a:pPr>
            <a:r>
              <a:rPr sz="1425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shí’èryuè</a:t>
            </a:r>
          </a:p>
        </p:txBody>
      </p:sp>
      <p:sp>
        <p:nvSpPr>
          <p:cNvPr id="21" name="zh-十二月">
            <a:extLst xmlns:a="http://schemas.openxmlformats.org/drawingml/2006/main">
              <a:ext uri="{FF2B5EF4-FFF2-40B4-BE49-F238E27FC236}">
                <a16:creationId xmlns:a16="http://schemas.microsoft.com/office/drawing/2014/main" id="{2802B4D5-D8C5-4A51-8010-8E206DAE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338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十二月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90DDBBE-2C1E-4CEC-A1A4-C3C99B9A3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A625C"/>
                </a:solidFill>
              </a:defRPr>
            </a:pPr>
            <a:r>
              <a:rPr sz="1050" b="0">
                <a:solidFill>
                  <a:srgbClr val="6A625C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544665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C3A7E6DD-CE15-4A0C-9637-C60B49D4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日期顺序  Date Order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259DE499-E623-4AD5-93D5-FF2AF6C7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763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B5864DAE-151A-4283-9520-D59C344D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00125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按“年—月—日/号—星期”读两组日期。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C6C339-FE3B-40D9-9BFB-78647103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2190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19050">
            <a:solidFill>
              <a:srgbClr val="BF544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8D395D-D448-4276-BA9F-0C0D8A2F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478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1717"/>
                </a:solidFill>
              </a:defRPr>
            </a:pPr>
            <a:r>
              <a:rPr sz="25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B7D81A-14EB-46A6-8EBC-D0611EF5B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857375"/>
            <a:ext cx="71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BF5449"/>
                </a:solidFill>
              </a:defRPr>
            </a:pPr>
            <a:r>
              <a:rPr sz="28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4B5643-2A44-45B5-9276-09B33D66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714500"/>
            <a:ext cx="2190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19050">
            <a:solidFill>
              <a:srgbClr val="BF544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97CB3A-74EE-4007-9AAB-A1060084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8478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1717"/>
                </a:solidFill>
              </a:defRPr>
            </a:pPr>
            <a:r>
              <a:rPr sz="25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927A39-6498-438E-9815-FDB680EE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57375"/>
            <a:ext cx="71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BF5449"/>
                </a:solidFill>
              </a:defRPr>
            </a:pPr>
            <a:r>
              <a:rPr sz="28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7C4034-B58C-464C-8B8B-10C4E6AA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2190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19050">
            <a:solidFill>
              <a:srgbClr val="BF544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F09DA4-7A53-4620-946D-5D1816CB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78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1717"/>
                </a:solidFill>
              </a:defRPr>
            </a:pPr>
            <a:r>
              <a:rPr sz="25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日 / 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853EEA-D31D-4217-9FB1-420DA76B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57375"/>
            <a:ext cx="71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BF5449"/>
                </a:solidFill>
              </a:defRPr>
            </a:pPr>
            <a:r>
              <a:rPr sz="28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A0D0BB-80CC-4878-B8C9-76DD7D2F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714500"/>
            <a:ext cx="2190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19050">
            <a:solidFill>
              <a:srgbClr val="486C7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331742-1264-4006-967A-A536068D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8478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1717"/>
                </a:solidFill>
              </a:defRPr>
            </a:pPr>
            <a:r>
              <a:rPr sz="25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星期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589A6D-FE9F-4992-974E-286BC0D1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00037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7423B"/>
                </a:solidFill>
              </a:defRPr>
            </a:pPr>
            <a:r>
              <a:rPr sz="135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Yī jiǔ jiǔ èr nián wǔ yuè shíliù rì / hào, Xīngqīliù.</a:t>
            </a:r>
          </a:p>
        </p:txBody>
      </p:sp>
      <p:sp>
        <p:nvSpPr>
          <p:cNvPr id="16" name="date-example-1">
            <a:extLst xmlns:a="http://schemas.openxmlformats.org/drawingml/2006/main">
              <a:ext uri="{FF2B5EF4-FFF2-40B4-BE49-F238E27FC236}">
                <a16:creationId xmlns:a16="http://schemas.microsoft.com/office/drawing/2014/main" id="{48033F89-084B-46E3-8E3A-2A587B4B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314700"/>
            <a:ext cx="9525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1717"/>
                </a:solidFill>
              </a:defRPr>
            </a:pPr>
            <a:r>
              <a:rPr sz="25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1992年5月16日/号，星期六。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A41261-04C6-458D-B2BA-47DBB55E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386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7423B"/>
                </a:solidFill>
              </a:defRPr>
            </a:pPr>
            <a:r>
              <a:rPr sz="135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Èr líng èr sì nián shí yuè èrshí’èr rì / hào, Xīngqī’èr.</a:t>
            </a:r>
          </a:p>
        </p:txBody>
      </p:sp>
      <p:sp>
        <p:nvSpPr>
          <p:cNvPr id="18" name="date-example-2">
            <a:extLst xmlns:a="http://schemas.openxmlformats.org/drawingml/2006/main">
              <a:ext uri="{FF2B5EF4-FFF2-40B4-BE49-F238E27FC236}">
                <a16:creationId xmlns:a16="http://schemas.microsoft.com/office/drawing/2014/main" id="{D8536A9A-5DCA-43EE-9D9D-AEE75C18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552950"/>
            <a:ext cx="9525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1717"/>
                </a:solidFill>
              </a:defRPr>
            </a:pPr>
            <a:r>
              <a:rPr sz="25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2024年10月22日/号，星期二。</a:t>
            </a:r>
          </a:p>
        </p:txBody>
      </p:sp>
      <p:sp>
        <p:nvSpPr>
          <p:cNvPr id="1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0BC6AE2-BB57-4164-B644-782F721D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A625C"/>
                </a:solidFill>
              </a:defRPr>
            </a:pPr>
            <a:r>
              <a:rPr sz="1050" b="0">
                <a:solidFill>
                  <a:srgbClr val="6A625C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544665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D76190DB-0EB6-4DE8-B16B-AC9969CD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昨天、今天、明天  Three-day Dates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233DEF52-51DF-426D-AEDA-01BDA4E6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763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438235F8-7CBF-46C7-A32A-BB6A4FFE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00125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填三行日期，再说昨天、今天、明天。</a:t>
            </a:r>
          </a:p>
        </p:txBody>
      </p:sp>
      <p:sp>
        <p:nvSpPr>
          <p:cNvPr id="4" name="three-day-row-0">
            <a:extLst xmlns:a="http://schemas.openxmlformats.org/drawingml/2006/main">
              <a:ext uri="{FF2B5EF4-FFF2-40B4-BE49-F238E27FC236}">
                <a16:creationId xmlns:a16="http://schemas.microsoft.com/office/drawing/2014/main" id="{0AACAD5A-0362-4DCF-9285-16200739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0858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11430">
            <a:solidFill>
              <a:srgbClr val="486C7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AC1E1E-C62A-47CE-8880-A1F4B575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764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7423B"/>
                </a:solidFill>
              </a:defRPr>
            </a:pPr>
            <a:r>
              <a:rPr sz="135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zuótiān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478583-68CB-4FE3-93F7-B81496DF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717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昨天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5D0737-8D2D-409F-88C0-711F69C8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9072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1717"/>
                </a:solidFill>
              </a:defRPr>
            </a:pPr>
            <a:r>
              <a:rPr sz="2325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____年____月____号，星期____。</a:t>
            </a:r>
          </a:p>
        </p:txBody>
      </p:sp>
      <p:sp>
        <p:nvSpPr>
          <p:cNvPr id="8" name="three-day-row-1">
            <a:extLst xmlns:a="http://schemas.openxmlformats.org/drawingml/2006/main">
              <a:ext uri="{FF2B5EF4-FFF2-40B4-BE49-F238E27FC236}">
                <a16:creationId xmlns:a16="http://schemas.microsoft.com/office/drawing/2014/main" id="{227EF9A9-320E-4046-8341-A7DCF2B5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10858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19050">
            <a:solidFill>
              <a:srgbClr val="BF544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3A36F4-A7FE-49C3-9550-73F35F2F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623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7423B"/>
                </a:solidFill>
              </a:defRPr>
            </a:pPr>
            <a:r>
              <a:rPr sz="135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jīntiān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FBAB80-6C56-42B2-BB3D-F48B0A7C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57575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今天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38D22C-BC2A-41F6-8BFF-BEF3E23E9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766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1717"/>
                </a:solidFill>
              </a:defRPr>
            </a:pPr>
            <a:r>
              <a:rPr sz="2325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____年____月____号，星期____。</a:t>
            </a:r>
          </a:p>
        </p:txBody>
      </p:sp>
      <p:sp>
        <p:nvSpPr>
          <p:cNvPr id="12" name="three-day-row-2">
            <a:extLst xmlns:a="http://schemas.openxmlformats.org/drawingml/2006/main">
              <a:ext uri="{FF2B5EF4-FFF2-40B4-BE49-F238E27FC236}">
                <a16:creationId xmlns:a16="http://schemas.microsoft.com/office/drawing/2014/main" id="{B2CFD166-4A44-4AE2-A528-4DA06F23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10858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11430">
            <a:solidFill>
              <a:srgbClr val="486C7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31CEBB-BDA0-4E24-99F1-50033535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481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7423B"/>
                </a:solidFill>
              </a:defRPr>
            </a:pPr>
            <a:r>
              <a:rPr sz="135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míngtiān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7D0156-B2B4-4C5F-BD37-6EDE0123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434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明天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CB50A7-62FE-4994-84C6-8D815177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624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1717"/>
                </a:solidFill>
              </a:defRPr>
            </a:pPr>
            <a:r>
              <a:rPr sz="2325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____年____月____号，星期____。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5BF218-2C76-4FCE-A736-F94EC66F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71500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1735B"/>
                </a:solidFill>
              </a:defRPr>
            </a:pPr>
            <a:r>
              <a:rPr sz="1950" b="1">
                <a:solidFill>
                  <a:srgbClr val="51735B"/>
                </a:solidFill>
                <a:latin typeface="KaiTi"/>
                <a:ea typeface="KaiTi"/>
                <a:cs typeface="KaiTi"/>
              </a:rPr>
              <a:t>昨天  →  今天  →  明天</a:t>
            </a:r>
          </a:p>
        </p:txBody>
      </p:sp>
      <p:sp>
        <p:nvSpPr>
          <p:cNvPr id="1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A47BB60-D9BF-45E3-AAF0-C7C0ADD1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A625C"/>
                </a:solidFill>
              </a:defRPr>
            </a:pPr>
            <a:r>
              <a:rPr sz="1050" b="0">
                <a:solidFill>
                  <a:srgbClr val="6A625C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9612582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43A1A224-3527-4572-B5AB-ABF0D498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两组同义表达  Equivalent Forms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53A77969-FD1C-475F-AA4F-FBD76892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763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10DAED5B-C47E-4F9E-9DA9-F66B094A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00125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观察两组同义表达，任选一组说日期。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CA78FF-FE7D-43A4-95CE-1E8040C1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7423B"/>
                </a:solidFill>
              </a:defRPr>
            </a:pPr>
            <a:r>
              <a:rPr sz="135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jiǔ yuè bā hào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04EE0B-5C14-42CF-8CEA-E6B539CB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76475"/>
            <a:ext cx="3714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9月8号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7A8413-2500-464E-BF2C-A534490C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33625"/>
            <a:ext cx="114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BF5449"/>
                </a:solidFill>
              </a:defRPr>
            </a:pPr>
            <a:r>
              <a:rPr sz="330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7FAD92-3969-4D26-A3C0-9E6D8057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526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7423B"/>
                </a:solidFill>
              </a:defRPr>
            </a:pPr>
            <a:r>
              <a:rPr sz="135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jiǔ yuè bā rì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2DE802-145B-41C9-8B05-61369A49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76475"/>
            <a:ext cx="3714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9月8日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1A6119-5DAA-40ED-AAE6-09008FDD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623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7423B"/>
                </a:solidFill>
              </a:defRPr>
            </a:pPr>
            <a:r>
              <a:rPr sz="135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Xīngqīrì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3299B4-8381-4761-A722-E1505543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86225"/>
            <a:ext cx="3714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星期日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0E7903-B859-47F1-A515-E149F656F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43375"/>
            <a:ext cx="114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BF5449"/>
                </a:solidFill>
              </a:defRPr>
            </a:pPr>
            <a:r>
              <a:rPr sz="330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DA67D6-E38D-4E73-B6B6-650D8017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623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7423B"/>
                </a:solidFill>
              </a:defRPr>
            </a:pPr>
            <a:r>
              <a:rPr sz="135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Xīngqītiān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771859-B9A2-407D-9443-054E12B6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86225"/>
            <a:ext cx="3714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星期天</a:t>
            </a:r>
          </a:p>
        </p:txBody>
      </p:sp>
      <p:sp>
        <p:nvSpPr>
          <p:cNvPr id="1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B412133-7C81-46F6-AC55-974169C3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A625C"/>
                </a:solidFill>
              </a:defRPr>
            </a:pPr>
            <a:r>
              <a:rPr sz="1050" b="0">
                <a:solidFill>
                  <a:srgbClr val="6A625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612582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itle">
            <a:extLst xmlns:a="http://schemas.openxmlformats.org/drawingml/2006/main">
              <a:ext uri="{FF2B5EF4-FFF2-40B4-BE49-F238E27FC236}">
                <a16:creationId xmlns:a16="http://schemas.microsoft.com/office/drawing/2014/main" id="{0B78DCCB-4E11-4CA4-BF86-21CADB19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课文1｜听力与朗读  Text 1 · Listen &amp; Read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B8D55D8D-3D19-4DDC-B100-8DFAB073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763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3621F7F1-E805-4CDD-9AC5-A03508F8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00125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先听两遍，再分角色朗读两遍。</a:t>
            </a:r>
          </a:p>
        </p:txBody>
      </p:sp>
      <p:sp>
        <p:nvSpPr>
          <p:cNvPr id="4" name="speaker-card-0">
            <a:extLst xmlns:a="http://schemas.openxmlformats.org/drawingml/2006/main">
              <a:ext uri="{FF2B5EF4-FFF2-40B4-BE49-F238E27FC236}">
                <a16:creationId xmlns:a16="http://schemas.microsoft.com/office/drawing/2014/main" id="{BEE92B37-7B75-4606-82B2-736B4622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619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peaker-0">
            <a:extLst xmlns:a="http://schemas.openxmlformats.org/drawingml/2006/main">
              <a:ext uri="{FF2B5EF4-FFF2-40B4-BE49-F238E27FC236}">
                <a16:creationId xmlns:a16="http://schemas.microsoft.com/office/drawing/2014/main" id="{8743CD8D-AC3A-4E63-ADB5-08B33162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478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王一雪</a:t>
            </a:r>
          </a:p>
        </p:txBody>
      </p:sp>
      <p:sp>
        <p:nvSpPr>
          <p:cNvPr id="6" name="speaker-py-0">
            <a:extLst xmlns:a="http://schemas.openxmlformats.org/drawingml/2006/main">
              <a:ext uri="{FF2B5EF4-FFF2-40B4-BE49-F238E27FC236}">
                <a16:creationId xmlns:a16="http://schemas.microsoft.com/office/drawing/2014/main" id="{18C7FF7A-2902-4BA0-A8AA-C1D7A2B2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621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Wáng Yīxuě</a:t>
            </a:r>
          </a:p>
        </p:txBody>
      </p:sp>
      <p:sp>
        <p:nvSpPr>
          <p:cNvPr id="7" name="dialogue-0">
            <a:extLst xmlns:a="http://schemas.openxmlformats.org/drawingml/2006/main">
              <a:ext uri="{FF2B5EF4-FFF2-40B4-BE49-F238E27FC236}">
                <a16:creationId xmlns:a16="http://schemas.microsoft.com/office/drawing/2014/main" id="{1D323820-6F6C-429A-8319-82664073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619250"/>
            <a:ext cx="9239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C3"/>
            </a:solidFill>
            <a:prstDash val="solid"/>
          </a:ln>
        </p:spPr>
      </p:sp>
      <p:sp>
        <p:nvSpPr>
          <p:cNvPr id="8" name="dialogue-py-0">
            <a:extLst xmlns:a="http://schemas.openxmlformats.org/drawingml/2006/main">
              <a:ext uri="{FF2B5EF4-FFF2-40B4-BE49-F238E27FC236}">
                <a16:creationId xmlns:a16="http://schemas.microsoft.com/office/drawing/2014/main" id="{B188166F-8EE1-441B-ADB6-A40994B8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47825"/>
            <a:ext cx="891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Jīntiān jǐ hào?</a:t>
            </a:r>
          </a:p>
        </p:txBody>
      </p:sp>
      <p:sp>
        <p:nvSpPr>
          <p:cNvPr id="9" name="dialogue-zh-0">
            <a:extLst xmlns:a="http://schemas.openxmlformats.org/drawingml/2006/main">
              <a:ext uri="{FF2B5EF4-FFF2-40B4-BE49-F238E27FC236}">
                <a16:creationId xmlns:a16="http://schemas.microsoft.com/office/drawing/2014/main" id="{8775C9FA-B5C1-4334-BDBB-850964BC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990725"/>
            <a:ext cx="8915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今天几号？</a:t>
            </a:r>
          </a:p>
        </p:txBody>
      </p:sp>
      <p:sp>
        <p:nvSpPr>
          <p:cNvPr id="10" name="speaker-card-1">
            <a:extLst xmlns:a="http://schemas.openxmlformats.org/drawingml/2006/main">
              <a:ext uri="{FF2B5EF4-FFF2-40B4-BE49-F238E27FC236}">
                <a16:creationId xmlns:a16="http://schemas.microsoft.com/office/drawing/2014/main" id="{143D987F-9A76-4508-A24B-A385121D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47950"/>
            <a:ext cx="1619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peaker-1">
            <a:extLst xmlns:a="http://schemas.openxmlformats.org/drawingml/2006/main">
              <a:ext uri="{FF2B5EF4-FFF2-40B4-BE49-F238E27FC236}">
                <a16:creationId xmlns:a16="http://schemas.microsoft.com/office/drawing/2014/main" id="{4CBF4F6D-308F-45DE-B846-703DD747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765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刘明</a:t>
            </a:r>
          </a:p>
        </p:txBody>
      </p:sp>
      <p:sp>
        <p:nvSpPr>
          <p:cNvPr id="12" name="speaker-py-1">
            <a:extLst xmlns:a="http://schemas.openxmlformats.org/drawingml/2006/main">
              <a:ext uri="{FF2B5EF4-FFF2-40B4-BE49-F238E27FC236}">
                <a16:creationId xmlns:a16="http://schemas.microsoft.com/office/drawing/2014/main" id="{3792AD73-FA63-41A9-B05A-C3537C05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908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Liú Míng</a:t>
            </a:r>
          </a:p>
        </p:txBody>
      </p:sp>
      <p:sp>
        <p:nvSpPr>
          <p:cNvPr id="13" name="dialogue-1">
            <a:extLst xmlns:a="http://schemas.openxmlformats.org/drawingml/2006/main">
              <a:ext uri="{FF2B5EF4-FFF2-40B4-BE49-F238E27FC236}">
                <a16:creationId xmlns:a16="http://schemas.microsoft.com/office/drawing/2014/main" id="{9D4A2D31-EE1B-46E3-BE8E-8A90E090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647950"/>
            <a:ext cx="9239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C3"/>
            </a:solidFill>
            <a:prstDash val="solid"/>
          </a:ln>
        </p:spPr>
      </p:sp>
      <p:sp>
        <p:nvSpPr>
          <p:cNvPr id="14" name="dialogue-py-1">
            <a:extLst xmlns:a="http://schemas.openxmlformats.org/drawingml/2006/main">
              <a:ext uri="{FF2B5EF4-FFF2-40B4-BE49-F238E27FC236}">
                <a16:creationId xmlns:a16="http://schemas.microsoft.com/office/drawing/2014/main" id="{FB8B8002-9A04-432B-97C9-32F06827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76525"/>
            <a:ext cx="891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Jīntiān jiǔ yuè bā hào.</a:t>
            </a:r>
          </a:p>
        </p:txBody>
      </p:sp>
      <p:sp>
        <p:nvSpPr>
          <p:cNvPr id="15" name="dialogue-zh-1">
            <a:extLst xmlns:a="http://schemas.openxmlformats.org/drawingml/2006/main">
              <a:ext uri="{FF2B5EF4-FFF2-40B4-BE49-F238E27FC236}">
                <a16:creationId xmlns:a16="http://schemas.microsoft.com/office/drawing/2014/main" id="{BA1177A6-F612-4437-A8AC-41146203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19425"/>
            <a:ext cx="8915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今天9月8号。</a:t>
            </a:r>
          </a:p>
        </p:txBody>
      </p:sp>
      <p:sp>
        <p:nvSpPr>
          <p:cNvPr id="16" name="speaker-card-2">
            <a:extLst xmlns:a="http://schemas.openxmlformats.org/drawingml/2006/main">
              <a:ext uri="{FF2B5EF4-FFF2-40B4-BE49-F238E27FC236}">
                <a16:creationId xmlns:a16="http://schemas.microsoft.com/office/drawing/2014/main" id="{72A56C22-7D57-4E5B-BD00-B31D1E71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76650"/>
            <a:ext cx="1619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peaker-2">
            <a:extLst xmlns:a="http://schemas.openxmlformats.org/drawingml/2006/main">
              <a:ext uri="{FF2B5EF4-FFF2-40B4-BE49-F238E27FC236}">
                <a16:creationId xmlns:a16="http://schemas.microsoft.com/office/drawing/2014/main" id="{ECA8A26B-3D88-4E9A-A7B4-CE678593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052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王一雪</a:t>
            </a:r>
          </a:p>
        </p:txBody>
      </p:sp>
      <p:sp>
        <p:nvSpPr>
          <p:cNvPr id="18" name="speaker-py-2">
            <a:extLst xmlns:a="http://schemas.openxmlformats.org/drawingml/2006/main">
              <a:ext uri="{FF2B5EF4-FFF2-40B4-BE49-F238E27FC236}">
                <a16:creationId xmlns:a16="http://schemas.microsoft.com/office/drawing/2014/main" id="{0972CA0D-8336-48EE-991F-B8BFE86B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195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Wáng Yīxuě</a:t>
            </a:r>
          </a:p>
        </p:txBody>
      </p:sp>
      <p:sp>
        <p:nvSpPr>
          <p:cNvPr id="19" name="dialogue-2">
            <a:extLst xmlns:a="http://schemas.openxmlformats.org/drawingml/2006/main">
              <a:ext uri="{FF2B5EF4-FFF2-40B4-BE49-F238E27FC236}">
                <a16:creationId xmlns:a16="http://schemas.microsoft.com/office/drawing/2014/main" id="{74F1CF8D-2995-482A-9197-CA6429F6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676650"/>
            <a:ext cx="9239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C3"/>
            </a:solidFill>
            <a:prstDash val="solid"/>
          </a:ln>
        </p:spPr>
      </p:sp>
      <p:sp>
        <p:nvSpPr>
          <p:cNvPr id="20" name="dialogue-py-2">
            <a:extLst xmlns:a="http://schemas.openxmlformats.org/drawingml/2006/main">
              <a:ext uri="{FF2B5EF4-FFF2-40B4-BE49-F238E27FC236}">
                <a16:creationId xmlns:a16="http://schemas.microsoft.com/office/drawing/2014/main" id="{9843F2EC-5C82-47B5-BA02-C2C10D5B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05225"/>
            <a:ext cx="891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Xīngqī jǐ?</a:t>
            </a:r>
          </a:p>
        </p:txBody>
      </p:sp>
      <p:sp>
        <p:nvSpPr>
          <p:cNvPr id="21" name="dialogue-zh-2">
            <a:extLst xmlns:a="http://schemas.openxmlformats.org/drawingml/2006/main">
              <a:ext uri="{FF2B5EF4-FFF2-40B4-BE49-F238E27FC236}">
                <a16:creationId xmlns:a16="http://schemas.microsoft.com/office/drawing/2014/main" id="{CCD08E1C-B40D-4A4A-812A-84213C4B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48125"/>
            <a:ext cx="8915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星期几？</a:t>
            </a:r>
          </a:p>
        </p:txBody>
      </p:sp>
      <p:sp>
        <p:nvSpPr>
          <p:cNvPr id="22" name="speaker-card-3">
            <a:extLst xmlns:a="http://schemas.openxmlformats.org/drawingml/2006/main">
              <a:ext uri="{FF2B5EF4-FFF2-40B4-BE49-F238E27FC236}">
                <a16:creationId xmlns:a16="http://schemas.microsoft.com/office/drawing/2014/main" id="{CF6705B5-71C8-47A6-AF2C-89899240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5350"/>
            <a:ext cx="1619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peaker-3">
            <a:extLst xmlns:a="http://schemas.openxmlformats.org/drawingml/2006/main">
              <a:ext uri="{FF2B5EF4-FFF2-40B4-BE49-F238E27FC236}">
                <a16:creationId xmlns:a16="http://schemas.microsoft.com/office/drawing/2014/main" id="{85F3BB46-9C92-4FFD-A1CA-38862FDC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339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刘明</a:t>
            </a:r>
          </a:p>
        </p:txBody>
      </p:sp>
      <p:sp>
        <p:nvSpPr>
          <p:cNvPr id="24" name="speaker-py-3">
            <a:extLst xmlns:a="http://schemas.openxmlformats.org/drawingml/2006/main">
              <a:ext uri="{FF2B5EF4-FFF2-40B4-BE49-F238E27FC236}">
                <a16:creationId xmlns:a16="http://schemas.microsoft.com/office/drawing/2014/main" id="{853FE872-D836-4D1C-9318-AC296AEF3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482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Liú Míng</a:t>
            </a:r>
          </a:p>
        </p:txBody>
      </p:sp>
      <p:sp>
        <p:nvSpPr>
          <p:cNvPr id="25" name="dialogue-3">
            <a:extLst xmlns:a="http://schemas.openxmlformats.org/drawingml/2006/main">
              <a:ext uri="{FF2B5EF4-FFF2-40B4-BE49-F238E27FC236}">
                <a16:creationId xmlns:a16="http://schemas.microsoft.com/office/drawing/2014/main" id="{B7FCC78D-4A4C-44F1-AA70-8F737A4E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705350"/>
            <a:ext cx="9239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C3"/>
            </a:solidFill>
            <a:prstDash val="solid"/>
          </a:ln>
        </p:spPr>
      </p:sp>
      <p:sp>
        <p:nvSpPr>
          <p:cNvPr id="26" name="dialogue-py-3">
            <a:extLst xmlns:a="http://schemas.openxmlformats.org/drawingml/2006/main">
              <a:ext uri="{FF2B5EF4-FFF2-40B4-BE49-F238E27FC236}">
                <a16:creationId xmlns:a16="http://schemas.microsoft.com/office/drawing/2014/main" id="{3C998064-1643-44B8-982F-A51BB7CD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733925"/>
            <a:ext cx="891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Xīngqīrì. Jīntiān wǒ xiūxi.</a:t>
            </a:r>
          </a:p>
        </p:txBody>
      </p:sp>
      <p:sp>
        <p:nvSpPr>
          <p:cNvPr id="27" name="dialogue-zh-3">
            <a:extLst xmlns:a="http://schemas.openxmlformats.org/drawingml/2006/main">
              <a:ext uri="{FF2B5EF4-FFF2-40B4-BE49-F238E27FC236}">
                <a16:creationId xmlns:a16="http://schemas.microsoft.com/office/drawing/2014/main" id="{D23FBB45-ECFE-4C66-BB04-4BE95F27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76825"/>
            <a:ext cx="8915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星期日。今天我休息。</a:t>
            </a:r>
          </a:p>
        </p:txBody>
      </p:sp>
      <p:sp>
        <p:nvSpPr>
          <p:cNvPr id="2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1404344-C0BB-4BB3-92AA-0443C60E6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A625C"/>
                </a:solidFill>
              </a:defRPr>
            </a:pPr>
            <a:r>
              <a:rPr sz="1050" b="0">
                <a:solidFill>
                  <a:srgbClr val="6A625C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8433199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65786450-275A-44B0-A1CF-02E6BADE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课文1｜理解  Text 1 · Check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8431CF25-D927-4678-94DF-4717573A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763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F85DC68B-5606-45F6-BD99-A26030E9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00125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不看课文，用完整句回答三个问题。</a:t>
            </a:r>
          </a:p>
        </p:txBody>
      </p:sp>
      <p:sp>
        <p:nvSpPr>
          <p:cNvPr id="4" name="q-1-185">
            <a:extLst xmlns:a="http://schemas.openxmlformats.org/drawingml/2006/main">
              <a:ext uri="{FF2B5EF4-FFF2-40B4-BE49-F238E27FC236}">
                <a16:creationId xmlns:a16="http://schemas.microsoft.com/office/drawing/2014/main" id="{55935D6F-EFF4-4CE7-A9CE-1D0564F8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62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5" name="qtext-1-185">
            <a:extLst xmlns:a="http://schemas.openxmlformats.org/drawingml/2006/main">
              <a:ext uri="{FF2B5EF4-FFF2-40B4-BE49-F238E27FC236}">
                <a16:creationId xmlns:a16="http://schemas.microsoft.com/office/drawing/2014/main" id="{E23C29CB-2E84-41BB-8F80-DF51CA9C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724025"/>
            <a:ext cx="9010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717"/>
                </a:solidFill>
              </a:defRPr>
            </a:pPr>
            <a:r>
              <a:rPr sz="2175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今天几号？</a:t>
            </a:r>
          </a:p>
        </p:txBody>
      </p:sp>
      <p:sp>
        <p:nvSpPr>
          <p:cNvPr id="6" name="answer-line-0">
            <a:extLst xmlns:a="http://schemas.openxmlformats.org/drawingml/2006/main">
              <a:ext uri="{FF2B5EF4-FFF2-40B4-BE49-F238E27FC236}">
                <a16:creationId xmlns:a16="http://schemas.microsoft.com/office/drawing/2014/main" id="{306D0F26-EB8E-43D4-8F7F-1098AC9B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5745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3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q-2-325">
            <a:extLst xmlns:a="http://schemas.openxmlformats.org/drawingml/2006/main">
              <a:ext uri="{FF2B5EF4-FFF2-40B4-BE49-F238E27FC236}">
                <a16:creationId xmlns:a16="http://schemas.microsoft.com/office/drawing/2014/main" id="{B906254B-22F3-4B23-8ADB-2EA3019B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956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8" name="qtext-2-325">
            <a:extLst xmlns:a="http://schemas.openxmlformats.org/drawingml/2006/main">
              <a:ext uri="{FF2B5EF4-FFF2-40B4-BE49-F238E27FC236}">
                <a16:creationId xmlns:a16="http://schemas.microsoft.com/office/drawing/2014/main" id="{6A1A4E3C-6DAC-42C7-A764-772A58E7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057525"/>
            <a:ext cx="9010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717"/>
                </a:solidFill>
              </a:defRPr>
            </a:pPr>
            <a:r>
              <a:rPr sz="2175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今天星期几？</a:t>
            </a:r>
          </a:p>
        </p:txBody>
      </p:sp>
      <p:sp>
        <p:nvSpPr>
          <p:cNvPr id="9" name="answer-line-1">
            <a:extLst xmlns:a="http://schemas.openxmlformats.org/drawingml/2006/main">
              <a:ext uri="{FF2B5EF4-FFF2-40B4-BE49-F238E27FC236}">
                <a16:creationId xmlns:a16="http://schemas.microsoft.com/office/drawing/2014/main" id="{F041BF57-B3F7-485B-8114-EDCDC709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9095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3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q-3-465">
            <a:extLst xmlns:a="http://schemas.openxmlformats.org/drawingml/2006/main">
              <a:ext uri="{FF2B5EF4-FFF2-40B4-BE49-F238E27FC236}">
                <a16:creationId xmlns:a16="http://schemas.microsoft.com/office/drawing/2014/main" id="{9D73CD79-F88C-4A97-A1D8-A88ADCFC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3</a:t>
            </a:r>
          </a:p>
        </p:txBody>
      </p:sp>
      <p:sp>
        <p:nvSpPr>
          <p:cNvPr id="11" name="qtext-3-465">
            <a:extLst xmlns:a="http://schemas.openxmlformats.org/drawingml/2006/main">
              <a:ext uri="{FF2B5EF4-FFF2-40B4-BE49-F238E27FC236}">
                <a16:creationId xmlns:a16="http://schemas.microsoft.com/office/drawing/2014/main" id="{687CEAA6-A840-4499-AE3A-3BB47E00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91025"/>
            <a:ext cx="9010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717"/>
                </a:solidFill>
              </a:defRPr>
            </a:pPr>
            <a:r>
              <a:rPr sz="2175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今天休息的是王一雪还是刘明？</a:t>
            </a:r>
          </a:p>
        </p:txBody>
      </p:sp>
      <p:sp>
        <p:nvSpPr>
          <p:cNvPr id="12" name="answer-line-2">
            <a:extLst xmlns:a="http://schemas.openxmlformats.org/drawingml/2006/main">
              <a:ext uri="{FF2B5EF4-FFF2-40B4-BE49-F238E27FC236}">
                <a16:creationId xmlns:a16="http://schemas.microsoft.com/office/drawing/2014/main" id="{3DC3694F-11AF-49B2-A631-E2601930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2445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3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BD41A24-BDC2-4EEE-B912-AFF441FD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A625C"/>
                </a:solidFill>
              </a:defRPr>
            </a:pPr>
            <a:r>
              <a:rPr sz="1050" b="0">
                <a:solidFill>
                  <a:srgbClr val="6A625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001456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CBDC239E-EC18-4413-BCE0-4328AC0A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名词谓语句｜规则  Nominal Predicate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B9E35FC7-B410-4BD1-B036-F9FDD59F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763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255A8742-AC5B-43F9-90F5-6C56DA7B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00125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朗读三组例句，比较有“是”和无“是”的表达。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B3DE9C-ED6A-4259-88A3-ABCD5195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71625"/>
            <a:ext cx="828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97423B"/>
                </a:solidFill>
              </a:defRPr>
            </a:pPr>
            <a:r>
              <a:rPr sz="1275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Jīntiān jiǔ yuè bā hào.</a:t>
            </a:r>
          </a:p>
        </p:txBody>
      </p:sp>
      <p:sp>
        <p:nvSpPr>
          <p:cNvPr id="5" name="nominal-0">
            <a:extLst xmlns:a="http://schemas.openxmlformats.org/drawingml/2006/main">
              <a:ext uri="{FF2B5EF4-FFF2-40B4-BE49-F238E27FC236}">
                <a16:creationId xmlns:a16="http://schemas.microsoft.com/office/drawing/2014/main" id="{9B601BB8-DE7D-4BF4-83C2-06B6D320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8382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今天9月8号。</a:t>
            </a:r>
          </a:p>
        </p:txBody>
      </p:sp>
      <p:sp>
        <p:nvSpPr>
          <p:cNvPr id="6" name="label-无“是”-995-213">
            <a:extLst xmlns:a="http://schemas.openxmlformats.org/drawingml/2006/main">
              <a:ext uri="{FF2B5EF4-FFF2-40B4-BE49-F238E27FC236}">
                <a16:creationId xmlns:a16="http://schemas.microsoft.com/office/drawing/2014/main" id="{2D413606-3D09-4146-9CF1-44753F57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028825"/>
            <a:ext cx="1714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7D8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97423B"/>
                </a:solidFill>
              </a:defRPr>
            </a:pPr>
            <a:r>
              <a:rPr sz="142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无“是”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89B0BA-AD2E-4992-AB92-97827C75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67025"/>
            <a:ext cx="828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97423B"/>
                </a:solidFill>
              </a:defRPr>
            </a:pPr>
            <a:r>
              <a:rPr sz="1275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Jīntiān shì èr líng èr wǔ nián wǔ yuè èrshí’èr hào.</a:t>
            </a:r>
          </a:p>
        </p:txBody>
      </p:sp>
      <p:sp>
        <p:nvSpPr>
          <p:cNvPr id="8" name="nominal-1">
            <a:extLst xmlns:a="http://schemas.openxmlformats.org/drawingml/2006/main">
              <a:ext uri="{FF2B5EF4-FFF2-40B4-BE49-F238E27FC236}">
                <a16:creationId xmlns:a16="http://schemas.microsoft.com/office/drawing/2014/main" id="{858227D2-ADDE-4A8A-AC08-6722D207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52775"/>
            <a:ext cx="8382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今天是2025年5月22号。</a:t>
            </a:r>
          </a:p>
        </p:txBody>
      </p:sp>
      <p:sp>
        <p:nvSpPr>
          <p:cNvPr id="9" name="label-有“是”-995-349">
            <a:extLst xmlns:a="http://schemas.openxmlformats.org/drawingml/2006/main">
              <a:ext uri="{FF2B5EF4-FFF2-40B4-BE49-F238E27FC236}">
                <a16:creationId xmlns:a16="http://schemas.microsoft.com/office/drawing/2014/main" id="{7A5C7FD2-4977-4BB8-BB4B-FFB64DF41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324225"/>
            <a:ext cx="1714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5E0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97423B"/>
                </a:solidFill>
              </a:defRPr>
            </a:pPr>
            <a:r>
              <a:rPr sz="142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有“是”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B90E6-D2BB-44A6-B761-9D46675B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62425"/>
            <a:ext cx="828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97423B"/>
                </a:solidFill>
              </a:defRPr>
            </a:pPr>
            <a:r>
              <a:rPr sz="1275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Míngtiān shì èr líng èr sì nián bā yuè shíbā hào, Xīngqītiān.</a:t>
            </a:r>
          </a:p>
        </p:txBody>
      </p:sp>
      <p:sp>
        <p:nvSpPr>
          <p:cNvPr id="11" name="nominal-2">
            <a:extLst xmlns:a="http://schemas.openxmlformats.org/drawingml/2006/main">
              <a:ext uri="{FF2B5EF4-FFF2-40B4-BE49-F238E27FC236}">
                <a16:creationId xmlns:a16="http://schemas.microsoft.com/office/drawing/2014/main" id="{C05EC726-F244-4B69-8FB7-BE30AB38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48175"/>
            <a:ext cx="8382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明天是2024年8月18号，星期天。</a:t>
            </a:r>
          </a:p>
        </p:txBody>
      </p:sp>
      <p:sp>
        <p:nvSpPr>
          <p:cNvPr id="12" name="label-有“是”-995-485">
            <a:extLst xmlns:a="http://schemas.openxmlformats.org/drawingml/2006/main">
              <a:ext uri="{FF2B5EF4-FFF2-40B4-BE49-F238E27FC236}">
                <a16:creationId xmlns:a16="http://schemas.microsoft.com/office/drawing/2014/main" id="{E3CD173D-D290-457D-97A6-23E965C6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619625"/>
            <a:ext cx="1714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5E0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97423B"/>
                </a:solidFill>
              </a:defRPr>
            </a:pPr>
            <a:r>
              <a:rPr sz="142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有“是”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2DC845-943B-4DFD-9BDC-50B47F23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57212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51735B"/>
                </a:solidFill>
              </a:defRPr>
            </a:pPr>
            <a:r>
              <a:rPr sz="2025" b="1">
                <a:solidFill>
                  <a:srgbClr val="51735B"/>
                </a:solidFill>
                <a:latin typeface="KaiTi"/>
                <a:ea typeface="KaiTi"/>
                <a:cs typeface="KaiTi"/>
              </a:rPr>
              <a:t>日期、时间、年龄可以直接作谓语。</a:t>
            </a:r>
          </a:p>
        </p:txBody>
      </p:sp>
      <p:sp>
        <p:nvSpPr>
          <p:cNvPr id="1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B5D67EE-A482-4829-918B-4B32BD3B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A625C"/>
                </a:solidFill>
              </a:defRPr>
            </a:pPr>
            <a:r>
              <a:rPr sz="1050" b="0">
                <a:solidFill>
                  <a:srgbClr val="6A625C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91579419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893A0557-8AB6-4992-86BC-2B4D5196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大声朗读  Read Aloud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EB28637D-974D-4310-8B66-FFD2EF31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763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3B155212-D974-4F7B-8C0C-A25ECAC7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00125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独立朗读两组句子，再交换角色。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08140E-9660-4B79-85DF-619FA4C8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7423B"/>
                </a:solidFill>
              </a:defRPr>
            </a:pPr>
            <a:r>
              <a:rPr sz="135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A: Jīntiān jǐ hào?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E17937-7288-4DEA-9341-63C36C40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19300"/>
            <a:ext cx="4857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A：今天几号？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826616-3B98-4E9C-BFD2-6C32F239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7423B"/>
                </a:solidFill>
              </a:defRPr>
            </a:pPr>
            <a:r>
              <a:rPr sz="135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B: Jīntiān wǔ yuè yī hào.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5F6FBF-D92F-41FF-A58A-F3AE66C8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19300"/>
            <a:ext cx="4857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B：今天5月1号。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A5C5D7-A367-423D-B910-19BFCA94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76625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Wǒ mèimei shí’èr suì.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756213-BD99-401F-9316-BAE33A8A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29050"/>
            <a:ext cx="7048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BF5449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71717"/>
                </a:solidFill>
              </a:defRPr>
            </a:pPr>
            <a:r>
              <a:rPr sz="34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我妹妹12岁。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E9738D7-F7F1-4A46-A959-18599323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A625C"/>
                </a:solidFill>
              </a:defRPr>
            </a:pPr>
            <a:r>
              <a:rPr sz="1050" b="0">
                <a:solidFill>
                  <a:srgbClr val="6A625C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5770039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AF37A456-98E7-4DA5-A1B2-CCAE03E8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两人问答  Pair Task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885DF778-3954-4480-8C4C-A2F7FCD5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763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0C66C8E1-F468-450E-9D5C-58A67E66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00125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A问日期、星期和是否休息，B回答后交换。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D2494F-D4B5-4EB2-982A-E901E5CC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AEF9F8-7C54-48AC-B914-7DA16053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666875"/>
            <a:ext cx="4191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今天几号？</a:t>
            </a:r>
          </a:p>
          <a:p xmlns:a="http://schemas.openxmlformats.org/drawingml/2006/main">
            <a:pPr algn="ctr">
              <a:defRPr sz="240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今天星期几？</a:t>
            </a:r>
          </a:p>
          <a:p xmlns:a="http://schemas.openxmlformats.org/drawingml/2006/main">
            <a:pPr algn="ctr">
              <a:defRPr sz="240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今天休息吗？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FDEB08-C724-4444-9476-529073CA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85737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1735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DAEBB6-C6EB-4DCB-81BB-3D2E3567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66875"/>
            <a:ext cx="4333875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1717"/>
                </a:solidFill>
              </a:defRPr>
            </a:pPr>
            <a:r>
              <a:rPr sz="2175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今天____月____号。</a:t>
            </a:r>
          </a:p>
          <a:p xmlns:a="http://schemas.openxmlformats.org/drawingml/2006/main">
            <a:pPr algn="ctr">
              <a:defRPr sz="2175" b="1">
                <a:solidFill>
                  <a:srgbClr val="171717"/>
                </a:solidFill>
              </a:defRPr>
            </a:pPr>
            <a:r>
              <a:rPr sz="2175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今天星期____。</a:t>
            </a:r>
          </a:p>
          <a:p xmlns:a="http://schemas.openxmlformats.org/drawingml/2006/main">
            <a:pPr algn="ctr">
              <a:defRPr sz="2175" b="1">
                <a:solidFill>
                  <a:srgbClr val="171717"/>
                </a:solidFill>
              </a:defRPr>
            </a:pPr>
            <a:r>
              <a:rPr sz="2175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今天我休息 / 不休息。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44B34D-4495-4A2C-A6F4-C0170705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10125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记录一句：____________________________________________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ABAC54D-5732-4D85-9579-DAFDC0AA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A625C"/>
                </a:solidFill>
              </a:defRPr>
            </a:pPr>
            <a:r>
              <a:rPr sz="1050" b="0">
                <a:solidFill>
                  <a:srgbClr val="6A625C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4287064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title">
            <a:extLst xmlns:a="http://schemas.openxmlformats.org/drawingml/2006/main">
              <a:ext uri="{FF2B5EF4-FFF2-40B4-BE49-F238E27FC236}">
                <a16:creationId xmlns:a16="http://schemas.microsoft.com/office/drawing/2014/main" id="{CA1113A6-058D-4D80-AF90-51623276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日期、星期与休息｜口头挑战  Oral Challenge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6A6BB298-E008-481A-92BC-2C07BA1C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763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14F30899-F0BE-45A9-83C0-1EB10025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00125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看日历，依次口头回答三个问题。</a:t>
            </a:r>
          </a:p>
        </p:txBody>
      </p:sp>
      <p:sp>
        <p:nvSpPr>
          <p:cNvPr id="4" name="exit-cal-frame">
            <a:extLst xmlns:a="http://schemas.openxmlformats.org/drawingml/2006/main">
              <a:ext uri="{FF2B5EF4-FFF2-40B4-BE49-F238E27FC236}">
                <a16:creationId xmlns:a16="http://schemas.microsoft.com/office/drawing/2014/main" id="{C5C7DBDD-9B11-47B5-AD22-5680CE6A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4619625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BF5449"/>
            </a:solidFill>
            <a:prstDash val="solid"/>
          </a:ln>
        </p:spPr>
      </p:sp>
      <p:sp>
        <p:nvSpPr>
          <p:cNvPr id="5" name="exit-cal-title">
            <a:extLst xmlns:a="http://schemas.openxmlformats.org/drawingml/2006/main">
              <a:ext uri="{FF2B5EF4-FFF2-40B4-BE49-F238E27FC236}">
                <a16:creationId xmlns:a16="http://schemas.microsoft.com/office/drawing/2014/main" id="{CEFCFEDB-A114-4017-9328-533EA793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43075"/>
            <a:ext cx="423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Arial"/>
                <a:ea typeface="Arial"/>
                <a:cs typeface="Arial"/>
              </a:rPr>
              <a:t>2025 / 09</a:t>
            </a:r>
          </a:p>
        </p:txBody>
      </p:sp>
      <p:sp>
        <p:nvSpPr>
          <p:cNvPr id="6" name="exit-cal-wd-0">
            <a:extLst xmlns:a="http://schemas.openxmlformats.org/drawingml/2006/main">
              <a:ext uri="{FF2B5EF4-FFF2-40B4-BE49-F238E27FC236}">
                <a16:creationId xmlns:a16="http://schemas.microsoft.com/office/drawing/2014/main" id="{E89CED9D-8117-44E6-94D1-D79ED065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162175"/>
            <a:ext cx="610961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日</a:t>
            </a:r>
          </a:p>
        </p:txBody>
      </p:sp>
      <p:sp>
        <p:nvSpPr>
          <p:cNvPr id="7" name="exit-cal-wd-1">
            <a:extLst xmlns:a="http://schemas.openxmlformats.org/drawingml/2006/main">
              <a:ext uri="{FF2B5EF4-FFF2-40B4-BE49-F238E27FC236}">
                <a16:creationId xmlns:a16="http://schemas.microsoft.com/office/drawing/2014/main" id="{4C8A4EED-035D-4319-8CBD-71393FF1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786" y="2162175"/>
            <a:ext cx="610961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A625C"/>
                </a:solidFill>
              </a:defRPr>
            </a:pPr>
            <a:r>
              <a:rPr sz="2400" b="1">
                <a:solidFill>
                  <a:srgbClr val="6A625C"/>
                </a:solidFill>
                <a:latin typeface="KaiTi"/>
                <a:ea typeface="KaiTi"/>
                <a:cs typeface="KaiTi"/>
              </a:rPr>
              <a:t>一</a:t>
            </a:r>
          </a:p>
        </p:txBody>
      </p:sp>
      <p:sp>
        <p:nvSpPr>
          <p:cNvPr id="8" name="exit-cal-wd-2">
            <a:extLst xmlns:a="http://schemas.openxmlformats.org/drawingml/2006/main">
              <a:ext uri="{FF2B5EF4-FFF2-40B4-BE49-F238E27FC236}">
                <a16:creationId xmlns:a16="http://schemas.microsoft.com/office/drawing/2014/main" id="{DBF987C7-1E96-4225-A86A-FF4F0BFE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746" y="2162175"/>
            <a:ext cx="610961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A625C"/>
                </a:solidFill>
              </a:defRPr>
            </a:pPr>
            <a:r>
              <a:rPr sz="2400" b="1">
                <a:solidFill>
                  <a:srgbClr val="6A625C"/>
                </a:solidFill>
                <a:latin typeface="KaiTi"/>
                <a:ea typeface="KaiTi"/>
                <a:cs typeface="KaiTi"/>
              </a:rPr>
              <a:t>二</a:t>
            </a:r>
          </a:p>
        </p:txBody>
      </p:sp>
      <p:sp>
        <p:nvSpPr>
          <p:cNvPr id="9" name="exit-cal-wd-3">
            <a:extLst xmlns:a="http://schemas.openxmlformats.org/drawingml/2006/main">
              <a:ext uri="{FF2B5EF4-FFF2-40B4-BE49-F238E27FC236}">
                <a16:creationId xmlns:a16="http://schemas.microsoft.com/office/drawing/2014/main" id="{11A63FD3-27C3-44B1-98C1-C4F9777E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707" y="2162175"/>
            <a:ext cx="610961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A625C"/>
                </a:solidFill>
              </a:defRPr>
            </a:pPr>
            <a:r>
              <a:rPr sz="2400" b="1">
                <a:solidFill>
                  <a:srgbClr val="6A625C"/>
                </a:solidFill>
                <a:latin typeface="KaiTi"/>
                <a:ea typeface="KaiTi"/>
                <a:cs typeface="KaiTi"/>
              </a:rPr>
              <a:t>三</a:t>
            </a:r>
          </a:p>
        </p:txBody>
      </p:sp>
      <p:sp>
        <p:nvSpPr>
          <p:cNvPr id="10" name="exit-cal-wd-4">
            <a:extLst xmlns:a="http://schemas.openxmlformats.org/drawingml/2006/main">
              <a:ext uri="{FF2B5EF4-FFF2-40B4-BE49-F238E27FC236}">
                <a16:creationId xmlns:a16="http://schemas.microsoft.com/office/drawing/2014/main" id="{A0AA4260-25A4-43FA-82EE-F3F8F79F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9668" y="2162175"/>
            <a:ext cx="610961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A625C"/>
                </a:solidFill>
              </a:defRPr>
            </a:pPr>
            <a:r>
              <a:rPr sz="2400" b="1">
                <a:solidFill>
                  <a:srgbClr val="6A625C"/>
                </a:solidFill>
                <a:latin typeface="KaiTi"/>
                <a:ea typeface="KaiTi"/>
                <a:cs typeface="KaiTi"/>
              </a:rPr>
              <a:t>四</a:t>
            </a:r>
          </a:p>
        </p:txBody>
      </p:sp>
      <p:sp>
        <p:nvSpPr>
          <p:cNvPr id="11" name="exit-cal-wd-5">
            <a:extLst xmlns:a="http://schemas.openxmlformats.org/drawingml/2006/main">
              <a:ext uri="{FF2B5EF4-FFF2-40B4-BE49-F238E27FC236}">
                <a16:creationId xmlns:a16="http://schemas.microsoft.com/office/drawing/2014/main" id="{0889C72F-14B4-4AC5-A788-714F622C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0629" y="2162175"/>
            <a:ext cx="610961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A625C"/>
                </a:solidFill>
              </a:defRPr>
            </a:pPr>
            <a:r>
              <a:rPr sz="2400" b="1">
                <a:solidFill>
                  <a:srgbClr val="6A625C"/>
                </a:solidFill>
                <a:latin typeface="KaiTi"/>
                <a:ea typeface="KaiTi"/>
                <a:cs typeface="KaiTi"/>
              </a:rPr>
              <a:t>五</a:t>
            </a:r>
          </a:p>
        </p:txBody>
      </p:sp>
      <p:sp>
        <p:nvSpPr>
          <p:cNvPr id="12" name="exit-cal-wd-6">
            <a:extLst xmlns:a="http://schemas.openxmlformats.org/drawingml/2006/main">
              <a:ext uri="{FF2B5EF4-FFF2-40B4-BE49-F238E27FC236}">
                <a16:creationId xmlns:a16="http://schemas.microsoft.com/office/drawing/2014/main" id="{F01A6697-CB4A-42AF-B93D-E891DDBF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1589" y="2162175"/>
            <a:ext cx="610961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A625C"/>
                </a:solidFill>
              </a:defRPr>
            </a:pPr>
            <a:r>
              <a:rPr sz="2400" b="1">
                <a:solidFill>
                  <a:srgbClr val="6A625C"/>
                </a:solidFill>
                <a:latin typeface="KaiTi"/>
                <a:ea typeface="KaiTi"/>
                <a:cs typeface="KaiTi"/>
              </a:rPr>
              <a:t>六</a:t>
            </a:r>
          </a:p>
        </p:txBody>
      </p:sp>
      <p:sp>
        <p:nvSpPr>
          <p:cNvPr id="13" name="exit-cal-d-1">
            <a:extLst xmlns:a="http://schemas.openxmlformats.org/drawingml/2006/main">
              <a:ext uri="{FF2B5EF4-FFF2-40B4-BE49-F238E27FC236}">
                <a16:creationId xmlns:a16="http://schemas.microsoft.com/office/drawing/2014/main" id="{6F3B6A5E-C24F-4894-9751-7767765E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786" y="2495550"/>
            <a:ext cx="610961" cy="404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4" name="exit-cal-d-2">
            <a:extLst xmlns:a="http://schemas.openxmlformats.org/drawingml/2006/main">
              <a:ext uri="{FF2B5EF4-FFF2-40B4-BE49-F238E27FC236}">
                <a16:creationId xmlns:a16="http://schemas.microsoft.com/office/drawing/2014/main" id="{CF417C11-008E-41C6-9246-E1960835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746" y="2495550"/>
            <a:ext cx="610961" cy="404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exit-cal-d-3">
            <a:extLst xmlns:a="http://schemas.openxmlformats.org/drawingml/2006/main">
              <a:ext uri="{FF2B5EF4-FFF2-40B4-BE49-F238E27FC236}">
                <a16:creationId xmlns:a16="http://schemas.microsoft.com/office/drawing/2014/main" id="{C71C472E-D497-4966-B8D0-004169AC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707" y="2495550"/>
            <a:ext cx="610961" cy="404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exit-cal-d-4">
            <a:extLst xmlns:a="http://schemas.openxmlformats.org/drawingml/2006/main">
              <a:ext uri="{FF2B5EF4-FFF2-40B4-BE49-F238E27FC236}">
                <a16:creationId xmlns:a16="http://schemas.microsoft.com/office/drawing/2014/main" id="{934135E5-F807-4FB2-A29D-A7153D8F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9668" y="2495550"/>
            <a:ext cx="610961" cy="404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exit-cal-d-5">
            <a:extLst xmlns:a="http://schemas.openxmlformats.org/drawingml/2006/main">
              <a:ext uri="{FF2B5EF4-FFF2-40B4-BE49-F238E27FC236}">
                <a16:creationId xmlns:a16="http://schemas.microsoft.com/office/drawing/2014/main" id="{C1AA5229-CE3D-44F2-B916-1731BC87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0629" y="2495550"/>
            <a:ext cx="610961" cy="404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8" name="exit-cal-d-6">
            <a:extLst xmlns:a="http://schemas.openxmlformats.org/drawingml/2006/main">
              <a:ext uri="{FF2B5EF4-FFF2-40B4-BE49-F238E27FC236}">
                <a16:creationId xmlns:a16="http://schemas.microsoft.com/office/drawing/2014/main" id="{7ACBE713-4D8E-4260-BF73-F259CF58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1589" y="2495550"/>
            <a:ext cx="610961" cy="404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9" name="exit-cal-d-7">
            <a:extLst xmlns:a="http://schemas.openxmlformats.org/drawingml/2006/main">
              <a:ext uri="{FF2B5EF4-FFF2-40B4-BE49-F238E27FC236}">
                <a16:creationId xmlns:a16="http://schemas.microsoft.com/office/drawing/2014/main" id="{41B0C5F9-E13C-4029-9792-8C40E1D0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900363"/>
            <a:ext cx="610961" cy="404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0" name="exit-cal-hi">
            <a:extLst xmlns:a="http://schemas.openxmlformats.org/drawingml/2006/main">
              <a:ext uri="{FF2B5EF4-FFF2-40B4-BE49-F238E27FC236}">
                <a16:creationId xmlns:a16="http://schemas.microsoft.com/office/drawing/2014/main" id="{27A83E19-FA8D-460E-A142-59BD1C6F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816" y="2931319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14288">
            <a:solidFill>
              <a:srgbClr val="BF5449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exit-cal-d-8">
            <a:extLst xmlns:a="http://schemas.openxmlformats.org/drawingml/2006/main">
              <a:ext uri="{FF2B5EF4-FFF2-40B4-BE49-F238E27FC236}">
                <a16:creationId xmlns:a16="http://schemas.microsoft.com/office/drawing/2014/main" id="{C8E0C33C-F0B3-4684-9676-DC27F76A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786" y="2900363"/>
            <a:ext cx="610961" cy="404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2" name="exit-cal-d-9">
            <a:extLst xmlns:a="http://schemas.openxmlformats.org/drawingml/2006/main">
              <a:ext uri="{FF2B5EF4-FFF2-40B4-BE49-F238E27FC236}">
                <a16:creationId xmlns:a16="http://schemas.microsoft.com/office/drawing/2014/main" id="{104514AC-0280-42FB-8096-EED55E571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746" y="2900363"/>
            <a:ext cx="610961" cy="404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23" name="exit-cal-d-10">
            <a:extLst xmlns:a="http://schemas.openxmlformats.org/drawingml/2006/main">
              <a:ext uri="{FF2B5EF4-FFF2-40B4-BE49-F238E27FC236}">
                <a16:creationId xmlns:a16="http://schemas.microsoft.com/office/drawing/2014/main" id="{EFC2A91E-5266-414E-8B0C-A92BE3ED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707" y="2900363"/>
            <a:ext cx="610961" cy="404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4" name="exit-cal-d-11">
            <a:extLst xmlns:a="http://schemas.openxmlformats.org/drawingml/2006/main">
              <a:ext uri="{FF2B5EF4-FFF2-40B4-BE49-F238E27FC236}">
                <a16:creationId xmlns:a16="http://schemas.microsoft.com/office/drawing/2014/main" id="{A1A31E8C-350B-41CB-9723-A1206928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9668" y="2900363"/>
            <a:ext cx="610961" cy="404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25" name="exit-cal-d-12">
            <a:extLst xmlns:a="http://schemas.openxmlformats.org/drawingml/2006/main">
              <a:ext uri="{FF2B5EF4-FFF2-40B4-BE49-F238E27FC236}">
                <a16:creationId xmlns:a16="http://schemas.microsoft.com/office/drawing/2014/main" id="{432AA688-BD59-484C-BC2C-BDE6975A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0629" y="2900363"/>
            <a:ext cx="610961" cy="404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6" name="exit-cal-d-13">
            <a:extLst xmlns:a="http://schemas.openxmlformats.org/drawingml/2006/main">
              <a:ext uri="{FF2B5EF4-FFF2-40B4-BE49-F238E27FC236}">
                <a16:creationId xmlns:a16="http://schemas.microsoft.com/office/drawing/2014/main" id="{B7F5F2AE-BE6F-4624-BADC-B47D63E1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1589" y="2900363"/>
            <a:ext cx="610961" cy="404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27" name="exit-cal-d-14">
            <a:extLst xmlns:a="http://schemas.openxmlformats.org/drawingml/2006/main">
              <a:ext uri="{FF2B5EF4-FFF2-40B4-BE49-F238E27FC236}">
                <a16:creationId xmlns:a16="http://schemas.microsoft.com/office/drawing/2014/main" id="{44A75A9C-90A6-46E9-A859-979EEB4A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305175"/>
            <a:ext cx="610961" cy="404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28" name="exit-cal-d-15">
            <a:extLst xmlns:a="http://schemas.openxmlformats.org/drawingml/2006/main">
              <a:ext uri="{FF2B5EF4-FFF2-40B4-BE49-F238E27FC236}">
                <a16:creationId xmlns:a16="http://schemas.microsoft.com/office/drawing/2014/main" id="{549F978C-7550-4A3E-9897-F02AD0E7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786" y="3305175"/>
            <a:ext cx="610961" cy="404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29" name="exit-cal-d-16">
            <a:extLst xmlns:a="http://schemas.openxmlformats.org/drawingml/2006/main">
              <a:ext uri="{FF2B5EF4-FFF2-40B4-BE49-F238E27FC236}">
                <a16:creationId xmlns:a16="http://schemas.microsoft.com/office/drawing/2014/main" id="{47F65152-C446-44ED-856F-BF8D17CA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746" y="3305175"/>
            <a:ext cx="610961" cy="404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0" name="exit-cal-d-17">
            <a:extLst xmlns:a="http://schemas.openxmlformats.org/drawingml/2006/main">
              <a:ext uri="{FF2B5EF4-FFF2-40B4-BE49-F238E27FC236}">
                <a16:creationId xmlns:a16="http://schemas.microsoft.com/office/drawing/2014/main" id="{314BC355-F08B-4606-B390-2E5CB474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707" y="3305175"/>
            <a:ext cx="610961" cy="404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31" name="exit-cal-d-18">
            <a:extLst xmlns:a="http://schemas.openxmlformats.org/drawingml/2006/main">
              <a:ext uri="{FF2B5EF4-FFF2-40B4-BE49-F238E27FC236}">
                <a16:creationId xmlns:a16="http://schemas.microsoft.com/office/drawing/2014/main" id="{A6B4197C-A8E7-4190-949B-B93466F4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9668" y="3305175"/>
            <a:ext cx="610961" cy="404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32" name="exit-cal-d-19">
            <a:extLst xmlns:a="http://schemas.openxmlformats.org/drawingml/2006/main">
              <a:ext uri="{FF2B5EF4-FFF2-40B4-BE49-F238E27FC236}">
                <a16:creationId xmlns:a16="http://schemas.microsoft.com/office/drawing/2014/main" id="{E5A5E805-DB66-44F4-9451-22209F4E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0629" y="3305175"/>
            <a:ext cx="610961" cy="404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33" name="exit-cal-d-20">
            <a:extLst xmlns:a="http://schemas.openxmlformats.org/drawingml/2006/main">
              <a:ext uri="{FF2B5EF4-FFF2-40B4-BE49-F238E27FC236}">
                <a16:creationId xmlns:a16="http://schemas.microsoft.com/office/drawing/2014/main" id="{77F781F2-377D-49AA-9D1D-5C2A98C0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1589" y="3305175"/>
            <a:ext cx="610961" cy="404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34" name="exit-cal-d-21">
            <a:extLst xmlns:a="http://schemas.openxmlformats.org/drawingml/2006/main">
              <a:ext uri="{FF2B5EF4-FFF2-40B4-BE49-F238E27FC236}">
                <a16:creationId xmlns:a16="http://schemas.microsoft.com/office/drawing/2014/main" id="{1B54DD65-FD72-4757-95BC-60980A02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709988"/>
            <a:ext cx="610961" cy="404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35" name="exit-cal-d-22">
            <a:extLst xmlns:a="http://schemas.openxmlformats.org/drawingml/2006/main">
              <a:ext uri="{FF2B5EF4-FFF2-40B4-BE49-F238E27FC236}">
                <a16:creationId xmlns:a16="http://schemas.microsoft.com/office/drawing/2014/main" id="{C2999960-2A7A-4EED-B306-AF513925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786" y="3709988"/>
            <a:ext cx="610961" cy="404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36" name="exit-cal-d-23">
            <a:extLst xmlns:a="http://schemas.openxmlformats.org/drawingml/2006/main">
              <a:ext uri="{FF2B5EF4-FFF2-40B4-BE49-F238E27FC236}">
                <a16:creationId xmlns:a16="http://schemas.microsoft.com/office/drawing/2014/main" id="{404DA98C-34E1-4429-981E-25443FB0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746" y="3709988"/>
            <a:ext cx="610961" cy="404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37" name="exit-cal-d-24">
            <a:extLst xmlns:a="http://schemas.openxmlformats.org/drawingml/2006/main">
              <a:ext uri="{FF2B5EF4-FFF2-40B4-BE49-F238E27FC236}">
                <a16:creationId xmlns:a16="http://schemas.microsoft.com/office/drawing/2014/main" id="{3F7E645A-66A1-4722-945A-7FD8B509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707" y="3709988"/>
            <a:ext cx="610961" cy="404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38" name="exit-cal-d-25">
            <a:extLst xmlns:a="http://schemas.openxmlformats.org/drawingml/2006/main">
              <a:ext uri="{FF2B5EF4-FFF2-40B4-BE49-F238E27FC236}">
                <a16:creationId xmlns:a16="http://schemas.microsoft.com/office/drawing/2014/main" id="{73AAC8B4-DEE1-48C9-85A2-85E635F9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9668" y="3709988"/>
            <a:ext cx="610961" cy="404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39" name="exit-cal-d-26">
            <a:extLst xmlns:a="http://schemas.openxmlformats.org/drawingml/2006/main">
              <a:ext uri="{FF2B5EF4-FFF2-40B4-BE49-F238E27FC236}">
                <a16:creationId xmlns:a16="http://schemas.microsoft.com/office/drawing/2014/main" id="{3DF3A805-BD02-4FA5-9D91-BB44EB4E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0629" y="3709988"/>
            <a:ext cx="610961" cy="404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40" name="exit-cal-d-27">
            <a:extLst xmlns:a="http://schemas.openxmlformats.org/drawingml/2006/main">
              <a:ext uri="{FF2B5EF4-FFF2-40B4-BE49-F238E27FC236}">
                <a16:creationId xmlns:a16="http://schemas.microsoft.com/office/drawing/2014/main" id="{1ABE4485-0FE9-445E-BF49-E394E917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1589" y="3709988"/>
            <a:ext cx="610961" cy="404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41" name="exit-cal-d-28">
            <a:extLst xmlns:a="http://schemas.openxmlformats.org/drawingml/2006/main">
              <a:ext uri="{FF2B5EF4-FFF2-40B4-BE49-F238E27FC236}">
                <a16:creationId xmlns:a16="http://schemas.microsoft.com/office/drawing/2014/main" id="{406535D2-09AE-40BF-B8DE-F7F51865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114800"/>
            <a:ext cx="610961" cy="404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42" name="exit-cal-d-29">
            <a:extLst xmlns:a="http://schemas.openxmlformats.org/drawingml/2006/main">
              <a:ext uri="{FF2B5EF4-FFF2-40B4-BE49-F238E27FC236}">
                <a16:creationId xmlns:a16="http://schemas.microsoft.com/office/drawing/2014/main" id="{85B5DA0D-306E-4E89-88EC-898C5B71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786" y="4114800"/>
            <a:ext cx="610961" cy="404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43" name="exit-cal-d-30">
            <a:extLst xmlns:a="http://schemas.openxmlformats.org/drawingml/2006/main">
              <a:ext uri="{FF2B5EF4-FFF2-40B4-BE49-F238E27FC236}">
                <a16:creationId xmlns:a16="http://schemas.microsoft.com/office/drawing/2014/main" id="{22238B09-3006-471D-A16E-956BDAE0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746" y="4114800"/>
            <a:ext cx="610961" cy="404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F6D0A0D-4261-43FF-A17F-A0831598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857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171717"/>
                </a:solidFill>
              </a:defRPr>
            </a:pPr>
            <a:r>
              <a:rPr sz="2475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1. 今天几号？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03235F9-895E-4F26-A154-A1EBD4A1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0"/>
            <a:ext cx="4857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171717"/>
                </a:solidFill>
              </a:defRPr>
            </a:pPr>
            <a:r>
              <a:rPr sz="2475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2. 今天星期几？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6C32C5A-7A98-429F-A40A-B49DA8CD1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38625"/>
            <a:ext cx="4857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171717"/>
                </a:solidFill>
              </a:defRPr>
            </a:pPr>
            <a:r>
              <a:rPr sz="2475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3. 今天休息吗？</a:t>
            </a:r>
          </a:p>
        </p:txBody>
      </p:sp>
      <p:sp>
        <p:nvSpPr>
          <p:cNvPr id="4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D4A9F91-3EFB-4741-88B6-1701D4B0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A625C"/>
                </a:solidFill>
              </a:defRPr>
            </a:pPr>
            <a:r>
              <a:rPr sz="1050" b="0">
                <a:solidFill>
                  <a:srgbClr val="6A625C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00920420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514C8026-6603-4C61-BCF5-A5EC6DD7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快速检索  Retrieval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C7308BFA-6479-4917-AEC5-ED939F31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763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B4F84559-A3A2-4063-B29A-8B64C24CA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00125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看三张图，各说一个词或短句。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d90bcb9799476c"/>
          <a:stretch xmlns:a="http://schemas.openxmlformats.org/drawingml/2006/main"/>
        </p:blipFill>
        <p:spPr>
          <a:xfrm xmlns:a="http://schemas.openxmlformats.org/drawingml/2006/main">
            <a:off x="1077866" y="1809750"/>
            <a:ext cx="2225768" cy="2381250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sp>
        <p:nvSpPr>
          <p:cNvPr id="5" name="retrieval-rest-panel">
            <a:extLst xmlns:a="http://schemas.openxmlformats.org/drawingml/2006/main">
              <a:ext uri="{FF2B5EF4-FFF2-40B4-BE49-F238E27FC236}">
                <a16:creationId xmlns:a16="http://schemas.microsoft.com/office/drawing/2014/main" id="{F99D2F39-D562-426E-9C5F-5A8B2542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sp>
        <p:nvSpPr>
          <p:cNvPr id="6" name="retrieval-rest-zzz">
            <a:extLst xmlns:a="http://schemas.openxmlformats.org/drawingml/2006/main">
              <a:ext uri="{FF2B5EF4-FFF2-40B4-BE49-F238E27FC236}">
                <a16:creationId xmlns:a16="http://schemas.microsoft.com/office/drawing/2014/main" id="{96A0223B-4523-4680-867A-479711CD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9363" y="2000250"/>
            <a:ext cx="1000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86C7A"/>
                </a:solidFill>
              </a:defRPr>
            </a:pPr>
            <a:r>
              <a:rPr sz="2100" b="1">
                <a:solidFill>
                  <a:srgbClr val="486C7A"/>
                </a:solidFill>
                <a:latin typeface="Arial"/>
                <a:ea typeface="Arial"/>
                <a:cs typeface="Arial"/>
              </a:rPr>
              <a:t>Z  z  z</a:t>
            </a:r>
          </a:p>
        </p:txBody>
      </p:sp>
      <p:sp>
        <p:nvSpPr>
          <p:cNvPr id="7" name="retrieval-rest-back">
            <a:extLst xmlns:a="http://schemas.openxmlformats.org/drawingml/2006/main">
              <a:ext uri="{FF2B5EF4-FFF2-40B4-BE49-F238E27FC236}">
                <a16:creationId xmlns:a16="http://schemas.microsoft.com/office/drawing/2014/main" id="{C8F13657-4E3A-4A3C-8CFF-C2AD6E45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809875"/>
            <a:ext cx="226695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14288">
            <a:solidFill>
              <a:srgbClr val="97423B"/>
            </a:solidFill>
            <a:prstDash val="solid"/>
          </a:ln>
        </p:spPr>
      </p:sp>
      <p:sp>
        <p:nvSpPr>
          <p:cNvPr id="8" name="retrieval-rest-seat">
            <a:extLst xmlns:a="http://schemas.openxmlformats.org/drawingml/2006/main">
              <a:ext uri="{FF2B5EF4-FFF2-40B4-BE49-F238E27FC236}">
                <a16:creationId xmlns:a16="http://schemas.microsoft.com/office/drawing/2014/main" id="{F70A07AA-7432-42DA-8CB2-30FC86BA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333750"/>
            <a:ext cx="25336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14288">
            <a:solidFill>
              <a:srgbClr val="97423B"/>
            </a:solidFill>
            <a:prstDash val="solid"/>
          </a:ln>
        </p:spPr>
      </p:sp>
      <p:sp>
        <p:nvSpPr>
          <p:cNvPr id="9" name="retrieval-rest-left-arm">
            <a:extLst xmlns:a="http://schemas.openxmlformats.org/drawingml/2006/main">
              <a:ext uri="{FF2B5EF4-FFF2-40B4-BE49-F238E27FC236}">
                <a16:creationId xmlns:a16="http://schemas.microsoft.com/office/drawing/2014/main" id="{F5727741-7460-4D8F-8E4B-27CC054D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119438"/>
            <a:ext cx="400050" cy="714375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14288">
            <a:solidFill>
              <a:srgbClr val="97423B"/>
            </a:solidFill>
            <a:prstDash val="solid"/>
          </a:ln>
        </p:spPr>
      </p:sp>
      <p:sp>
        <p:nvSpPr>
          <p:cNvPr id="10" name="retrieval-rest-right-arm">
            <a:extLst xmlns:a="http://schemas.openxmlformats.org/drawingml/2006/main">
              <a:ext uri="{FF2B5EF4-FFF2-40B4-BE49-F238E27FC236}">
                <a16:creationId xmlns:a16="http://schemas.microsoft.com/office/drawing/2014/main" id="{23C8BDB6-E1CA-4C90-A1C0-5B6F141E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119438"/>
            <a:ext cx="400050" cy="714375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14288">
            <a:solidFill>
              <a:srgbClr val="97423B"/>
            </a:solidFill>
            <a:prstDash val="solid"/>
          </a:ln>
        </p:spPr>
      </p:sp>
      <p:sp>
        <p:nvSpPr>
          <p:cNvPr id="11" name="retrieval-rest-pillow">
            <a:extLst xmlns:a="http://schemas.openxmlformats.org/drawingml/2006/main">
              <a:ext uri="{FF2B5EF4-FFF2-40B4-BE49-F238E27FC236}">
                <a16:creationId xmlns:a16="http://schemas.microsoft.com/office/drawing/2014/main" id="{BAF5D098-12F8-46D9-B30D-0FEAFEF5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5888" y="2952750"/>
            <a:ext cx="6667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2e55166b9d4d4f"/>
          <a:srcRect xmlns:a="http://schemas.openxmlformats.org/drawingml/2006/main" l="0" t="8455" r="0" b="84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34375" y="180975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sp>
        <p:nvSpPr>
          <p:cNvPr id="13" name="label-1-120-485">
            <a:extLst xmlns:a="http://schemas.openxmlformats.org/drawingml/2006/main">
              <a:ext uri="{FF2B5EF4-FFF2-40B4-BE49-F238E27FC236}">
                <a16:creationId xmlns:a16="http://schemas.microsoft.com/office/drawing/2014/main" id="{75821BE1-6672-4138-927C-B4F1F4DC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19625"/>
            <a:ext cx="2095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14" name="label-2-530-485">
            <a:extLst xmlns:a="http://schemas.openxmlformats.org/drawingml/2006/main">
              <a:ext uri="{FF2B5EF4-FFF2-40B4-BE49-F238E27FC236}">
                <a16:creationId xmlns:a16="http://schemas.microsoft.com/office/drawing/2014/main" id="{88D44E82-0E93-43E3-A2C1-6D1013DE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619625"/>
            <a:ext cx="2095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15" name="label-3-940-485">
            <a:extLst xmlns:a="http://schemas.openxmlformats.org/drawingml/2006/main">
              <a:ext uri="{FF2B5EF4-FFF2-40B4-BE49-F238E27FC236}">
                <a16:creationId xmlns:a16="http://schemas.microsoft.com/office/drawing/2014/main" id="{2501096C-E415-4E73-B999-28171206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19625"/>
            <a:ext cx="2095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3</a:t>
            </a:r>
          </a:p>
        </p:txBody>
      </p:sp>
      <p:sp>
        <p:nvSpPr>
          <p:cNvPr id="1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03DA4ED-192F-4ACE-A3AA-F2AA6941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A625C"/>
                </a:solidFill>
              </a:defRPr>
            </a:pPr>
            <a:r>
              <a:rPr sz="1050" b="0">
                <a:solidFill>
                  <a:srgbClr val="6A625C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82410808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65D8863F-C9F4-4570-B703-66B0EF52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会、做饭、做  Ability &amp; Cooking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CB57015C-7518-47E9-846A-780A50F5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763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082D798-ECBD-4270-822A-F365D474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00125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看图跟读，再说“杨同乐会做饭”。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ef9549fc934b4a"/>
          <a:srcRect xmlns:a="http://schemas.openxmlformats.org/drawingml/2006/main" l="0" t="9286" r="0" b="92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1762125"/>
            <a:ext cx="4762500" cy="3333750"/>
          </a:xfrm>
          <a:prstGeom xmlns:a="http://schemas.openxmlformats.org/drawingml/2006/main" prst="roundRect">
            <a:avLst>
              <a:gd name="adj" fmla="val 2286"/>
            </a:avLst>
          </a:prstGeom>
        </p:spPr>
      </p:pic>
      <p:sp>
        <p:nvSpPr>
          <p:cNvPr id="5" name="word-card-会">
            <a:extLst xmlns:a="http://schemas.openxmlformats.org/drawingml/2006/main">
              <a:ext uri="{FF2B5EF4-FFF2-40B4-BE49-F238E27FC236}">
                <a16:creationId xmlns:a16="http://schemas.microsoft.com/office/drawing/2014/main" id="{AFA8877D-8C8E-4652-9EB3-75A93394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69545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sp>
        <p:nvSpPr>
          <p:cNvPr id="6" name="py-会">
            <a:extLst xmlns:a="http://schemas.openxmlformats.org/drawingml/2006/main">
              <a:ext uri="{FF2B5EF4-FFF2-40B4-BE49-F238E27FC236}">
                <a16:creationId xmlns:a16="http://schemas.microsoft.com/office/drawing/2014/main" id="{9710FA11-173A-4CC4-A803-4FB6AA4D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8097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97423B"/>
                </a:solidFill>
              </a:defRPr>
            </a:pPr>
            <a:r>
              <a:rPr sz="1425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huì</a:t>
            </a:r>
          </a:p>
        </p:txBody>
      </p:sp>
      <p:sp>
        <p:nvSpPr>
          <p:cNvPr id="7" name="zh-会">
            <a:extLst xmlns:a="http://schemas.openxmlformats.org/drawingml/2006/main">
              <a:ext uri="{FF2B5EF4-FFF2-40B4-BE49-F238E27FC236}">
                <a16:creationId xmlns:a16="http://schemas.microsoft.com/office/drawing/2014/main" id="{6217A09B-10B3-4821-AE99-C29168C8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1336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会</a:t>
            </a:r>
          </a:p>
        </p:txBody>
      </p:sp>
      <p:sp>
        <p:nvSpPr>
          <p:cNvPr id="8" name="word-card-做饭">
            <a:extLst xmlns:a="http://schemas.openxmlformats.org/drawingml/2006/main">
              <a:ext uri="{FF2B5EF4-FFF2-40B4-BE49-F238E27FC236}">
                <a16:creationId xmlns:a16="http://schemas.microsoft.com/office/drawing/2014/main" id="{B6F1175A-D890-45A6-AA56-F8C6C68B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69545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sp>
        <p:nvSpPr>
          <p:cNvPr id="9" name="py-做饭">
            <a:extLst xmlns:a="http://schemas.openxmlformats.org/drawingml/2006/main">
              <a:ext uri="{FF2B5EF4-FFF2-40B4-BE49-F238E27FC236}">
                <a16:creationId xmlns:a16="http://schemas.microsoft.com/office/drawing/2014/main" id="{4CD4EC2A-F33E-4E30-A4B1-942063DE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097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97423B"/>
                </a:solidFill>
              </a:defRPr>
            </a:pPr>
            <a:r>
              <a:rPr sz="1425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zuòfàn</a:t>
            </a:r>
          </a:p>
        </p:txBody>
      </p:sp>
      <p:sp>
        <p:nvSpPr>
          <p:cNvPr id="10" name="zh-做饭">
            <a:extLst xmlns:a="http://schemas.openxmlformats.org/drawingml/2006/main">
              <a:ext uri="{FF2B5EF4-FFF2-40B4-BE49-F238E27FC236}">
                <a16:creationId xmlns:a16="http://schemas.microsoft.com/office/drawing/2014/main" id="{A9F788F7-9F4C-48F7-AA9C-5F693746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336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做饭</a:t>
            </a:r>
          </a:p>
        </p:txBody>
      </p:sp>
      <p:sp>
        <p:nvSpPr>
          <p:cNvPr id="11" name="word-card-做">
            <a:extLst xmlns:a="http://schemas.openxmlformats.org/drawingml/2006/main">
              <a:ext uri="{FF2B5EF4-FFF2-40B4-BE49-F238E27FC236}">
                <a16:creationId xmlns:a16="http://schemas.microsoft.com/office/drawing/2014/main" id="{904B9E67-FE82-4458-9F0C-E717F036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362325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sp>
        <p:nvSpPr>
          <p:cNvPr id="12" name="py-做">
            <a:extLst xmlns:a="http://schemas.openxmlformats.org/drawingml/2006/main">
              <a:ext uri="{FF2B5EF4-FFF2-40B4-BE49-F238E27FC236}">
                <a16:creationId xmlns:a16="http://schemas.microsoft.com/office/drawing/2014/main" id="{87B43F90-E4D6-49A7-8464-AE72961D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4766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97423B"/>
                </a:solidFill>
              </a:defRPr>
            </a:pPr>
            <a:r>
              <a:rPr sz="1425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zuò</a:t>
            </a:r>
          </a:p>
        </p:txBody>
      </p:sp>
      <p:sp>
        <p:nvSpPr>
          <p:cNvPr id="13" name="zh-做">
            <a:extLst xmlns:a="http://schemas.openxmlformats.org/drawingml/2006/main">
              <a:ext uri="{FF2B5EF4-FFF2-40B4-BE49-F238E27FC236}">
                <a16:creationId xmlns:a16="http://schemas.microsoft.com/office/drawing/2014/main" id="{FAE6EED2-DA08-4E81-A2D2-B11936B6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80047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8C955B-469E-4BD2-89A3-974719C8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7423B"/>
                </a:solidFill>
              </a:defRPr>
            </a:pPr>
            <a:r>
              <a:rPr sz="135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Yáng Tónglè huì zuòfàn.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EB922E-7427-4FD3-9BF4-9B07CDA0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57800"/>
            <a:ext cx="54292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97423B"/>
                </a:solidFill>
              </a:defRPr>
            </a:pPr>
            <a:r>
              <a:rPr sz="25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杨同乐会做饭。</a:t>
            </a:r>
          </a:p>
        </p:txBody>
      </p:sp>
      <p:sp>
        <p:nvSpPr>
          <p:cNvPr id="1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C6050B5-5781-4A8A-BD73-76C84394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A625C"/>
                </a:solidFill>
              </a:defRPr>
            </a:pPr>
            <a:r>
              <a:rPr sz="1050" b="0">
                <a:solidFill>
                  <a:srgbClr val="6A625C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51C143EC-EA49-4129-9341-13487F641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面条儿、饺子、菜、饭  Food Words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A347333E-7980-496F-8A49-74E3D547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763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26BFB067-881C-4EA6-BC75-0F434D69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00125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指图读出四个食物词，再遮住拼音。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A06186-5E95-47DA-8EB1-BC3BD2F4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5334000" cy="1857375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3d4b7d1a924c41"/>
          <a:stretch xmlns:a="http://schemas.openxmlformats.org/drawingml/2006/main"/>
        </p:blipFill>
        <p:spPr>
          <a:xfrm xmlns:a="http://schemas.openxmlformats.org/drawingml/2006/main">
            <a:off x="926306" y="1762125"/>
            <a:ext cx="2357438" cy="1571625"/>
          </a:xfrm>
          <a:prstGeom xmlns:a="http://schemas.openxmlformats.org/drawingml/2006/main" prst="roundRect">
            <a:avLst>
              <a:gd name="adj" fmla="val 4848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23F3E7-961B-48D1-8CA1-ED3D6708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0002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miàntiáor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1BFD00-E01E-4777-81FE-F93623AA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81250"/>
            <a:ext cx="1952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71717"/>
                </a:solidFill>
              </a:defRPr>
            </a:pPr>
            <a:r>
              <a:rPr sz="31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面条儿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9ACE9A-6955-4468-99B4-AA01BFAC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19250"/>
            <a:ext cx="5334000" cy="1857375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7bf160082b4b25"/>
          <a:stretch xmlns:a="http://schemas.openxmlformats.org/drawingml/2006/main"/>
        </p:blipFill>
        <p:spPr>
          <a:xfrm xmlns:a="http://schemas.openxmlformats.org/drawingml/2006/main">
            <a:off x="6734175" y="1933071"/>
            <a:ext cx="2362200" cy="1229734"/>
          </a:xfrm>
          <a:prstGeom xmlns:a="http://schemas.openxmlformats.org/drawingml/2006/main" prst="roundRect">
            <a:avLst>
              <a:gd name="adj" fmla="val 4848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3906A9-A53D-477F-A6CA-75AD1738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0002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jiǎozi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1A3A2A-D5E9-4897-986D-C5883D1C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381250"/>
            <a:ext cx="1952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71717"/>
                </a:solidFill>
              </a:defRPr>
            </a:pPr>
            <a:r>
              <a:rPr sz="31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饺子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D01103-6D43-4D2B-B856-3B7F75B1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14750"/>
            <a:ext cx="5334000" cy="1857375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adc5adb0ef4f84"/>
          <a:stretch xmlns:a="http://schemas.openxmlformats.org/drawingml/2006/main"/>
        </p:blipFill>
        <p:spPr>
          <a:xfrm xmlns:a="http://schemas.openxmlformats.org/drawingml/2006/main">
            <a:off x="926306" y="3857625"/>
            <a:ext cx="2357438" cy="1571625"/>
          </a:xfrm>
          <a:prstGeom xmlns:a="http://schemas.openxmlformats.org/drawingml/2006/main" prst="roundRect">
            <a:avLst>
              <a:gd name="adj" fmla="val 4848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232A58-82ED-4E76-914F-36F2182E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0957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cài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3D7923-D10B-401F-8BF1-2E7B7C91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476750"/>
            <a:ext cx="1952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71717"/>
                </a:solidFill>
              </a:defRPr>
            </a:pPr>
            <a:r>
              <a:rPr sz="31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27C196-4B7E-4AD5-8DE1-6F9C76F2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14750"/>
            <a:ext cx="5334000" cy="1857375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5f73abba2e4e51"/>
          <a:stretch xmlns:a="http://schemas.openxmlformats.org/drawingml/2006/main"/>
        </p:blipFill>
        <p:spPr>
          <a:xfrm xmlns:a="http://schemas.openxmlformats.org/drawingml/2006/main">
            <a:off x="6736556" y="3857625"/>
            <a:ext cx="2357438" cy="1571625"/>
          </a:xfrm>
          <a:prstGeom xmlns:a="http://schemas.openxmlformats.org/drawingml/2006/main" prst="roundRect">
            <a:avLst>
              <a:gd name="adj" fmla="val 4848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47C3FF-304B-4515-9E5A-2E654E74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0957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fàn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BBFCBC-A6E8-4A9D-A154-ED7445BC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476750"/>
            <a:ext cx="1952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71717"/>
                </a:solidFill>
              </a:defRPr>
            </a:pPr>
            <a:r>
              <a:rPr sz="31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饭</a:t>
            </a:r>
          </a:p>
        </p:txBody>
      </p:sp>
      <p:sp>
        <p:nvSpPr>
          <p:cNvPr id="2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E3DD00E-5B23-4644-A9B0-C147FF21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A625C"/>
                </a:solidFill>
              </a:defRPr>
            </a:pPr>
            <a:r>
              <a:rPr sz="1050" b="0">
                <a:solidFill>
                  <a:srgbClr val="6A625C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BC7A5F99-C0BB-49B1-9222-C54D1004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做什么、一些什么  Collocations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8E93F7EC-8905-420A-A994-E73C99CC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763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07A1A133-54B8-4972-9771-8E9D4C56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00125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从词库各连出三组短语并朗读。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597D30-E0BF-41F7-A88B-F751F4D1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514350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14288">
            <a:solidFill>
              <a:srgbClr val="BF544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5164FD-0A15-47D6-B718-F8384B68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859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zuò + 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770905-F9B4-4C1C-9095-8CE7BE1B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1717"/>
                </a:solidFill>
              </a:defRPr>
            </a:pPr>
            <a:r>
              <a:rPr sz="25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做 + ______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27E0CE-BB33-4BE9-92D3-37A97C51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52750"/>
            <a:ext cx="3905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73AD41-0E84-4F70-BBFA-2536EF20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43300"/>
            <a:ext cx="3905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080DA3-C919-45F1-95F5-44465CAD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33850"/>
            <a:ext cx="3905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面条儿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86C46F-BEE9-49E2-853A-5CED40A5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24400"/>
            <a:ext cx="3905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饺子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1687A9-C0B0-4F70-8FC4-6C89006B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66875"/>
            <a:ext cx="514350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14288">
            <a:solidFill>
              <a:srgbClr val="486C7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C699F7-C272-45C0-BE11-7F54CFB3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859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yìxiē + 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3A33E0-F3CF-47FA-BFC3-F7BD98A9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1717"/>
                </a:solidFill>
              </a:defRPr>
            </a:pPr>
            <a:r>
              <a:rPr sz="25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一些 + ______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31C721-AA78-4094-AAEA-70DFD0E1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52750"/>
            <a:ext cx="3905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8FC46D-8824-4DE0-AFA0-7456C736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543300"/>
            <a:ext cx="3905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饺子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513CA7-2141-4C07-8639-180F2506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133850"/>
            <a:ext cx="3905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面条儿</a:t>
            </a:r>
          </a:p>
        </p:txBody>
      </p:sp>
      <p:sp>
        <p:nvSpPr>
          <p:cNvPr id="1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EAF4EAF-61A7-4471-B0BC-31AA0229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A625C"/>
                </a:solidFill>
              </a:defRPr>
            </a:pPr>
            <a:r>
              <a:rPr sz="1050" b="0">
                <a:solidFill>
                  <a:srgbClr val="6A625C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">
            <a:extLst xmlns:a="http://schemas.openxmlformats.org/drawingml/2006/main">
              <a:ext uri="{FF2B5EF4-FFF2-40B4-BE49-F238E27FC236}">
                <a16:creationId xmlns:a16="http://schemas.microsoft.com/office/drawing/2014/main" id="{8C8D4233-8B60-4180-92A2-CA650914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课文2｜听力  Text 2 · Listening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9B1BB615-5326-4D7E-9109-4AC622FB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763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27E265DE-8B44-41B0-8503-608A7594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00125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先看原选项，听两遍后写下字母。</a:t>
            </a:r>
          </a:p>
        </p:txBody>
      </p:sp>
      <p:sp>
        <p:nvSpPr>
          <p:cNvPr id="4" name="q-1-178">
            <a:extLst xmlns:a="http://schemas.openxmlformats.org/drawingml/2006/main">
              <a:ext uri="{FF2B5EF4-FFF2-40B4-BE49-F238E27FC236}">
                <a16:creationId xmlns:a16="http://schemas.microsoft.com/office/drawing/2014/main" id="{18A84D80-6772-40C4-B9B6-DBDDF5A7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5" name="qtext-1-178">
            <a:extLst xmlns:a="http://schemas.openxmlformats.org/drawingml/2006/main">
              <a:ext uri="{FF2B5EF4-FFF2-40B4-BE49-F238E27FC236}">
                <a16:creationId xmlns:a16="http://schemas.microsoft.com/office/drawing/2014/main" id="{DE2E3948-2B04-42AE-AC97-2E9975DF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657350"/>
            <a:ext cx="424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717"/>
                </a:solidFill>
              </a:defRPr>
            </a:pPr>
            <a:r>
              <a:rPr sz="2175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杨同乐（　）做饭。</a:t>
            </a:r>
          </a:p>
        </p:txBody>
      </p:sp>
      <p:sp>
        <p:nvSpPr>
          <p:cNvPr id="6" name="choice-A-110-245">
            <a:extLst xmlns:a="http://schemas.openxmlformats.org/drawingml/2006/main">
              <a:ext uri="{FF2B5EF4-FFF2-40B4-BE49-F238E27FC236}">
                <a16:creationId xmlns:a16="http://schemas.microsoft.com/office/drawing/2014/main" id="{99164DFB-DAE7-4ADD-9487-3344276F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4191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7423B"/>
                </a:solidFill>
              </a:defRPr>
            </a:pPr>
            <a:r>
              <a:rPr sz="15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A</a:t>
            </a:r>
          </a:p>
        </p:txBody>
      </p:sp>
      <p:sp>
        <p:nvSpPr>
          <p:cNvPr id="7" name="choice-text-A-110-245">
            <a:extLst xmlns:a="http://schemas.openxmlformats.org/drawingml/2006/main">
              <a:ext uri="{FF2B5EF4-FFF2-40B4-BE49-F238E27FC236}">
                <a16:creationId xmlns:a16="http://schemas.microsoft.com/office/drawing/2014/main" id="{366C6FEB-340A-4C9F-86D1-40CF31D0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333625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1717"/>
                </a:solidFill>
              </a:defRPr>
            </a:pPr>
            <a:r>
              <a:rPr sz="1875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会</a:t>
            </a:r>
          </a:p>
        </p:txBody>
      </p:sp>
      <p:sp>
        <p:nvSpPr>
          <p:cNvPr id="8" name="choice-B-315-245">
            <a:extLst xmlns:a="http://schemas.openxmlformats.org/drawingml/2006/main">
              <a:ext uri="{FF2B5EF4-FFF2-40B4-BE49-F238E27FC236}">
                <a16:creationId xmlns:a16="http://schemas.microsoft.com/office/drawing/2014/main" id="{D037D7A7-5A29-492A-AFB5-CA77266E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333625"/>
            <a:ext cx="4191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7423B"/>
                </a:solidFill>
              </a:defRPr>
            </a:pPr>
            <a:r>
              <a:rPr sz="15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B</a:t>
            </a:r>
          </a:p>
        </p:txBody>
      </p:sp>
      <p:sp>
        <p:nvSpPr>
          <p:cNvPr id="9" name="choice-text-B-315-245">
            <a:extLst xmlns:a="http://schemas.openxmlformats.org/drawingml/2006/main">
              <a:ext uri="{FF2B5EF4-FFF2-40B4-BE49-F238E27FC236}">
                <a16:creationId xmlns:a16="http://schemas.microsoft.com/office/drawing/2014/main" id="{999C5FE8-CA4C-4C9A-BDE1-858E270E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333625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1717"/>
                </a:solidFill>
              </a:defRPr>
            </a:pPr>
            <a:r>
              <a:rPr sz="1875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不</a:t>
            </a:r>
          </a:p>
        </p:txBody>
      </p:sp>
      <p:sp>
        <p:nvSpPr>
          <p:cNvPr id="10" name="choice-C-520-245">
            <a:extLst xmlns:a="http://schemas.openxmlformats.org/drawingml/2006/main">
              <a:ext uri="{FF2B5EF4-FFF2-40B4-BE49-F238E27FC236}">
                <a16:creationId xmlns:a16="http://schemas.microsoft.com/office/drawing/2014/main" id="{0A0BBF2E-432B-477E-8D6F-9F0B4EFC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33625"/>
            <a:ext cx="4191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7423B"/>
                </a:solidFill>
              </a:defRPr>
            </a:pPr>
            <a:r>
              <a:rPr sz="15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C</a:t>
            </a:r>
          </a:p>
        </p:txBody>
      </p:sp>
      <p:sp>
        <p:nvSpPr>
          <p:cNvPr id="11" name="choice-text-C-520-245">
            <a:extLst xmlns:a="http://schemas.openxmlformats.org/drawingml/2006/main">
              <a:ext uri="{FF2B5EF4-FFF2-40B4-BE49-F238E27FC236}">
                <a16:creationId xmlns:a16="http://schemas.microsoft.com/office/drawing/2014/main" id="{688D553A-EF81-4679-9674-AF0D608D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333625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1717"/>
                </a:solidFill>
              </a:defRPr>
            </a:pPr>
            <a:r>
              <a:rPr sz="1875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不会</a:t>
            </a:r>
          </a:p>
        </p:txBody>
      </p:sp>
      <p:sp>
        <p:nvSpPr>
          <p:cNvPr id="12" name="q-2-375">
            <a:extLst xmlns:a="http://schemas.openxmlformats.org/drawingml/2006/main">
              <a:ext uri="{FF2B5EF4-FFF2-40B4-BE49-F238E27FC236}">
                <a16:creationId xmlns:a16="http://schemas.microsoft.com/office/drawing/2014/main" id="{E0B3D184-150C-42C2-A2FF-B61F8BA1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718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13" name="qtext-2-375">
            <a:extLst xmlns:a="http://schemas.openxmlformats.org/drawingml/2006/main">
              <a:ext uri="{FF2B5EF4-FFF2-40B4-BE49-F238E27FC236}">
                <a16:creationId xmlns:a16="http://schemas.microsoft.com/office/drawing/2014/main" id="{ABFCD11F-3FB1-4B4A-ACB4-6DA7622E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33775"/>
            <a:ext cx="4819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717"/>
                </a:solidFill>
              </a:defRPr>
            </a:pPr>
            <a:r>
              <a:rPr sz="2175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杨同乐（　）也做饭。</a:t>
            </a:r>
          </a:p>
        </p:txBody>
      </p:sp>
      <p:sp>
        <p:nvSpPr>
          <p:cNvPr id="14" name="choice-A-110-442">
            <a:extLst xmlns:a="http://schemas.openxmlformats.org/drawingml/2006/main">
              <a:ext uri="{FF2B5EF4-FFF2-40B4-BE49-F238E27FC236}">
                <a16:creationId xmlns:a16="http://schemas.microsoft.com/office/drawing/2014/main" id="{8FF25CCE-E2DD-427B-8481-C85C52EB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10050"/>
            <a:ext cx="4191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7423B"/>
                </a:solidFill>
              </a:defRPr>
            </a:pPr>
            <a:r>
              <a:rPr sz="15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A</a:t>
            </a:r>
          </a:p>
        </p:txBody>
      </p:sp>
      <p:sp>
        <p:nvSpPr>
          <p:cNvPr id="15" name="choice-text-A-110-442">
            <a:extLst xmlns:a="http://schemas.openxmlformats.org/drawingml/2006/main">
              <a:ext uri="{FF2B5EF4-FFF2-40B4-BE49-F238E27FC236}">
                <a16:creationId xmlns:a16="http://schemas.microsoft.com/office/drawing/2014/main" id="{74D66D51-55FD-448D-8815-4A856CE3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210050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1717"/>
                </a:solidFill>
              </a:defRPr>
            </a:pPr>
            <a:r>
              <a:rPr sz="1875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星期三</a:t>
            </a:r>
          </a:p>
        </p:txBody>
      </p:sp>
      <p:sp>
        <p:nvSpPr>
          <p:cNvPr id="16" name="choice-B-360-442">
            <a:extLst xmlns:a="http://schemas.openxmlformats.org/drawingml/2006/main">
              <a:ext uri="{FF2B5EF4-FFF2-40B4-BE49-F238E27FC236}">
                <a16:creationId xmlns:a16="http://schemas.microsoft.com/office/drawing/2014/main" id="{82BF81DA-EB76-420B-B4F2-E846A2EB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10050"/>
            <a:ext cx="4191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7423B"/>
                </a:solidFill>
              </a:defRPr>
            </a:pPr>
            <a:r>
              <a:rPr sz="15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B</a:t>
            </a:r>
          </a:p>
        </p:txBody>
      </p:sp>
      <p:sp>
        <p:nvSpPr>
          <p:cNvPr id="17" name="choice-text-B-360-442">
            <a:extLst xmlns:a="http://schemas.openxmlformats.org/drawingml/2006/main">
              <a:ext uri="{FF2B5EF4-FFF2-40B4-BE49-F238E27FC236}">
                <a16:creationId xmlns:a16="http://schemas.microsoft.com/office/drawing/2014/main" id="{EA29C965-D385-429F-8425-AA78E261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210050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1717"/>
                </a:solidFill>
              </a:defRPr>
            </a:pPr>
            <a:r>
              <a:rPr sz="1875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星期六</a:t>
            </a:r>
          </a:p>
        </p:txBody>
      </p:sp>
      <p:sp>
        <p:nvSpPr>
          <p:cNvPr id="18" name="choice-C-610-442">
            <a:extLst xmlns:a="http://schemas.openxmlformats.org/drawingml/2006/main">
              <a:ext uri="{FF2B5EF4-FFF2-40B4-BE49-F238E27FC236}">
                <a16:creationId xmlns:a16="http://schemas.microsoft.com/office/drawing/2014/main" id="{D9A035E9-3F99-4BD6-9088-491E1328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10050"/>
            <a:ext cx="4191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7423B"/>
                </a:solidFill>
              </a:defRPr>
            </a:pPr>
            <a:r>
              <a:rPr sz="15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C</a:t>
            </a:r>
          </a:p>
        </p:txBody>
      </p:sp>
      <p:sp>
        <p:nvSpPr>
          <p:cNvPr id="19" name="choice-text-C-610-442">
            <a:extLst xmlns:a="http://schemas.openxmlformats.org/drawingml/2006/main">
              <a:ext uri="{FF2B5EF4-FFF2-40B4-BE49-F238E27FC236}">
                <a16:creationId xmlns:a16="http://schemas.microsoft.com/office/drawing/2014/main" id="{C22B4D50-580C-4E65-A4DA-085ACCF0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10050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1717"/>
                </a:solidFill>
              </a:defRPr>
            </a:pPr>
            <a:r>
              <a:rPr sz="1875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星期日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30890705ed4c75"/>
          <a:stretch xmlns:a="http://schemas.openxmlformats.org/drawingml/2006/main"/>
        </p:blipFill>
        <p:spPr>
          <a:xfrm xmlns:a="http://schemas.openxmlformats.org/drawingml/2006/main">
            <a:off x="8667750" y="2047875"/>
            <a:ext cx="2667000" cy="26670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2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64B3A4F-8324-43D7-AB06-EE2548E0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A625C"/>
                </a:solidFill>
              </a:defRPr>
            </a:pPr>
            <a:r>
              <a:rPr sz="1050" b="0">
                <a:solidFill>
                  <a:srgbClr val="6A625C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itle">
            <a:extLst xmlns:a="http://schemas.openxmlformats.org/drawingml/2006/main">
              <a:ext uri="{FF2B5EF4-FFF2-40B4-BE49-F238E27FC236}">
                <a16:creationId xmlns:a16="http://schemas.microsoft.com/office/drawing/2014/main" id="{DA02268F-0B6B-416C-85C9-BB1623BF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课文2｜答案核对与证据  Text 2 · Answers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36A5D833-67C4-46F8-86FA-27321623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763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5E852D28-74AF-4E15-87BE-4405693E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00125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核对答案，再圈出两条证据句。</a:t>
            </a:r>
          </a:p>
        </p:txBody>
      </p:sp>
      <p:sp>
        <p:nvSpPr>
          <p:cNvPr id="4" name="label-答案核对：1-A　2-C-455-157">
            <a:extLst xmlns:a="http://schemas.openxmlformats.org/drawingml/2006/main">
              <a:ext uri="{FF2B5EF4-FFF2-40B4-BE49-F238E27FC236}">
                <a16:creationId xmlns:a16="http://schemas.microsoft.com/office/drawing/2014/main" id="{A0F5BC07-66F5-4577-A1BC-51F5925C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495425"/>
            <a:ext cx="3524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7D8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答案核对：1-A　2-C</a:t>
            </a:r>
          </a:p>
        </p:txBody>
      </p:sp>
      <p:sp>
        <p:nvSpPr>
          <p:cNvPr id="5" name="speaker-card-0">
            <a:extLst xmlns:a="http://schemas.openxmlformats.org/drawingml/2006/main">
              <a:ext uri="{FF2B5EF4-FFF2-40B4-BE49-F238E27FC236}">
                <a16:creationId xmlns:a16="http://schemas.microsoft.com/office/drawing/2014/main" id="{C60307BE-BF1F-449E-A0E8-7967A704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1619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peaker-0">
            <a:extLst xmlns:a="http://schemas.openxmlformats.org/drawingml/2006/main">
              <a:ext uri="{FF2B5EF4-FFF2-40B4-BE49-F238E27FC236}">
                <a16:creationId xmlns:a16="http://schemas.microsoft.com/office/drawing/2014/main" id="{B2A99D0B-F1C2-484C-AA7B-7A6DF09F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王一雪</a:t>
            </a:r>
          </a:p>
        </p:txBody>
      </p:sp>
      <p:sp>
        <p:nvSpPr>
          <p:cNvPr id="7" name="speaker-py-0">
            <a:extLst xmlns:a="http://schemas.openxmlformats.org/drawingml/2006/main">
              <a:ext uri="{FF2B5EF4-FFF2-40B4-BE49-F238E27FC236}">
                <a16:creationId xmlns:a16="http://schemas.microsoft.com/office/drawing/2014/main" id="{C0E2EEFA-9B0D-4B04-9363-1C163C65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95525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Wáng Yīxuě</a:t>
            </a:r>
          </a:p>
        </p:txBody>
      </p:sp>
      <p:sp>
        <p:nvSpPr>
          <p:cNvPr id="8" name="dialogue-0">
            <a:extLst xmlns:a="http://schemas.openxmlformats.org/drawingml/2006/main">
              <a:ext uri="{FF2B5EF4-FFF2-40B4-BE49-F238E27FC236}">
                <a16:creationId xmlns:a16="http://schemas.microsoft.com/office/drawing/2014/main" id="{0749F858-30D8-460A-A7EA-D57CC963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952625"/>
            <a:ext cx="9239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C3"/>
            </a:solidFill>
            <a:prstDash val="solid"/>
          </a:ln>
        </p:spPr>
      </p:sp>
      <p:sp>
        <p:nvSpPr>
          <p:cNvPr id="9" name="dialogue-py-0">
            <a:extLst xmlns:a="http://schemas.openxmlformats.org/drawingml/2006/main">
              <a:ext uri="{FF2B5EF4-FFF2-40B4-BE49-F238E27FC236}">
                <a16:creationId xmlns:a16="http://schemas.microsoft.com/office/drawing/2014/main" id="{02AB4C17-92E8-4EB8-A1DD-AB63457C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981200"/>
            <a:ext cx="891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Nǐ huì zuòfàn ma?</a:t>
            </a:r>
          </a:p>
        </p:txBody>
      </p:sp>
      <p:sp>
        <p:nvSpPr>
          <p:cNvPr id="10" name="dialogue-zh-0">
            <a:extLst xmlns:a="http://schemas.openxmlformats.org/drawingml/2006/main">
              <a:ext uri="{FF2B5EF4-FFF2-40B4-BE49-F238E27FC236}">
                <a16:creationId xmlns:a16="http://schemas.microsoft.com/office/drawing/2014/main" id="{421BCC4A-276A-413E-AF92-169EBE59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24100"/>
            <a:ext cx="8915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你会做饭吗？</a:t>
            </a:r>
          </a:p>
        </p:txBody>
      </p:sp>
      <p:sp>
        <p:nvSpPr>
          <p:cNvPr id="11" name="speaker-card-1">
            <a:extLst xmlns:a="http://schemas.openxmlformats.org/drawingml/2006/main">
              <a:ext uri="{FF2B5EF4-FFF2-40B4-BE49-F238E27FC236}">
                <a16:creationId xmlns:a16="http://schemas.microsoft.com/office/drawing/2014/main" id="{67011638-5E76-4C0A-B120-6273AF43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14650"/>
            <a:ext cx="1619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peaker-1">
            <a:extLst xmlns:a="http://schemas.openxmlformats.org/drawingml/2006/main">
              <a:ext uri="{FF2B5EF4-FFF2-40B4-BE49-F238E27FC236}">
                <a16:creationId xmlns:a16="http://schemas.microsoft.com/office/drawing/2014/main" id="{170CC168-755A-400E-9A91-9FA57BA5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432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杨同乐</a:t>
            </a:r>
          </a:p>
        </p:txBody>
      </p:sp>
      <p:sp>
        <p:nvSpPr>
          <p:cNvPr id="13" name="speaker-py-1">
            <a:extLst xmlns:a="http://schemas.openxmlformats.org/drawingml/2006/main">
              <a:ext uri="{FF2B5EF4-FFF2-40B4-BE49-F238E27FC236}">
                <a16:creationId xmlns:a16="http://schemas.microsoft.com/office/drawing/2014/main" id="{39F04DD8-3DC9-465E-8EE6-2A7B68CE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575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Yáng Tónglè</a:t>
            </a:r>
          </a:p>
        </p:txBody>
      </p:sp>
      <p:sp>
        <p:nvSpPr>
          <p:cNvPr id="14" name="dialogue-1">
            <a:extLst xmlns:a="http://schemas.openxmlformats.org/drawingml/2006/main">
              <a:ext uri="{FF2B5EF4-FFF2-40B4-BE49-F238E27FC236}">
                <a16:creationId xmlns:a16="http://schemas.microsoft.com/office/drawing/2014/main" id="{0FFA4FD1-BADD-4594-90C1-98C4C1F9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914650"/>
            <a:ext cx="9239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C3"/>
            </a:solidFill>
            <a:prstDash val="solid"/>
          </a:ln>
        </p:spPr>
      </p:sp>
      <p:sp>
        <p:nvSpPr>
          <p:cNvPr id="15" name="dialogue-py-1">
            <a:extLst xmlns:a="http://schemas.openxmlformats.org/drawingml/2006/main">
              <a:ext uri="{FF2B5EF4-FFF2-40B4-BE49-F238E27FC236}">
                <a16:creationId xmlns:a16="http://schemas.microsoft.com/office/drawing/2014/main" id="{7E9C9A4F-F53E-48E9-AE62-599A1A6E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943225"/>
            <a:ext cx="891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Wǒ huì zuò.</a:t>
            </a:r>
          </a:p>
        </p:txBody>
      </p:sp>
      <p:sp>
        <p:nvSpPr>
          <p:cNvPr id="16" name="dialogue-zh-1">
            <a:extLst xmlns:a="http://schemas.openxmlformats.org/drawingml/2006/main">
              <a:ext uri="{FF2B5EF4-FFF2-40B4-BE49-F238E27FC236}">
                <a16:creationId xmlns:a16="http://schemas.microsoft.com/office/drawing/2014/main" id="{E715B184-1A26-4846-9E13-6A3A1013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86125"/>
            <a:ext cx="8915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我会做。</a:t>
            </a:r>
          </a:p>
        </p:txBody>
      </p:sp>
      <p:sp>
        <p:nvSpPr>
          <p:cNvPr id="17" name="speaker-card-2">
            <a:extLst xmlns:a="http://schemas.openxmlformats.org/drawingml/2006/main">
              <a:ext uri="{FF2B5EF4-FFF2-40B4-BE49-F238E27FC236}">
                <a16:creationId xmlns:a16="http://schemas.microsoft.com/office/drawing/2014/main" id="{0D8AAA22-0C94-482A-B95A-7CD5C2E5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76675"/>
            <a:ext cx="1619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peaker-2">
            <a:extLst xmlns:a="http://schemas.openxmlformats.org/drawingml/2006/main">
              <a:ext uri="{FF2B5EF4-FFF2-40B4-BE49-F238E27FC236}">
                <a16:creationId xmlns:a16="http://schemas.microsoft.com/office/drawing/2014/main" id="{0E743E15-BB33-4EA0-9F16-69CF118B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052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王一雪</a:t>
            </a:r>
          </a:p>
        </p:txBody>
      </p:sp>
      <p:sp>
        <p:nvSpPr>
          <p:cNvPr id="19" name="speaker-py-2">
            <a:extLst xmlns:a="http://schemas.openxmlformats.org/drawingml/2006/main">
              <a:ext uri="{FF2B5EF4-FFF2-40B4-BE49-F238E27FC236}">
                <a16:creationId xmlns:a16="http://schemas.microsoft.com/office/drawing/2014/main" id="{8BD01218-3AF3-47F1-A7BF-4D5ABFF0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19575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Wáng Yīxuě</a:t>
            </a:r>
          </a:p>
        </p:txBody>
      </p:sp>
      <p:sp>
        <p:nvSpPr>
          <p:cNvPr id="20" name="dialogue-2">
            <a:extLst xmlns:a="http://schemas.openxmlformats.org/drawingml/2006/main">
              <a:ext uri="{FF2B5EF4-FFF2-40B4-BE49-F238E27FC236}">
                <a16:creationId xmlns:a16="http://schemas.microsoft.com/office/drawing/2014/main" id="{09B7B9B4-2411-48D4-A14C-7E3BBA96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876675"/>
            <a:ext cx="9239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C3"/>
            </a:solidFill>
            <a:prstDash val="solid"/>
          </a:ln>
        </p:spPr>
      </p:sp>
      <p:sp>
        <p:nvSpPr>
          <p:cNvPr id="21" name="dialogue-py-2">
            <a:extLst xmlns:a="http://schemas.openxmlformats.org/drawingml/2006/main">
              <a:ext uri="{FF2B5EF4-FFF2-40B4-BE49-F238E27FC236}">
                <a16:creationId xmlns:a16="http://schemas.microsoft.com/office/drawing/2014/main" id="{AFDA1F4D-82B9-4D9A-8F1B-28F39824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905250"/>
            <a:ext cx="891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Nǐ huì zuò shénme?</a:t>
            </a:r>
          </a:p>
        </p:txBody>
      </p:sp>
      <p:sp>
        <p:nvSpPr>
          <p:cNvPr id="22" name="dialogue-zh-2">
            <a:extLst xmlns:a="http://schemas.openxmlformats.org/drawingml/2006/main">
              <a:ext uri="{FF2B5EF4-FFF2-40B4-BE49-F238E27FC236}">
                <a16:creationId xmlns:a16="http://schemas.microsoft.com/office/drawing/2014/main" id="{F6AFB462-BF29-4371-BB24-2DACBEF3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48150"/>
            <a:ext cx="8915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你会做什么？</a:t>
            </a:r>
          </a:p>
        </p:txBody>
      </p:sp>
      <p:sp>
        <p:nvSpPr>
          <p:cNvPr id="23" name="speaker-card-3">
            <a:extLst xmlns:a="http://schemas.openxmlformats.org/drawingml/2006/main">
              <a:ext uri="{FF2B5EF4-FFF2-40B4-BE49-F238E27FC236}">
                <a16:creationId xmlns:a16="http://schemas.microsoft.com/office/drawing/2014/main" id="{DF5673D1-E15E-4F2E-B514-B8352B7B5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38700"/>
            <a:ext cx="1619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peaker-3">
            <a:extLst xmlns:a="http://schemas.openxmlformats.org/drawingml/2006/main">
              <a:ext uri="{FF2B5EF4-FFF2-40B4-BE49-F238E27FC236}">
                <a16:creationId xmlns:a16="http://schemas.microsoft.com/office/drawing/2014/main" id="{D1B3E9E9-5809-4CF9-A11F-FE527D2C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672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杨同乐</a:t>
            </a:r>
          </a:p>
        </p:txBody>
      </p:sp>
      <p:sp>
        <p:nvSpPr>
          <p:cNvPr id="25" name="speaker-py-3">
            <a:extLst xmlns:a="http://schemas.openxmlformats.org/drawingml/2006/main">
              <a:ext uri="{FF2B5EF4-FFF2-40B4-BE49-F238E27FC236}">
                <a16:creationId xmlns:a16="http://schemas.microsoft.com/office/drawing/2014/main" id="{335A45C6-87EE-4B52-B126-69EBC20A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816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Yáng Tónglè</a:t>
            </a:r>
          </a:p>
        </p:txBody>
      </p:sp>
      <p:sp>
        <p:nvSpPr>
          <p:cNvPr id="26" name="dialogue-3">
            <a:extLst xmlns:a="http://schemas.openxmlformats.org/drawingml/2006/main">
              <a:ext uri="{FF2B5EF4-FFF2-40B4-BE49-F238E27FC236}">
                <a16:creationId xmlns:a16="http://schemas.microsoft.com/office/drawing/2014/main" id="{0DB711DA-6AB7-4B6F-92B8-25C94CCA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838700"/>
            <a:ext cx="9239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C3"/>
            </a:solidFill>
            <a:prstDash val="solid"/>
          </a:ln>
        </p:spPr>
      </p:sp>
      <p:sp>
        <p:nvSpPr>
          <p:cNvPr id="27" name="dialogue-py-3">
            <a:extLst xmlns:a="http://schemas.openxmlformats.org/drawingml/2006/main">
              <a:ext uri="{FF2B5EF4-FFF2-40B4-BE49-F238E27FC236}">
                <a16:creationId xmlns:a16="http://schemas.microsoft.com/office/drawing/2014/main" id="{2A8597E9-A71D-4BEF-AFD4-29822F94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67275"/>
            <a:ext cx="891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Wǒ huì zuò miàntiáor, jiǎozi, yě huì zuò yìxiē cài. Xīngqītiān wǒ yě zuòfàn.</a:t>
            </a:r>
          </a:p>
        </p:txBody>
      </p:sp>
      <p:sp>
        <p:nvSpPr>
          <p:cNvPr id="28" name="dialogue-zh-3">
            <a:extLst xmlns:a="http://schemas.openxmlformats.org/drawingml/2006/main">
              <a:ext uri="{FF2B5EF4-FFF2-40B4-BE49-F238E27FC236}">
                <a16:creationId xmlns:a16="http://schemas.microsoft.com/office/drawing/2014/main" id="{1B6CECEA-2F42-485D-ABB9-D6C1A9F4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210175"/>
            <a:ext cx="8915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我会做面条儿、饺子，也会做一些菜。星期天我也做饭。</a:t>
            </a:r>
          </a:p>
        </p:txBody>
      </p:sp>
      <p:sp>
        <p:nvSpPr>
          <p:cNvPr id="2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F5710AF-184D-4164-A1DD-EC6111D2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A625C"/>
                </a:solidFill>
              </a:defRPr>
            </a:pPr>
            <a:r>
              <a:rPr sz="1050" b="0">
                <a:solidFill>
                  <a:srgbClr val="6A625C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41846888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">
            <a:extLst xmlns:a="http://schemas.openxmlformats.org/drawingml/2006/main">
              <a:ext uri="{FF2B5EF4-FFF2-40B4-BE49-F238E27FC236}">
                <a16:creationId xmlns:a16="http://schemas.microsoft.com/office/drawing/2014/main" id="{8DE4D5A8-0174-4DC7-BB4C-2360759B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课文2｜朗读与理解  Text 2 · Read &amp; Check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E7CBC751-DA7F-4E51-B4A2-29BA06BF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763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05EB77E2-6675-4E1D-B41E-9B389CBE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00125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分角色读，再回答“会做饭吗／会做什么”。</a:t>
            </a:r>
          </a:p>
        </p:txBody>
      </p:sp>
      <p:sp>
        <p:nvSpPr>
          <p:cNvPr id="4" name="speaker-only-card-0">
            <a:extLst xmlns:a="http://schemas.openxmlformats.org/drawingml/2006/main">
              <a:ext uri="{FF2B5EF4-FFF2-40B4-BE49-F238E27FC236}">
                <a16:creationId xmlns:a16="http://schemas.microsoft.com/office/drawing/2014/main" id="{E51A513B-66B8-4105-AD37-AC994B3D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1619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peaker-only-0">
            <a:extLst xmlns:a="http://schemas.openxmlformats.org/drawingml/2006/main">
              <a:ext uri="{FF2B5EF4-FFF2-40B4-BE49-F238E27FC236}">
                <a16:creationId xmlns:a16="http://schemas.microsoft.com/office/drawing/2014/main" id="{F18AB2DD-6898-45C5-B12C-5C935EC1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1447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97423B"/>
                </a:solidFill>
              </a:defRPr>
            </a:pPr>
            <a:r>
              <a:rPr sz="142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王一雪</a:t>
            </a:r>
          </a:p>
        </p:txBody>
      </p:sp>
      <p:sp>
        <p:nvSpPr>
          <p:cNvPr id="6" name="dialogue-only-0">
            <a:extLst xmlns:a="http://schemas.openxmlformats.org/drawingml/2006/main">
              <a:ext uri="{FF2B5EF4-FFF2-40B4-BE49-F238E27FC236}">
                <a16:creationId xmlns:a16="http://schemas.microsoft.com/office/drawing/2014/main" id="{DD48BFDD-2D40-43F1-B744-96926121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524000"/>
            <a:ext cx="90963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C3"/>
            </a:solidFill>
            <a:prstDash val="solid"/>
          </a:ln>
        </p:spPr>
      </p:sp>
      <p:sp>
        <p:nvSpPr>
          <p:cNvPr id="7" name="dialogue-only-zh-0">
            <a:extLst xmlns:a="http://schemas.openxmlformats.org/drawingml/2006/main">
              <a:ext uri="{FF2B5EF4-FFF2-40B4-BE49-F238E27FC236}">
                <a16:creationId xmlns:a16="http://schemas.microsoft.com/office/drawing/2014/main" id="{1065C861-629F-4804-8AA8-2D4D40C38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581150"/>
            <a:ext cx="8782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</a:defRPr>
            </a:pPr>
            <a:r>
              <a:rPr sz="1875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你会做饭吗？</a:t>
            </a:r>
          </a:p>
        </p:txBody>
      </p:sp>
      <p:sp>
        <p:nvSpPr>
          <p:cNvPr id="8" name="speaker-only-card-1">
            <a:extLst xmlns:a="http://schemas.openxmlformats.org/drawingml/2006/main">
              <a:ext uri="{FF2B5EF4-FFF2-40B4-BE49-F238E27FC236}">
                <a16:creationId xmlns:a16="http://schemas.microsoft.com/office/drawing/2014/main" id="{39779C40-3CF6-4366-BC36-9600C6E1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90750"/>
            <a:ext cx="1619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peaker-only-1">
            <a:extLst xmlns:a="http://schemas.openxmlformats.org/drawingml/2006/main">
              <a:ext uri="{FF2B5EF4-FFF2-40B4-BE49-F238E27FC236}">
                <a16:creationId xmlns:a16="http://schemas.microsoft.com/office/drawing/2014/main" id="{4F17593E-4518-4350-8F56-8D6AD7B2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1447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97423B"/>
                </a:solidFill>
              </a:defRPr>
            </a:pPr>
            <a:r>
              <a:rPr sz="142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杨同乐</a:t>
            </a:r>
          </a:p>
        </p:txBody>
      </p:sp>
      <p:sp>
        <p:nvSpPr>
          <p:cNvPr id="10" name="dialogue-only-1">
            <a:extLst xmlns:a="http://schemas.openxmlformats.org/drawingml/2006/main">
              <a:ext uri="{FF2B5EF4-FFF2-40B4-BE49-F238E27FC236}">
                <a16:creationId xmlns:a16="http://schemas.microsoft.com/office/drawing/2014/main" id="{7E50138A-B2FB-4EF5-8516-FDDA2EF9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190750"/>
            <a:ext cx="90963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C3"/>
            </a:solidFill>
            <a:prstDash val="solid"/>
          </a:ln>
        </p:spPr>
      </p:sp>
      <p:sp>
        <p:nvSpPr>
          <p:cNvPr id="11" name="dialogue-only-zh-1">
            <a:extLst xmlns:a="http://schemas.openxmlformats.org/drawingml/2006/main">
              <a:ext uri="{FF2B5EF4-FFF2-40B4-BE49-F238E27FC236}">
                <a16:creationId xmlns:a16="http://schemas.microsoft.com/office/drawing/2014/main" id="{B551B9B9-6878-4A80-B7DE-52C3924B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47900"/>
            <a:ext cx="8782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</a:defRPr>
            </a:pPr>
            <a:r>
              <a:rPr sz="1875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我会做。</a:t>
            </a:r>
          </a:p>
        </p:txBody>
      </p:sp>
      <p:sp>
        <p:nvSpPr>
          <p:cNvPr id="12" name="speaker-only-card-2">
            <a:extLst xmlns:a="http://schemas.openxmlformats.org/drawingml/2006/main">
              <a:ext uri="{FF2B5EF4-FFF2-40B4-BE49-F238E27FC236}">
                <a16:creationId xmlns:a16="http://schemas.microsoft.com/office/drawing/2014/main" id="{20646D0E-9188-4EC9-9401-5E098EDB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0"/>
            <a:ext cx="1619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peaker-only-2">
            <a:extLst xmlns:a="http://schemas.openxmlformats.org/drawingml/2006/main">
              <a:ext uri="{FF2B5EF4-FFF2-40B4-BE49-F238E27FC236}">
                <a16:creationId xmlns:a16="http://schemas.microsoft.com/office/drawing/2014/main" id="{8C0A51A3-D372-410F-92AE-0171373B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1447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97423B"/>
                </a:solidFill>
              </a:defRPr>
            </a:pPr>
            <a:r>
              <a:rPr sz="142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王一雪</a:t>
            </a:r>
          </a:p>
        </p:txBody>
      </p:sp>
      <p:sp>
        <p:nvSpPr>
          <p:cNvPr id="14" name="dialogue-only-2">
            <a:extLst xmlns:a="http://schemas.openxmlformats.org/drawingml/2006/main">
              <a:ext uri="{FF2B5EF4-FFF2-40B4-BE49-F238E27FC236}">
                <a16:creationId xmlns:a16="http://schemas.microsoft.com/office/drawing/2014/main" id="{E559A47D-45B7-40E0-A985-7CA11BB5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857500"/>
            <a:ext cx="90963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C3"/>
            </a:solidFill>
            <a:prstDash val="solid"/>
          </a:ln>
        </p:spPr>
      </p:sp>
      <p:sp>
        <p:nvSpPr>
          <p:cNvPr id="15" name="dialogue-only-zh-2">
            <a:extLst xmlns:a="http://schemas.openxmlformats.org/drawingml/2006/main">
              <a:ext uri="{FF2B5EF4-FFF2-40B4-BE49-F238E27FC236}">
                <a16:creationId xmlns:a16="http://schemas.microsoft.com/office/drawing/2014/main" id="{9A67FC0D-8FB0-46C5-9BCD-A2456FB1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914650"/>
            <a:ext cx="8782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</a:defRPr>
            </a:pPr>
            <a:r>
              <a:rPr sz="1875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你会做什么？</a:t>
            </a:r>
          </a:p>
        </p:txBody>
      </p:sp>
      <p:sp>
        <p:nvSpPr>
          <p:cNvPr id="16" name="speaker-only-card-3">
            <a:extLst xmlns:a="http://schemas.openxmlformats.org/drawingml/2006/main">
              <a:ext uri="{FF2B5EF4-FFF2-40B4-BE49-F238E27FC236}">
                <a16:creationId xmlns:a16="http://schemas.microsoft.com/office/drawing/2014/main" id="{73B4B686-E6F6-47BD-A021-34FF9650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24250"/>
            <a:ext cx="1619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peaker-only-3">
            <a:extLst xmlns:a="http://schemas.openxmlformats.org/drawingml/2006/main">
              <a:ext uri="{FF2B5EF4-FFF2-40B4-BE49-F238E27FC236}">
                <a16:creationId xmlns:a16="http://schemas.microsoft.com/office/drawing/2014/main" id="{4606CBDD-C373-4478-B210-74E5719C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447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97423B"/>
                </a:solidFill>
              </a:defRPr>
            </a:pPr>
            <a:r>
              <a:rPr sz="142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杨同乐</a:t>
            </a:r>
          </a:p>
        </p:txBody>
      </p:sp>
      <p:sp>
        <p:nvSpPr>
          <p:cNvPr id="18" name="dialogue-only-3">
            <a:extLst xmlns:a="http://schemas.openxmlformats.org/drawingml/2006/main">
              <a:ext uri="{FF2B5EF4-FFF2-40B4-BE49-F238E27FC236}">
                <a16:creationId xmlns:a16="http://schemas.microsoft.com/office/drawing/2014/main" id="{0CA3FCEE-9041-4280-8A14-1A803070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524250"/>
            <a:ext cx="90963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C3"/>
            </a:solidFill>
            <a:prstDash val="solid"/>
          </a:ln>
        </p:spPr>
      </p:sp>
      <p:sp>
        <p:nvSpPr>
          <p:cNvPr id="19" name="dialogue-only-zh-3">
            <a:extLst xmlns:a="http://schemas.openxmlformats.org/drawingml/2006/main">
              <a:ext uri="{FF2B5EF4-FFF2-40B4-BE49-F238E27FC236}">
                <a16:creationId xmlns:a16="http://schemas.microsoft.com/office/drawing/2014/main" id="{7E2346B6-9790-440A-A512-44276958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581400"/>
            <a:ext cx="8782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</a:defRPr>
            </a:pPr>
            <a:r>
              <a:rPr sz="1875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我会做面条儿、饺子，也会做一些菜。星期天我也做饭。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FC1E89-AA55-445E-BA66-0C1B7827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4762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1. 杨同乐会不会做饭？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9968E4-E029-4B6F-8E38-55D86F8A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76750"/>
            <a:ext cx="4762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2. 杨同乐会做什么？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9C4B757-ECF9-4682-9FFE-35279C79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A625C"/>
                </a:solidFill>
              </a:defRPr>
            </a:pPr>
            <a:r>
              <a:rPr sz="1050" b="0">
                <a:solidFill>
                  <a:srgbClr val="6A625C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68433199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DE431277-C758-4B90-B55F-717C5FF8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“会”的句型  Grammar · 会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2A4995A1-C68D-4A47-BD55-BE385832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763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092977AC-EA3F-477F-9935-9622D525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00125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观察三句，再用新动作替换。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53528B-00AD-4886-A1EF-F021E926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6212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7423B"/>
                </a:solidFill>
              </a:defRPr>
            </a:pPr>
            <a:r>
              <a:rPr sz="135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Wǒ huì zuò miàntiáor.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118E21-CDA6-4141-8378-E68604E77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0"/>
            <a:ext cx="8953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我会做面条儿。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011BDE-8762-475A-88B8-1D195DE0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4800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7423B"/>
                </a:solidFill>
              </a:defRPr>
            </a:pPr>
            <a:r>
              <a:rPr sz="135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Wǒ bú huì zuò cài.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E0E017-BBB5-46F7-A3F2-B8573E09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81375"/>
            <a:ext cx="8953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我不会做菜。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B1CDF5-36D0-4634-9BD6-B07F52C9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338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7423B"/>
                </a:solidFill>
              </a:defRPr>
            </a:pPr>
            <a:r>
              <a:rPr sz="135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Nǐ huì zuòfàn ma?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E263C6-8BFE-4331-B0EC-83D4BDE8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67250"/>
            <a:ext cx="8953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BF5449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你会做饭吗？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02C9D0B-032E-4298-8464-2E6263C8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A625C"/>
                </a:solidFill>
              </a:defRPr>
            </a:pPr>
            <a:r>
              <a:rPr sz="1050" b="0">
                <a:solidFill>
                  <a:srgbClr val="6A625C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37456768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0312F30A-66AA-4A04-B7DC-77195C11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会不会？  Controlled Practice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1AC23EEF-9EE2-444B-B256-93443E02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763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A633C4B4-FF24-4B41-BD38-3C8012D6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00125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看符号完成三题，并读出完整句。</a:t>
            </a:r>
          </a:p>
        </p:txBody>
      </p:sp>
      <p:sp>
        <p:nvSpPr>
          <p:cNvPr id="4" name="label-李文-70-197">
            <a:extLst xmlns:a="http://schemas.openxmlformats.org/drawingml/2006/main">
              <a:ext uri="{FF2B5EF4-FFF2-40B4-BE49-F238E27FC236}">
                <a16:creationId xmlns:a16="http://schemas.microsoft.com/office/drawing/2014/main" id="{1710A50D-2E42-42F3-9796-1DBF4516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76425"/>
            <a:ext cx="1714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97423B"/>
                </a:solidFill>
              </a:defRPr>
            </a:pPr>
            <a:r>
              <a:rPr sz="142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李文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338A33-F517-45DE-9156-58BBBA6A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7621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51735B"/>
                </a:solidFill>
              </a:defRPr>
            </a:pPr>
            <a:r>
              <a:rPr sz="2850" b="1">
                <a:solidFill>
                  <a:srgbClr val="51735B"/>
                </a:solidFill>
                <a:latin typeface="KaiTi"/>
                <a:ea typeface="KaiTi"/>
                <a:cs typeface="KaiTi"/>
              </a:rPr>
              <a:t>✓</a:t>
            </a:r>
          </a:p>
        </p:txBody>
      </p:sp>
      <p:sp>
        <p:nvSpPr>
          <p:cNvPr id="6" name="label-做饭-395-197">
            <a:extLst xmlns:a="http://schemas.openxmlformats.org/drawingml/2006/main">
              <a:ext uri="{FF2B5EF4-FFF2-40B4-BE49-F238E27FC236}">
                <a16:creationId xmlns:a16="http://schemas.microsoft.com/office/drawing/2014/main" id="{B5C8AADC-8226-4427-82B4-62388924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876425"/>
            <a:ext cx="1905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97423B"/>
                </a:solidFill>
              </a:defRPr>
            </a:pPr>
            <a:r>
              <a:rPr sz="142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做饭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3AC85D-06CB-4307-99E1-F5E9A35C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62125"/>
            <a:ext cx="504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717"/>
                </a:solidFill>
              </a:defRPr>
            </a:pPr>
            <a:r>
              <a:rPr sz="2175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李文________做饭。</a:t>
            </a:r>
          </a:p>
        </p:txBody>
      </p:sp>
      <p:sp>
        <p:nvSpPr>
          <p:cNvPr id="8" name="label-安妮-70-332">
            <a:extLst xmlns:a="http://schemas.openxmlformats.org/drawingml/2006/main">
              <a:ext uri="{FF2B5EF4-FFF2-40B4-BE49-F238E27FC236}">
                <a16:creationId xmlns:a16="http://schemas.microsoft.com/office/drawing/2014/main" id="{5941F245-C3F8-430D-856A-7C198EEC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1714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97423B"/>
                </a:solidFill>
              </a:defRPr>
            </a:pPr>
            <a:r>
              <a:rPr sz="142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安妮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48D1C-2C02-4AED-829A-104DCF18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048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BF5449"/>
                </a:solidFill>
              </a:defRPr>
            </a:pPr>
            <a:r>
              <a:rPr sz="2850" b="1">
                <a:solidFill>
                  <a:srgbClr val="BF5449"/>
                </a:solidFill>
                <a:latin typeface="KaiTi"/>
                <a:ea typeface="KaiTi"/>
                <a:cs typeface="KaiTi"/>
              </a:rPr>
              <a:t>×</a:t>
            </a:r>
          </a:p>
        </p:txBody>
      </p:sp>
      <p:sp>
        <p:nvSpPr>
          <p:cNvPr id="10" name="label-做面条儿-395-332">
            <a:extLst xmlns:a="http://schemas.openxmlformats.org/drawingml/2006/main">
              <a:ext uri="{FF2B5EF4-FFF2-40B4-BE49-F238E27FC236}">
                <a16:creationId xmlns:a16="http://schemas.microsoft.com/office/drawing/2014/main" id="{FB098CC5-37B2-47E5-A16E-24053CDE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162300"/>
            <a:ext cx="1905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97423B"/>
                </a:solidFill>
              </a:defRPr>
            </a:pPr>
            <a:r>
              <a:rPr sz="142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做面条儿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48D7D3-63E9-4E19-9736-DC6072BB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48000"/>
            <a:ext cx="504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717"/>
                </a:solidFill>
              </a:defRPr>
            </a:pPr>
            <a:r>
              <a:rPr sz="2175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安妮________做面条儿。</a:t>
            </a:r>
          </a:p>
        </p:txBody>
      </p:sp>
      <p:sp>
        <p:nvSpPr>
          <p:cNvPr id="12" name="label-王一雪-70-467">
            <a:extLst xmlns:a="http://schemas.openxmlformats.org/drawingml/2006/main">
              <a:ext uri="{FF2B5EF4-FFF2-40B4-BE49-F238E27FC236}">
                <a16:creationId xmlns:a16="http://schemas.microsoft.com/office/drawing/2014/main" id="{D5633DC4-3EC5-4E3D-8E7D-057C1942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48175"/>
            <a:ext cx="1714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97423B"/>
                </a:solidFill>
              </a:defRPr>
            </a:pPr>
            <a:r>
              <a:rPr sz="142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王一雪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FF82D5-9DAC-4FF1-808E-63C52D7B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33387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51735B"/>
                </a:solidFill>
              </a:defRPr>
            </a:pPr>
            <a:r>
              <a:rPr sz="2850" b="1">
                <a:solidFill>
                  <a:srgbClr val="51735B"/>
                </a:solidFill>
                <a:latin typeface="KaiTi"/>
                <a:ea typeface="KaiTi"/>
                <a:cs typeface="KaiTi"/>
              </a:rPr>
              <a:t>✓</a:t>
            </a:r>
          </a:p>
        </p:txBody>
      </p:sp>
      <p:sp>
        <p:nvSpPr>
          <p:cNvPr id="14" name="label-做饺子-395-467">
            <a:extLst xmlns:a="http://schemas.openxmlformats.org/drawingml/2006/main">
              <a:ext uri="{FF2B5EF4-FFF2-40B4-BE49-F238E27FC236}">
                <a16:creationId xmlns:a16="http://schemas.microsoft.com/office/drawing/2014/main" id="{020BD3EF-FBFD-427D-8499-024CD3E7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448175"/>
            <a:ext cx="1905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97423B"/>
                </a:solidFill>
              </a:defRPr>
            </a:pPr>
            <a:r>
              <a:rPr sz="142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做饺子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03C832-80BF-4CED-8531-4A49E53E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33875"/>
            <a:ext cx="504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717"/>
                </a:solidFill>
              </a:defRPr>
            </a:pPr>
            <a:r>
              <a:rPr sz="2175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王一雪会做饺子吗？________。</a:t>
            </a:r>
          </a:p>
        </p:txBody>
      </p:sp>
      <p:sp>
        <p:nvSpPr>
          <p:cNvPr id="1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1C56E40-885E-481A-A078-1F5EF660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A625C"/>
                </a:solidFill>
              </a:defRPr>
            </a:pPr>
            <a:r>
              <a:rPr sz="1050" b="0">
                <a:solidFill>
                  <a:srgbClr val="6A625C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91579419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7392710F-4BBF-403C-9878-A9FB509C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限定能力问答  Bounded Pair Task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F0BB0898-5EB3-4815-B62F-4B89A8AF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763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E42BCC7C-6AFE-4DE8-9BE5-4D503F62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00125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从四项词库选两项问同伴，再交换。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3B54DA-4DCE-48D1-9C12-B7C6F1B9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666875"/>
            <a:ext cx="9525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7423B"/>
                </a:solidFill>
              </a:defRPr>
            </a:pPr>
            <a:r>
              <a:rPr sz="22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做饭　　做菜　　做面条儿　　做饺子</a:t>
            </a:r>
          </a:p>
        </p:txBody>
      </p:sp>
      <p:sp>
        <p:nvSpPr>
          <p:cNvPr id="5" name="label-A → B-80-303">
            <a:extLst xmlns:a="http://schemas.openxmlformats.org/drawingml/2006/main">
              <a:ext uri="{FF2B5EF4-FFF2-40B4-BE49-F238E27FC236}">
                <a16:creationId xmlns:a16="http://schemas.microsoft.com/office/drawing/2014/main" id="{07A0DBBA-E618-4431-A0E1-AA66C52E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86075"/>
            <a:ext cx="1524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97423B"/>
                </a:solidFill>
              </a:defRPr>
            </a:pPr>
            <a:r>
              <a:rPr sz="142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A → 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0FDFCC-A45A-4533-9630-592AC19D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714625"/>
            <a:ext cx="4095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717"/>
                </a:solidFill>
              </a:defRPr>
            </a:pPr>
            <a:r>
              <a:rPr sz="2175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A：你会____________吗？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848209-A897-47A9-A3E6-A343EC714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14625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717"/>
                </a:solidFill>
              </a:defRPr>
            </a:pPr>
            <a:r>
              <a:rPr sz="2025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B：我会 / 不会____________。</a:t>
            </a:r>
          </a:p>
        </p:txBody>
      </p:sp>
      <p:sp>
        <p:nvSpPr>
          <p:cNvPr id="8" name="label-B → A-80-448">
            <a:extLst xmlns:a="http://schemas.openxmlformats.org/drawingml/2006/main">
              <a:ext uri="{FF2B5EF4-FFF2-40B4-BE49-F238E27FC236}">
                <a16:creationId xmlns:a16="http://schemas.microsoft.com/office/drawing/2014/main" id="{6443F5DF-33CD-47A3-ABCC-A29984CD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1524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97423B"/>
                </a:solidFill>
              </a:defRPr>
            </a:pPr>
            <a:r>
              <a:rPr sz="142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B → 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86A3CD-E47A-4E1F-87EC-CED030D7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095750"/>
            <a:ext cx="4095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717"/>
                </a:solidFill>
              </a:defRPr>
            </a:pPr>
            <a:r>
              <a:rPr sz="2175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B：你会____________吗？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C6EE99-AC11-4428-AF52-130C955C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95750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717"/>
                </a:solidFill>
              </a:defRPr>
            </a:pPr>
            <a:r>
              <a:rPr sz="2025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A：我会 / 不会____________。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F0ABADD-4594-4392-97CB-25598CCB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A625C"/>
                </a:solidFill>
              </a:defRPr>
            </a:pPr>
            <a:r>
              <a:rPr sz="1050" b="0">
                <a:solidFill>
                  <a:srgbClr val="6A625C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4001456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0AE7BEAC-E190-4E6B-B260-E5B4798D5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能力采访与汇报  Interview &amp; Report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EEF19026-365D-413F-8E06-D282CA42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763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7CA16506-C78B-4CE2-879B-B647DC01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00125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问两人，记录后口头汇报一人。</a:t>
            </a:r>
          </a:p>
        </p:txBody>
      </p:sp>
      <p:sp>
        <p:nvSpPr>
          <p:cNvPr id="4" name="label-姓名-110-180">
            <a:extLst xmlns:a="http://schemas.openxmlformats.org/drawingml/2006/main">
              <a:ext uri="{FF2B5EF4-FFF2-40B4-BE49-F238E27FC236}">
                <a16:creationId xmlns:a16="http://schemas.microsoft.com/office/drawing/2014/main" id="{EAF74DEE-7172-4B6D-9F55-5333511B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2381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姓名</a:t>
            </a:r>
          </a:p>
        </p:txBody>
      </p:sp>
      <p:sp>
        <p:nvSpPr>
          <p:cNvPr id="5" name="label-动作-360-180">
            <a:extLst xmlns:a="http://schemas.openxmlformats.org/drawingml/2006/main">
              <a:ext uri="{FF2B5EF4-FFF2-40B4-BE49-F238E27FC236}">
                <a16:creationId xmlns:a16="http://schemas.microsoft.com/office/drawing/2014/main" id="{61C78C51-7DBA-44F3-A236-E9DDADCE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14500"/>
            <a:ext cx="3524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动作</a:t>
            </a:r>
          </a:p>
        </p:txBody>
      </p:sp>
      <p:sp>
        <p:nvSpPr>
          <p:cNvPr id="6" name="label-会-730-180">
            <a:extLst xmlns:a="http://schemas.openxmlformats.org/drawingml/2006/main">
              <a:ext uri="{FF2B5EF4-FFF2-40B4-BE49-F238E27FC236}">
                <a16:creationId xmlns:a16="http://schemas.microsoft.com/office/drawing/2014/main" id="{2D574A7C-2575-4DDF-8F38-7097D358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14500"/>
            <a:ext cx="1619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会</a:t>
            </a:r>
          </a:p>
        </p:txBody>
      </p:sp>
      <p:sp>
        <p:nvSpPr>
          <p:cNvPr id="7" name="label-不会-900-180">
            <a:extLst xmlns:a="http://schemas.openxmlformats.org/drawingml/2006/main">
              <a:ext uri="{FF2B5EF4-FFF2-40B4-BE49-F238E27FC236}">
                <a16:creationId xmlns:a16="http://schemas.microsoft.com/office/drawing/2014/main" id="{410DE79C-8525-4EA9-81E2-298ADD89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0"/>
            <a:ext cx="2000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不会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9B9F43-10E9-4180-B930-4EA8B3B7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381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E13C2E-2C1B-405A-B999-426331CD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33625"/>
            <a:ext cx="3524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977548-447D-454B-85C0-058644DD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33625"/>
            <a:ext cx="1619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6DAB06-14B6-4C68-AB9A-F23EB8D7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33625"/>
            <a:ext cx="200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54DC84-0ADF-4360-8AB8-A4AA5DF1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2381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F449CC-95CA-47C9-91BE-8841B8C1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38500"/>
            <a:ext cx="3524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A2FAE2-0EA1-447C-B56A-9A5980D6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38500"/>
            <a:ext cx="1619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495B95-9EFB-453F-A3B5-674F5258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38500"/>
            <a:ext cx="200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9D7D28-700E-4513-BD0F-403F5D33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9625"/>
            <a:ext cx="9334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1717"/>
                </a:solidFill>
              </a:defRPr>
            </a:pPr>
            <a:r>
              <a:rPr sz="2325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汇报：____________会____________，不会____________。</a:t>
            </a:r>
          </a:p>
        </p:txBody>
      </p:sp>
      <p:sp>
        <p:nvSpPr>
          <p:cNvPr id="1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9124719-BD4C-468D-9E3F-2F9B02A18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A625C"/>
                </a:solidFill>
              </a:defRPr>
            </a:pPr>
            <a:r>
              <a:rPr sz="1050" b="0">
                <a:solidFill>
                  <a:srgbClr val="6A625C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74287064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B5A7380A-0A21-4D36-85AD-804EF9BE5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快速检索  Retrieval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03620063-00E5-422A-A9D2-3CB2AD2E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763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1F4FD91-94AF-4810-9758-581DF686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00125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看三张图，各说一个完整句。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ba69a1b0d84f9a"/>
          <a:stretch xmlns:a="http://schemas.openxmlformats.org/drawingml/2006/main"/>
        </p:blipFill>
        <p:spPr>
          <a:xfrm xmlns:a="http://schemas.openxmlformats.org/drawingml/2006/main">
            <a:off x="1077866" y="1809750"/>
            <a:ext cx="2225768" cy="2381250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82a40d78ab4663"/>
          <a:srcRect xmlns:a="http://schemas.openxmlformats.org/drawingml/2006/main" l="0" t="8455" r="0" b="84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29125" y="180975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sp>
        <p:nvSpPr>
          <p:cNvPr id="6" name="retrieval-computer-panel">
            <a:extLst xmlns:a="http://schemas.openxmlformats.org/drawingml/2006/main">
              <a:ext uri="{FF2B5EF4-FFF2-40B4-BE49-F238E27FC236}">
                <a16:creationId xmlns:a16="http://schemas.microsoft.com/office/drawing/2014/main" id="{EA46E9E8-E319-4784-B7C1-0C74595F7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sp>
        <p:nvSpPr>
          <p:cNvPr id="7" name="retrieval-computer-monitor">
            <a:extLst xmlns:a="http://schemas.openxmlformats.org/drawingml/2006/main">
              <a:ext uri="{FF2B5EF4-FFF2-40B4-BE49-F238E27FC236}">
                <a16:creationId xmlns:a16="http://schemas.microsoft.com/office/drawing/2014/main" id="{60F316C7-CA14-4EC7-94B9-9C58DBA9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047875"/>
            <a:ext cx="25336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AF2F3"/>
          </a:solidFill>
          <a:ln xmlns:a="http://schemas.openxmlformats.org/drawingml/2006/main" w="19050">
            <a:solidFill>
              <a:srgbClr val="486C7A"/>
            </a:solidFill>
            <a:prstDash val="solid"/>
          </a:ln>
        </p:spPr>
      </p:sp>
      <p:sp>
        <p:nvSpPr>
          <p:cNvPr id="8" name="retrieval-computer-screen">
            <a:extLst xmlns:a="http://schemas.openxmlformats.org/drawingml/2006/main">
              <a:ext uri="{FF2B5EF4-FFF2-40B4-BE49-F238E27FC236}">
                <a16:creationId xmlns:a16="http://schemas.microsoft.com/office/drawing/2014/main" id="{06465BEF-31B6-461F-96C7-B8736ECC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90750"/>
            <a:ext cx="21336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D6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trieval-computer-stand">
            <a:extLst xmlns:a="http://schemas.openxmlformats.org/drawingml/2006/main">
              <a:ext uri="{FF2B5EF4-FFF2-40B4-BE49-F238E27FC236}">
                <a16:creationId xmlns:a16="http://schemas.microsoft.com/office/drawing/2014/main" id="{AFFA0E8A-2485-4AFF-AE7D-09EE8975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429000"/>
            <a:ext cx="266700" cy="333375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86C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trieval-computer-base">
            <a:extLst xmlns:a="http://schemas.openxmlformats.org/drawingml/2006/main">
              <a:ext uri="{FF2B5EF4-FFF2-40B4-BE49-F238E27FC236}">
                <a16:creationId xmlns:a16="http://schemas.microsoft.com/office/drawing/2014/main" id="{02702D7A-F1EC-486C-91D2-C818C0F0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7838" y="3738563"/>
            <a:ext cx="1266825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86C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label-1-120-485">
            <a:extLst xmlns:a="http://schemas.openxmlformats.org/drawingml/2006/main">
              <a:ext uri="{FF2B5EF4-FFF2-40B4-BE49-F238E27FC236}">
                <a16:creationId xmlns:a16="http://schemas.microsoft.com/office/drawing/2014/main" id="{8FB3F809-5DC8-493C-B3F3-3CD4253B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19625"/>
            <a:ext cx="2095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12" name="label-2-530-485">
            <a:extLst xmlns:a="http://schemas.openxmlformats.org/drawingml/2006/main">
              <a:ext uri="{FF2B5EF4-FFF2-40B4-BE49-F238E27FC236}">
                <a16:creationId xmlns:a16="http://schemas.microsoft.com/office/drawing/2014/main" id="{BA846FE0-6860-4683-85B9-9E854015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619625"/>
            <a:ext cx="2095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13" name="label-3-940-485">
            <a:extLst xmlns:a="http://schemas.openxmlformats.org/drawingml/2006/main">
              <a:ext uri="{FF2B5EF4-FFF2-40B4-BE49-F238E27FC236}">
                <a16:creationId xmlns:a16="http://schemas.microsoft.com/office/drawing/2014/main" id="{F69C6259-1637-48BA-8052-EBC8FA3D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19625"/>
            <a:ext cx="2095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3</a:t>
            </a:r>
          </a:p>
        </p:txBody>
      </p:sp>
      <p:sp>
        <p:nvSpPr>
          <p:cNvPr id="1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CAC6E26-713A-4CC7-8762-26883989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A625C"/>
                </a:solidFill>
              </a:defRPr>
            </a:pPr>
            <a:r>
              <a:rPr sz="1050" b="0">
                <a:solidFill>
                  <a:srgbClr val="6A625C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82410808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C4DA0C40-5E84-414F-BC55-8B19B39D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下班、新、电脑  New Words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2839806A-F337-4C7E-9993-020D74AA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763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A60A39AB-848E-41DB-AFB5-2DA731CE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00125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看图跟读，再说“这是我的新电脑”。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eecbbfbf8d494e"/>
          <a:srcRect xmlns:a="http://schemas.openxmlformats.org/drawingml/2006/main" l="0" t="14902" r="0" b="149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1714500"/>
            <a:ext cx="5000625" cy="3714750"/>
          </a:xfrm>
          <a:prstGeom xmlns:a="http://schemas.openxmlformats.org/drawingml/2006/main" prst="roundRect">
            <a:avLst>
              <a:gd name="adj" fmla="val 2051"/>
            </a:avLst>
          </a:prstGeom>
        </p:spPr>
      </p:pic>
      <p:sp>
        <p:nvSpPr>
          <p:cNvPr id="5" name="word-card-下班">
            <a:extLst xmlns:a="http://schemas.openxmlformats.org/drawingml/2006/main">
              <a:ext uri="{FF2B5EF4-FFF2-40B4-BE49-F238E27FC236}">
                <a16:creationId xmlns:a16="http://schemas.microsoft.com/office/drawing/2014/main" id="{E24EBA75-B360-4D14-ACB3-90790F6D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714500"/>
            <a:ext cx="2381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sp>
        <p:nvSpPr>
          <p:cNvPr id="6" name="py-下班">
            <a:extLst xmlns:a="http://schemas.openxmlformats.org/drawingml/2006/main">
              <a:ext uri="{FF2B5EF4-FFF2-40B4-BE49-F238E27FC236}">
                <a16:creationId xmlns:a16="http://schemas.microsoft.com/office/drawing/2014/main" id="{DB83363D-8086-4A38-B313-88DE4692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288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97423B"/>
                </a:solidFill>
              </a:defRPr>
            </a:pPr>
            <a:r>
              <a:rPr sz="1425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xiàbān</a:t>
            </a:r>
          </a:p>
        </p:txBody>
      </p:sp>
      <p:sp>
        <p:nvSpPr>
          <p:cNvPr id="7" name="zh-下班">
            <a:extLst xmlns:a="http://schemas.openxmlformats.org/drawingml/2006/main">
              <a:ext uri="{FF2B5EF4-FFF2-40B4-BE49-F238E27FC236}">
                <a16:creationId xmlns:a16="http://schemas.microsoft.com/office/drawing/2014/main" id="{A1A61ED5-F79A-4103-BA4A-3D824E38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1526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下班</a:t>
            </a:r>
          </a:p>
        </p:txBody>
      </p:sp>
      <p:sp>
        <p:nvSpPr>
          <p:cNvPr id="8" name="word-card-新">
            <a:extLst xmlns:a="http://schemas.openxmlformats.org/drawingml/2006/main">
              <a:ext uri="{FF2B5EF4-FFF2-40B4-BE49-F238E27FC236}">
                <a16:creationId xmlns:a16="http://schemas.microsoft.com/office/drawing/2014/main" id="{72C3EA82-2835-4FF6-A7A8-8DBDD239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714500"/>
            <a:ext cx="2381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sp>
        <p:nvSpPr>
          <p:cNvPr id="9" name="py-新">
            <a:extLst xmlns:a="http://schemas.openxmlformats.org/drawingml/2006/main">
              <a:ext uri="{FF2B5EF4-FFF2-40B4-BE49-F238E27FC236}">
                <a16:creationId xmlns:a16="http://schemas.microsoft.com/office/drawing/2014/main" id="{7089A6F5-CC3C-46AF-9774-7E7B2AB9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288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97423B"/>
                </a:solidFill>
              </a:defRPr>
            </a:pPr>
            <a:r>
              <a:rPr sz="1425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xīn</a:t>
            </a:r>
          </a:p>
        </p:txBody>
      </p:sp>
      <p:sp>
        <p:nvSpPr>
          <p:cNvPr id="10" name="zh-新">
            <a:extLst xmlns:a="http://schemas.openxmlformats.org/drawingml/2006/main">
              <a:ext uri="{FF2B5EF4-FFF2-40B4-BE49-F238E27FC236}">
                <a16:creationId xmlns:a16="http://schemas.microsoft.com/office/drawing/2014/main" id="{AB9A5AE7-DA02-4E95-AC35-1594DA49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1526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新</a:t>
            </a:r>
          </a:p>
        </p:txBody>
      </p:sp>
      <p:sp>
        <p:nvSpPr>
          <p:cNvPr id="11" name="word-card-电脑">
            <a:extLst xmlns:a="http://schemas.openxmlformats.org/drawingml/2006/main">
              <a:ext uri="{FF2B5EF4-FFF2-40B4-BE49-F238E27FC236}">
                <a16:creationId xmlns:a16="http://schemas.microsoft.com/office/drawing/2014/main" id="{A99202AD-3197-455E-B205-5549E48B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333750"/>
            <a:ext cx="2381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sp>
        <p:nvSpPr>
          <p:cNvPr id="12" name="py-电脑">
            <a:extLst xmlns:a="http://schemas.openxmlformats.org/drawingml/2006/main">
              <a:ext uri="{FF2B5EF4-FFF2-40B4-BE49-F238E27FC236}">
                <a16:creationId xmlns:a16="http://schemas.microsoft.com/office/drawing/2014/main" id="{AD904854-84AA-4947-BE37-AA3C1B1A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4480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97423B"/>
                </a:solidFill>
              </a:defRPr>
            </a:pPr>
            <a:r>
              <a:rPr sz="1425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diànnǎo</a:t>
            </a:r>
          </a:p>
        </p:txBody>
      </p:sp>
      <p:sp>
        <p:nvSpPr>
          <p:cNvPr id="13" name="zh-电脑">
            <a:extLst xmlns:a="http://schemas.openxmlformats.org/drawingml/2006/main">
              <a:ext uri="{FF2B5EF4-FFF2-40B4-BE49-F238E27FC236}">
                <a16:creationId xmlns:a16="http://schemas.microsoft.com/office/drawing/2014/main" id="{B130DAE7-D51F-409A-A80C-D41187B72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7719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电脑</a:t>
            </a:r>
          </a:p>
        </p:txBody>
      </p:sp>
      <p:sp>
        <p:nvSpPr>
          <p:cNvPr id="14" name="xin-diannao-phrase">
            <a:extLst xmlns:a="http://schemas.openxmlformats.org/drawingml/2006/main">
              <a:ext uri="{FF2B5EF4-FFF2-40B4-BE49-F238E27FC236}">
                <a16:creationId xmlns:a16="http://schemas.microsoft.com/office/drawing/2014/main" id="{485CF71F-81CB-40FC-8AC4-5B2F40D2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333750"/>
            <a:ext cx="2381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97423B"/>
                </a:solidFill>
              </a:defRPr>
            </a:pPr>
            <a:r>
              <a:rPr sz="202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新 + 电脑  →  新电脑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9547E8-43B3-4B6B-BF5C-3D864C7B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05375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7423B"/>
                </a:solidFill>
              </a:defRPr>
            </a:pPr>
            <a:r>
              <a:rPr sz="135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Zhè shì wǒ de xīn diànnǎo.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460A52-1772-4B90-A6AF-C64B48EE8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19700"/>
            <a:ext cx="5429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97423B"/>
                </a:solidFill>
              </a:defRPr>
            </a:pPr>
            <a:r>
              <a:rPr sz="25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这是我的新电脑。</a:t>
            </a:r>
          </a:p>
        </p:txBody>
      </p:sp>
      <p:sp>
        <p:nvSpPr>
          <p:cNvPr id="1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1172890-17B7-4C59-9080-59C8975F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A625C"/>
                </a:solidFill>
              </a:defRPr>
            </a:pPr>
            <a:r>
              <a:rPr sz="1050" b="0">
                <a:solidFill>
                  <a:srgbClr val="6A625C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8439E55D-B123-4CA7-8F0B-0587ECDF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真、好看  Evaluation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01BF0E1C-08AB-49E1-A3DF-A401A0BA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763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81453F3B-29B1-443E-9307-78AA2B3A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00125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看图跟读，再评价新电脑。</a:t>
            </a:r>
          </a:p>
        </p:txBody>
      </p:sp>
      <p:sp>
        <p:nvSpPr>
          <p:cNvPr id="4" name="evaluation-computer-panel">
            <a:extLst xmlns:a="http://schemas.openxmlformats.org/drawingml/2006/main">
              <a:ext uri="{FF2B5EF4-FFF2-40B4-BE49-F238E27FC236}">
                <a16:creationId xmlns:a16="http://schemas.microsoft.com/office/drawing/2014/main" id="{95B23C6B-573F-4648-87E5-AEC2A37D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47625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sp>
        <p:nvSpPr>
          <p:cNvPr id="5" name="evaluation-computer-panel">
            <a:extLst xmlns:a="http://schemas.openxmlformats.org/drawingml/2006/main">
              <a:ext uri="{FF2B5EF4-FFF2-40B4-BE49-F238E27FC236}">
                <a16:creationId xmlns:a16="http://schemas.microsoft.com/office/drawing/2014/main" id="{7C3325EE-991E-4593-BF72-18886C32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57375"/>
            <a:ext cx="39052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sp>
        <p:nvSpPr>
          <p:cNvPr id="6" name="evaluation-computer-monitor">
            <a:extLst xmlns:a="http://schemas.openxmlformats.org/drawingml/2006/main">
              <a:ext uri="{FF2B5EF4-FFF2-40B4-BE49-F238E27FC236}">
                <a16:creationId xmlns:a16="http://schemas.microsoft.com/office/drawing/2014/main" id="{451AC549-CDC4-4F1A-BB66-FA2C0B57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755" y="2071688"/>
            <a:ext cx="2967990" cy="1243013"/>
          </a:xfrm>
          <a:prstGeom xmlns:a="http://schemas.openxmlformats.org/drawingml/2006/main" prst="roundRect">
            <a:avLst>
              <a:gd name="adj" fmla="val 6130"/>
            </a:avLst>
          </a:prstGeom>
          <a:solidFill xmlns:a="http://schemas.openxmlformats.org/drawingml/2006/main">
            <a:srgbClr val="EAF2F3"/>
          </a:solidFill>
          <a:ln xmlns:a="http://schemas.openxmlformats.org/drawingml/2006/main" w="19050">
            <a:solidFill>
              <a:srgbClr val="486C7A"/>
            </a:solidFill>
            <a:prstDash val="solid"/>
          </a:ln>
        </p:spPr>
      </p:sp>
      <p:sp>
        <p:nvSpPr>
          <p:cNvPr id="7" name="evaluation-computer-screen">
            <a:extLst xmlns:a="http://schemas.openxmlformats.org/drawingml/2006/main">
              <a:ext uri="{FF2B5EF4-FFF2-40B4-BE49-F238E27FC236}">
                <a16:creationId xmlns:a16="http://schemas.microsoft.com/office/drawing/2014/main" id="{A8143BAE-DFFF-454F-95FD-D0FE31DE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" y="2200275"/>
            <a:ext cx="2499360" cy="900113"/>
          </a:xfrm>
          <a:prstGeom xmlns:a="http://schemas.openxmlformats.org/drawingml/2006/main" prst="roundRect">
            <a:avLst>
              <a:gd name="adj" fmla="val 8466"/>
            </a:avLst>
          </a:prstGeom>
          <a:solidFill xmlns:a="http://schemas.openxmlformats.org/drawingml/2006/main">
            <a:srgbClr val="D6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valuation-computer-stand">
            <a:extLst xmlns:a="http://schemas.openxmlformats.org/drawingml/2006/main">
              <a:ext uri="{FF2B5EF4-FFF2-40B4-BE49-F238E27FC236}">
                <a16:creationId xmlns:a16="http://schemas.microsoft.com/office/drawing/2014/main" id="{5974015F-0557-486D-9413-33269D03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6540" y="3314700"/>
            <a:ext cx="312420" cy="300038"/>
          </a:xfrm>
          <a:prstGeom xmlns:a="http://schemas.openxmlformats.org/drawingml/2006/main" prst="roundRect">
            <a:avLst>
              <a:gd name="adj" fmla="val 25397"/>
            </a:avLst>
          </a:prstGeom>
          <a:solidFill xmlns:a="http://schemas.openxmlformats.org/drawingml/2006/main">
            <a:srgbClr val="486C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evaluation-computer-base">
            <a:extLst xmlns:a="http://schemas.openxmlformats.org/drawingml/2006/main">
              <a:ext uri="{FF2B5EF4-FFF2-40B4-BE49-F238E27FC236}">
                <a16:creationId xmlns:a16="http://schemas.microsoft.com/office/drawing/2014/main" id="{5C1CDFE9-593F-44BD-BB39-8516BDF9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0753" y="3593306"/>
            <a:ext cx="148399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486C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357E93-2F02-408D-8931-3EDCB2CE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386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xīn diànnǎo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AFEA94-8FAD-4A19-8E75-33601896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720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新电脑</a:t>
            </a:r>
          </a:p>
        </p:txBody>
      </p:sp>
      <p:sp>
        <p:nvSpPr>
          <p:cNvPr id="12" name="word-card-真">
            <a:extLst xmlns:a="http://schemas.openxmlformats.org/drawingml/2006/main">
              <a:ext uri="{FF2B5EF4-FFF2-40B4-BE49-F238E27FC236}">
                <a16:creationId xmlns:a16="http://schemas.microsoft.com/office/drawing/2014/main" id="{2FB95903-E4B4-4C32-A57D-1E77C093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2190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sp>
        <p:nvSpPr>
          <p:cNvPr id="13" name="py-真">
            <a:extLst xmlns:a="http://schemas.openxmlformats.org/drawingml/2006/main">
              <a:ext uri="{FF2B5EF4-FFF2-40B4-BE49-F238E27FC236}">
                <a16:creationId xmlns:a16="http://schemas.microsoft.com/office/drawing/2014/main" id="{A483C845-58DB-45C6-8BC1-8F591F03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7167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97423B"/>
                </a:solidFill>
              </a:defRPr>
            </a:pPr>
            <a:r>
              <a:rPr sz="1425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zhēn</a:t>
            </a:r>
          </a:p>
        </p:txBody>
      </p:sp>
      <p:sp>
        <p:nvSpPr>
          <p:cNvPr id="14" name="zh-真">
            <a:extLst xmlns:a="http://schemas.openxmlformats.org/drawingml/2006/main">
              <a:ext uri="{FF2B5EF4-FFF2-40B4-BE49-F238E27FC236}">
                <a16:creationId xmlns:a16="http://schemas.microsoft.com/office/drawing/2014/main" id="{1EB726ED-C3F1-4E09-B517-84330985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95525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真</a:t>
            </a:r>
          </a:p>
        </p:txBody>
      </p:sp>
      <p:sp>
        <p:nvSpPr>
          <p:cNvPr id="15" name="word-card-好看">
            <a:extLst xmlns:a="http://schemas.openxmlformats.org/drawingml/2006/main">
              <a:ext uri="{FF2B5EF4-FFF2-40B4-BE49-F238E27FC236}">
                <a16:creationId xmlns:a16="http://schemas.microsoft.com/office/drawing/2014/main" id="{9E9AD8DB-0D43-40C7-8D80-B74F45EA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57375"/>
            <a:ext cx="2381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sp>
        <p:nvSpPr>
          <p:cNvPr id="16" name="py-好看">
            <a:extLst xmlns:a="http://schemas.openxmlformats.org/drawingml/2006/main">
              <a:ext uri="{FF2B5EF4-FFF2-40B4-BE49-F238E27FC236}">
                <a16:creationId xmlns:a16="http://schemas.microsoft.com/office/drawing/2014/main" id="{50139827-E691-45FD-8E3F-59E24CDD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716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97423B"/>
                </a:solidFill>
              </a:defRPr>
            </a:pPr>
            <a:r>
              <a:rPr sz="1425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hǎokàn</a:t>
            </a:r>
          </a:p>
        </p:txBody>
      </p:sp>
      <p:sp>
        <p:nvSpPr>
          <p:cNvPr id="17" name="zh-好看">
            <a:extLst xmlns:a="http://schemas.openxmlformats.org/drawingml/2006/main">
              <a:ext uri="{FF2B5EF4-FFF2-40B4-BE49-F238E27FC236}">
                <a16:creationId xmlns:a16="http://schemas.microsoft.com/office/drawing/2014/main" id="{385E0CEB-F4A3-458B-8ED8-A0568CF1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9552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好看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77A9E4-547D-4E0F-9646-9D8F7A91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09575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97423B"/>
                </a:solidFill>
              </a:defRPr>
            </a:pPr>
            <a:r>
              <a:rPr sz="1425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Xīn diànnǎo zhēn hǎokàn!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4B3AD3-8CD7-4025-9151-F1CADC6E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457700"/>
            <a:ext cx="5524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97423B"/>
                </a:solidFill>
              </a:defRPr>
            </a:pPr>
            <a:r>
              <a:rPr sz="28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新电脑真好看！</a:t>
            </a:r>
          </a:p>
        </p:txBody>
      </p:sp>
      <p:sp>
        <p:nvSpPr>
          <p:cNvPr id="2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D38E2C1-0EB1-481E-ADAE-8162AF33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A625C"/>
                </a:solidFill>
              </a:defRPr>
            </a:pPr>
            <a:r>
              <a:rPr sz="1050" b="0">
                <a:solidFill>
                  <a:srgbClr val="6A625C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itle">
            <a:extLst xmlns:a="http://schemas.openxmlformats.org/drawingml/2006/main">
              <a:ext uri="{FF2B5EF4-FFF2-40B4-BE49-F238E27FC236}">
                <a16:creationId xmlns:a16="http://schemas.microsoft.com/office/drawing/2014/main" id="{AD6278B1-501C-4412-AD3F-3B1F11D9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喜欢、它；他、她、它  Like &amp; Pronouns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6E84FA0E-0501-4A03-AE42-A4DA749E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763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9EBC85C6-12CA-412B-A14D-E38086D2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00125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观察三类对象与代词搭配，再跟读例句。</a:t>
            </a:r>
          </a:p>
        </p:txBody>
      </p:sp>
      <p:sp>
        <p:nvSpPr>
          <p:cNvPr id="4" name="word-card-喜欢">
            <a:extLst xmlns:a="http://schemas.openxmlformats.org/drawingml/2006/main">
              <a:ext uri="{FF2B5EF4-FFF2-40B4-BE49-F238E27FC236}">
                <a16:creationId xmlns:a16="http://schemas.microsoft.com/office/drawing/2014/main" id="{9004A57C-C41B-41DD-88BA-EDAE003C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sp>
        <p:nvSpPr>
          <p:cNvPr id="5" name="py-喜欢">
            <a:extLst xmlns:a="http://schemas.openxmlformats.org/drawingml/2006/main">
              <a:ext uri="{FF2B5EF4-FFF2-40B4-BE49-F238E27FC236}">
                <a16:creationId xmlns:a16="http://schemas.microsoft.com/office/drawing/2014/main" id="{FFCF7190-9CA4-4DE1-91FB-A6E40083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8117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97423B"/>
                </a:solidFill>
              </a:defRPr>
            </a:pPr>
            <a:r>
              <a:rPr sz="1425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xǐhuan</a:t>
            </a:r>
          </a:p>
        </p:txBody>
      </p:sp>
      <p:sp>
        <p:nvSpPr>
          <p:cNvPr id="6" name="zh-喜欢">
            <a:extLst xmlns:a="http://schemas.openxmlformats.org/drawingml/2006/main">
              <a:ext uri="{FF2B5EF4-FFF2-40B4-BE49-F238E27FC236}">
                <a16:creationId xmlns:a16="http://schemas.microsoft.com/office/drawing/2014/main" id="{86921F8C-A3E5-4B5C-A0B9-DE9825D1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05025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喜欢</a:t>
            </a:r>
          </a:p>
        </p:txBody>
      </p:sp>
      <p:sp>
        <p:nvSpPr>
          <p:cNvPr id="7" name="word-card-它">
            <a:extLst xmlns:a="http://schemas.openxmlformats.org/drawingml/2006/main">
              <a:ext uri="{FF2B5EF4-FFF2-40B4-BE49-F238E27FC236}">
                <a16:creationId xmlns:a16="http://schemas.microsoft.com/office/drawing/2014/main" id="{463E6A27-111A-4B21-B4F1-37AF0826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66875"/>
            <a:ext cx="2476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sp>
        <p:nvSpPr>
          <p:cNvPr id="8" name="py-它">
            <a:extLst xmlns:a="http://schemas.openxmlformats.org/drawingml/2006/main">
              <a:ext uri="{FF2B5EF4-FFF2-40B4-BE49-F238E27FC236}">
                <a16:creationId xmlns:a16="http://schemas.microsoft.com/office/drawing/2014/main" id="{E4931137-0223-4E66-ADAC-B6ADEB14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8117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97423B"/>
                </a:solidFill>
              </a:defRPr>
            </a:pPr>
            <a:r>
              <a:rPr sz="1425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tā</a:t>
            </a:r>
          </a:p>
        </p:txBody>
      </p:sp>
      <p:sp>
        <p:nvSpPr>
          <p:cNvPr id="9" name="zh-它">
            <a:extLst xmlns:a="http://schemas.openxmlformats.org/drawingml/2006/main">
              <a:ext uri="{FF2B5EF4-FFF2-40B4-BE49-F238E27FC236}">
                <a16:creationId xmlns:a16="http://schemas.microsoft.com/office/drawing/2014/main" id="{37580F40-3514-465D-AD1E-41B538E0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05025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它</a:t>
            </a:r>
          </a:p>
        </p:txBody>
      </p:sp>
      <p:sp>
        <p:nvSpPr>
          <p:cNvPr id="10" name="pronoun-computer-panel">
            <a:extLst xmlns:a="http://schemas.openxmlformats.org/drawingml/2006/main">
              <a:ext uri="{FF2B5EF4-FFF2-40B4-BE49-F238E27FC236}">
                <a16:creationId xmlns:a16="http://schemas.microsoft.com/office/drawing/2014/main" id="{2AE93B5B-5D0F-4D2B-BF15-752589DE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71625"/>
            <a:ext cx="4000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sp>
        <p:nvSpPr>
          <p:cNvPr id="11" name="pronoun-computer-monitor">
            <a:extLst xmlns:a="http://schemas.openxmlformats.org/drawingml/2006/main">
              <a:ext uri="{FF2B5EF4-FFF2-40B4-BE49-F238E27FC236}">
                <a16:creationId xmlns:a16="http://schemas.microsoft.com/office/drawing/2014/main" id="{A2DC85BE-1FCB-4654-A3DD-48516ED2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9060" y="1743075"/>
            <a:ext cx="3040380" cy="994410"/>
          </a:xfrm>
          <a:prstGeom xmlns:a="http://schemas.openxmlformats.org/drawingml/2006/main" prst="roundRect">
            <a:avLst>
              <a:gd name="adj" fmla="val 7663"/>
            </a:avLst>
          </a:prstGeom>
          <a:solidFill xmlns:a="http://schemas.openxmlformats.org/drawingml/2006/main">
            <a:srgbClr val="EAF2F3"/>
          </a:solidFill>
          <a:ln xmlns:a="http://schemas.openxmlformats.org/drawingml/2006/main" w="19050">
            <a:solidFill>
              <a:srgbClr val="486C7A"/>
            </a:solidFill>
            <a:prstDash val="solid"/>
          </a:ln>
        </p:spPr>
      </p:sp>
      <p:sp>
        <p:nvSpPr>
          <p:cNvPr id="12" name="pronoun-computer-screen">
            <a:extLst xmlns:a="http://schemas.openxmlformats.org/drawingml/2006/main">
              <a:ext uri="{FF2B5EF4-FFF2-40B4-BE49-F238E27FC236}">
                <a16:creationId xmlns:a16="http://schemas.microsoft.com/office/drawing/2014/main" id="{3BAB9318-81B1-4954-B67B-D8131707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9090" y="1845945"/>
            <a:ext cx="2560320" cy="720090"/>
          </a:xfrm>
          <a:prstGeom xmlns:a="http://schemas.openxmlformats.org/drawingml/2006/main" prst="roundRect">
            <a:avLst>
              <a:gd name="adj" fmla="val 10582"/>
            </a:avLst>
          </a:prstGeom>
          <a:solidFill xmlns:a="http://schemas.openxmlformats.org/drawingml/2006/main">
            <a:srgbClr val="D6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ronoun-computer-stand">
            <a:extLst xmlns:a="http://schemas.openxmlformats.org/drawingml/2006/main">
              <a:ext uri="{FF2B5EF4-FFF2-40B4-BE49-F238E27FC236}">
                <a16:creationId xmlns:a16="http://schemas.microsoft.com/office/drawing/2014/main" id="{E7C48B48-4CAB-422C-97CF-CD81158E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230" y="2737485"/>
            <a:ext cx="320040" cy="240030"/>
          </a:xfrm>
          <a:prstGeom xmlns:a="http://schemas.openxmlformats.org/drawingml/2006/main" prst="roundRect">
            <a:avLst>
              <a:gd name="adj" fmla="val 31746"/>
            </a:avLst>
          </a:prstGeom>
          <a:solidFill xmlns:a="http://schemas.openxmlformats.org/drawingml/2006/main">
            <a:srgbClr val="486C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onoun-computer-base">
            <a:extLst xmlns:a="http://schemas.openxmlformats.org/drawingml/2006/main">
              <a:ext uri="{FF2B5EF4-FFF2-40B4-BE49-F238E27FC236}">
                <a16:creationId xmlns:a16="http://schemas.microsoft.com/office/drawing/2014/main" id="{03396848-70D0-44C8-8268-94E011D7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9155" y="2960370"/>
            <a:ext cx="1520190" cy="1371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86C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ronoun-rule">
            <a:extLst xmlns:a="http://schemas.openxmlformats.org/drawingml/2006/main">
              <a:ext uri="{FF2B5EF4-FFF2-40B4-BE49-F238E27FC236}">
                <a16:creationId xmlns:a16="http://schemas.microsoft.com/office/drawing/2014/main" id="{A79791D5-F52A-4101-881F-78FC8405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86125"/>
            <a:ext cx="647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97423B"/>
                </a:solidFill>
              </a:defRPr>
            </a:pPr>
            <a:r>
              <a:rPr sz="202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他、她、它都读 tā；写法和指代不同。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A78074-269F-460E-8F3E-6072B8A0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52875"/>
            <a:ext cx="3143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5F4D53-4B6D-4D43-84AD-4AE06CE0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104775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男生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8DF5CD-27D6-4077-9030-5BB37D24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095750"/>
            <a:ext cx="1476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1717"/>
                </a:solidFill>
              </a:defRPr>
            </a:pPr>
            <a:r>
              <a:rPr sz="19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tā = 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230671-AC84-4405-BC5B-B99074DB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52875"/>
            <a:ext cx="3143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851469-661F-497D-A4BF-49ADB229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95750"/>
            <a:ext cx="104775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女生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1ECBAE-04C9-493E-9D19-3CBE739B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095750"/>
            <a:ext cx="1476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1717"/>
                </a:solidFill>
              </a:defRPr>
            </a:pPr>
            <a:r>
              <a:rPr sz="19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tā = 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A82647-0A23-4279-B393-033B09DAB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52875"/>
            <a:ext cx="3143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6BFD71-BD9A-40CD-92DC-8523682A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95750"/>
            <a:ext cx="104775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86C7A"/>
                </a:solidFill>
              </a:defRPr>
            </a:pPr>
            <a:r>
              <a:rPr sz="1650" b="1">
                <a:solidFill>
                  <a:srgbClr val="486C7A"/>
                </a:solidFill>
                <a:latin typeface="KaiTi"/>
                <a:ea typeface="KaiTi"/>
                <a:cs typeface="KaiTi"/>
              </a:rPr>
              <a:t>电脑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AB4FA7-1F74-47EA-9FDF-D391C744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095750"/>
            <a:ext cx="1476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1717"/>
                </a:solidFill>
              </a:defRPr>
            </a:pPr>
            <a:r>
              <a:rPr sz="19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tā = 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A14832-8883-41C9-98E5-389D12FA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86375"/>
            <a:ext cx="704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97423B"/>
                </a:solidFill>
              </a:defRPr>
            </a:pPr>
            <a:r>
              <a:rPr sz="1425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Wǒ zhēn xǐhuan tā.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D3D6E0-53A2-4ADB-AFE3-F77198AD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572125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7423B"/>
                </a:solidFill>
              </a:defRPr>
            </a:pPr>
            <a:r>
              <a:rPr sz="22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我真喜欢它。</a:t>
            </a:r>
          </a:p>
        </p:txBody>
      </p:sp>
      <p:sp>
        <p:nvSpPr>
          <p:cNvPr id="2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E51E16F-1AA2-4D74-935F-3DC29698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A625C"/>
                </a:solidFill>
              </a:defRPr>
            </a:pPr>
            <a:r>
              <a:rPr sz="1050" b="0">
                <a:solidFill>
                  <a:srgbClr val="6A625C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">
            <a:extLst xmlns:a="http://schemas.openxmlformats.org/drawingml/2006/main">
              <a:ext uri="{FF2B5EF4-FFF2-40B4-BE49-F238E27FC236}">
                <a16:creationId xmlns:a16="http://schemas.microsoft.com/office/drawing/2014/main" id="{6F2792D3-E434-430B-A935-1877565E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课文3｜听力  Text 3 · Listening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1A4EA737-4E09-4F6A-9FA1-7D6F1024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763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2AEF17AB-2D79-45FF-AED3-63C576D3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00125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先看原选项，听两遍后写下字母。</a:t>
            </a:r>
          </a:p>
        </p:txBody>
      </p:sp>
      <p:sp>
        <p:nvSpPr>
          <p:cNvPr id="4" name="q-1-178">
            <a:extLst xmlns:a="http://schemas.openxmlformats.org/drawingml/2006/main">
              <a:ext uri="{FF2B5EF4-FFF2-40B4-BE49-F238E27FC236}">
                <a16:creationId xmlns:a16="http://schemas.microsoft.com/office/drawing/2014/main" id="{F4C2FA27-10A2-474B-876A-4AB915DA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5" name="qtext-1-178">
            <a:extLst xmlns:a="http://schemas.openxmlformats.org/drawingml/2006/main">
              <a:ext uri="{FF2B5EF4-FFF2-40B4-BE49-F238E27FC236}">
                <a16:creationId xmlns:a16="http://schemas.microsoft.com/office/drawing/2014/main" id="{B2913497-A6D9-4E52-8468-13AEB119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657350"/>
            <a:ext cx="424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717"/>
                </a:solidFill>
              </a:defRPr>
            </a:pPr>
            <a:r>
              <a:rPr sz="2175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杨同乐也（　）。</a:t>
            </a:r>
          </a:p>
        </p:txBody>
      </p:sp>
      <p:sp>
        <p:nvSpPr>
          <p:cNvPr id="6" name="choice-A-110-245">
            <a:extLst xmlns:a="http://schemas.openxmlformats.org/drawingml/2006/main">
              <a:ext uri="{FF2B5EF4-FFF2-40B4-BE49-F238E27FC236}">
                <a16:creationId xmlns:a16="http://schemas.microsoft.com/office/drawing/2014/main" id="{FC25D790-763D-4D5B-B845-90A03F22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4191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7423B"/>
                </a:solidFill>
              </a:defRPr>
            </a:pPr>
            <a:r>
              <a:rPr sz="15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A</a:t>
            </a:r>
          </a:p>
        </p:txBody>
      </p:sp>
      <p:sp>
        <p:nvSpPr>
          <p:cNvPr id="7" name="choice-text-A-110-245">
            <a:extLst xmlns:a="http://schemas.openxmlformats.org/drawingml/2006/main">
              <a:ext uri="{FF2B5EF4-FFF2-40B4-BE49-F238E27FC236}">
                <a16:creationId xmlns:a16="http://schemas.microsoft.com/office/drawing/2014/main" id="{226875CD-2437-4FC1-802E-8CD9D10C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333625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1717"/>
                </a:solidFill>
              </a:defRPr>
            </a:pPr>
            <a:r>
              <a:rPr sz="1875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上班</a:t>
            </a:r>
          </a:p>
        </p:txBody>
      </p:sp>
      <p:sp>
        <p:nvSpPr>
          <p:cNvPr id="8" name="choice-B-315-245">
            <a:extLst xmlns:a="http://schemas.openxmlformats.org/drawingml/2006/main">
              <a:ext uri="{FF2B5EF4-FFF2-40B4-BE49-F238E27FC236}">
                <a16:creationId xmlns:a16="http://schemas.microsoft.com/office/drawing/2014/main" id="{3BA9FF74-4043-436B-827E-E494D8FB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333625"/>
            <a:ext cx="4191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7423B"/>
                </a:solidFill>
              </a:defRPr>
            </a:pPr>
            <a:r>
              <a:rPr sz="15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B</a:t>
            </a:r>
          </a:p>
        </p:txBody>
      </p:sp>
      <p:sp>
        <p:nvSpPr>
          <p:cNvPr id="9" name="choice-text-B-315-245">
            <a:extLst xmlns:a="http://schemas.openxmlformats.org/drawingml/2006/main">
              <a:ext uri="{FF2B5EF4-FFF2-40B4-BE49-F238E27FC236}">
                <a16:creationId xmlns:a16="http://schemas.microsoft.com/office/drawing/2014/main" id="{A9BD48C8-A8E5-4251-9CB5-3A884905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333625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1717"/>
                </a:solidFill>
              </a:defRPr>
            </a:pPr>
            <a:r>
              <a:rPr sz="1875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下班</a:t>
            </a:r>
          </a:p>
        </p:txBody>
      </p:sp>
      <p:sp>
        <p:nvSpPr>
          <p:cNvPr id="10" name="choice-C-520-245">
            <a:extLst xmlns:a="http://schemas.openxmlformats.org/drawingml/2006/main">
              <a:ext uri="{FF2B5EF4-FFF2-40B4-BE49-F238E27FC236}">
                <a16:creationId xmlns:a16="http://schemas.microsoft.com/office/drawing/2014/main" id="{3DC44461-14DD-41F6-BEA0-1C59BDF5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33625"/>
            <a:ext cx="4191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7423B"/>
                </a:solidFill>
              </a:defRPr>
            </a:pPr>
            <a:r>
              <a:rPr sz="15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C</a:t>
            </a:r>
          </a:p>
        </p:txBody>
      </p:sp>
      <p:sp>
        <p:nvSpPr>
          <p:cNvPr id="11" name="choice-text-C-520-245">
            <a:extLst xmlns:a="http://schemas.openxmlformats.org/drawingml/2006/main">
              <a:ext uri="{FF2B5EF4-FFF2-40B4-BE49-F238E27FC236}">
                <a16:creationId xmlns:a16="http://schemas.microsoft.com/office/drawing/2014/main" id="{C7E8DF73-7C67-4C03-8575-0328936B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333625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1717"/>
                </a:solidFill>
              </a:defRPr>
            </a:pPr>
            <a:r>
              <a:rPr sz="1875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休息</a:t>
            </a:r>
          </a:p>
        </p:txBody>
      </p:sp>
      <p:sp>
        <p:nvSpPr>
          <p:cNvPr id="12" name="q-2-375">
            <a:extLst xmlns:a="http://schemas.openxmlformats.org/drawingml/2006/main">
              <a:ext uri="{FF2B5EF4-FFF2-40B4-BE49-F238E27FC236}">
                <a16:creationId xmlns:a16="http://schemas.microsoft.com/office/drawing/2014/main" id="{B99518C5-EFDF-4D1A-84AE-CF3306A5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718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13" name="qtext-2-375">
            <a:extLst xmlns:a="http://schemas.openxmlformats.org/drawingml/2006/main">
              <a:ext uri="{FF2B5EF4-FFF2-40B4-BE49-F238E27FC236}">
                <a16:creationId xmlns:a16="http://schemas.microsoft.com/office/drawing/2014/main" id="{759BE9E5-349E-498E-B91D-304FE2A7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33775"/>
            <a:ext cx="5200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717"/>
                </a:solidFill>
              </a:defRPr>
            </a:pPr>
            <a:r>
              <a:rPr sz="2175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杨同乐有一个新（　）。</a:t>
            </a:r>
          </a:p>
        </p:txBody>
      </p:sp>
      <p:sp>
        <p:nvSpPr>
          <p:cNvPr id="14" name="choice-A-110-442">
            <a:extLst xmlns:a="http://schemas.openxmlformats.org/drawingml/2006/main">
              <a:ext uri="{FF2B5EF4-FFF2-40B4-BE49-F238E27FC236}">
                <a16:creationId xmlns:a16="http://schemas.microsoft.com/office/drawing/2014/main" id="{D8C97BE3-E4B4-4A71-AEF5-B16092CE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10050"/>
            <a:ext cx="4191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7423B"/>
                </a:solidFill>
              </a:defRPr>
            </a:pPr>
            <a:r>
              <a:rPr sz="15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A</a:t>
            </a:r>
          </a:p>
        </p:txBody>
      </p:sp>
      <p:sp>
        <p:nvSpPr>
          <p:cNvPr id="15" name="choice-text-A-110-442">
            <a:extLst xmlns:a="http://schemas.openxmlformats.org/drawingml/2006/main">
              <a:ext uri="{FF2B5EF4-FFF2-40B4-BE49-F238E27FC236}">
                <a16:creationId xmlns:a16="http://schemas.microsoft.com/office/drawing/2014/main" id="{4DCBD4BE-CB69-40A9-B749-4C2AB801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2100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1717"/>
                </a:solidFill>
              </a:defRPr>
            </a:pPr>
            <a:r>
              <a:rPr sz="1875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名字</a:t>
            </a:r>
          </a:p>
        </p:txBody>
      </p:sp>
      <p:sp>
        <p:nvSpPr>
          <p:cNvPr id="16" name="choice-B-315-442">
            <a:extLst xmlns:a="http://schemas.openxmlformats.org/drawingml/2006/main">
              <a:ext uri="{FF2B5EF4-FFF2-40B4-BE49-F238E27FC236}">
                <a16:creationId xmlns:a16="http://schemas.microsoft.com/office/drawing/2014/main" id="{58E54853-8CB6-4512-B838-8109D3F3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210050"/>
            <a:ext cx="4191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7423B"/>
                </a:solidFill>
              </a:defRPr>
            </a:pPr>
            <a:r>
              <a:rPr sz="15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B</a:t>
            </a:r>
          </a:p>
        </p:txBody>
      </p:sp>
      <p:sp>
        <p:nvSpPr>
          <p:cNvPr id="17" name="choice-text-B-315-442">
            <a:extLst xmlns:a="http://schemas.openxmlformats.org/drawingml/2006/main">
              <a:ext uri="{FF2B5EF4-FFF2-40B4-BE49-F238E27FC236}">
                <a16:creationId xmlns:a16="http://schemas.microsoft.com/office/drawing/2014/main" id="{C4A1538E-2F41-45E3-B6F2-7E8AE808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2100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1717"/>
                </a:solidFill>
              </a:defRPr>
            </a:pPr>
            <a:r>
              <a:rPr sz="1875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工作</a:t>
            </a:r>
          </a:p>
        </p:txBody>
      </p:sp>
      <p:sp>
        <p:nvSpPr>
          <p:cNvPr id="18" name="choice-C-520-442">
            <a:extLst xmlns:a="http://schemas.openxmlformats.org/drawingml/2006/main">
              <a:ext uri="{FF2B5EF4-FFF2-40B4-BE49-F238E27FC236}">
                <a16:creationId xmlns:a16="http://schemas.microsoft.com/office/drawing/2014/main" id="{5C9B5C67-5BB1-4640-82B4-AD32582F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10050"/>
            <a:ext cx="4191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7423B"/>
                </a:solidFill>
              </a:defRPr>
            </a:pPr>
            <a:r>
              <a:rPr sz="15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C</a:t>
            </a:r>
          </a:p>
        </p:txBody>
      </p:sp>
      <p:sp>
        <p:nvSpPr>
          <p:cNvPr id="19" name="choice-text-C-520-442">
            <a:extLst xmlns:a="http://schemas.openxmlformats.org/drawingml/2006/main">
              <a:ext uri="{FF2B5EF4-FFF2-40B4-BE49-F238E27FC236}">
                <a16:creationId xmlns:a16="http://schemas.microsoft.com/office/drawing/2014/main" id="{4D831F30-F4CE-4B34-9459-C157846D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2100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1717"/>
                </a:solidFill>
              </a:defRPr>
            </a:pPr>
            <a:r>
              <a:rPr sz="1875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电脑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2e2190f54147fb"/>
          <a:stretch xmlns:a="http://schemas.openxmlformats.org/drawingml/2006/main"/>
        </p:blipFill>
        <p:spPr>
          <a:xfrm xmlns:a="http://schemas.openxmlformats.org/drawingml/2006/main">
            <a:off x="8667750" y="2047875"/>
            <a:ext cx="2667000" cy="26670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2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00AB411-D528-49F7-819D-35F7989D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A625C"/>
                </a:solidFill>
              </a:defRPr>
            </a:pPr>
            <a:r>
              <a:rPr sz="1050" b="0">
                <a:solidFill>
                  <a:srgbClr val="6A625C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41846888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itle">
            <a:extLst xmlns:a="http://schemas.openxmlformats.org/drawingml/2006/main">
              <a:ext uri="{FF2B5EF4-FFF2-40B4-BE49-F238E27FC236}">
                <a16:creationId xmlns:a16="http://schemas.microsoft.com/office/drawing/2014/main" id="{A1C03559-0B89-4F27-A5BF-908763DF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课文3｜答案核对与跟读  Text 3 · Answers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750F0449-26D4-4A55-9CD6-B9695379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763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F503EEA-999F-4528-B72B-9792E781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00125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先核对答案，再分角色读两遍。</a:t>
            </a:r>
          </a:p>
        </p:txBody>
      </p:sp>
      <p:sp>
        <p:nvSpPr>
          <p:cNvPr id="4" name="label-答案核对：1-B　2-C-455-153">
            <a:extLst xmlns:a="http://schemas.openxmlformats.org/drawingml/2006/main">
              <a:ext uri="{FF2B5EF4-FFF2-40B4-BE49-F238E27FC236}">
                <a16:creationId xmlns:a16="http://schemas.microsoft.com/office/drawing/2014/main" id="{1F2B9BF4-DA06-4A27-A43C-F18D900D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457325"/>
            <a:ext cx="3524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7D8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答案核对：1-B　2-C</a:t>
            </a:r>
          </a:p>
        </p:txBody>
      </p:sp>
      <p:sp>
        <p:nvSpPr>
          <p:cNvPr id="5" name="speaker-card-0">
            <a:extLst xmlns:a="http://schemas.openxmlformats.org/drawingml/2006/main">
              <a:ext uri="{FF2B5EF4-FFF2-40B4-BE49-F238E27FC236}">
                <a16:creationId xmlns:a16="http://schemas.microsoft.com/office/drawing/2014/main" id="{4862BB97-C8F1-4E2C-A665-69F2B442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85950"/>
            <a:ext cx="1619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peaker-0">
            <a:extLst xmlns:a="http://schemas.openxmlformats.org/drawingml/2006/main">
              <a:ext uri="{FF2B5EF4-FFF2-40B4-BE49-F238E27FC236}">
                <a16:creationId xmlns:a16="http://schemas.microsoft.com/office/drawing/2014/main" id="{7AC12A9E-5767-45CF-B863-E5A2B3B6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145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7423B"/>
                </a:solidFill>
              </a:defRPr>
            </a:pPr>
            <a:r>
              <a:rPr sz="15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王一雪</a:t>
            </a:r>
          </a:p>
        </p:txBody>
      </p:sp>
      <p:sp>
        <p:nvSpPr>
          <p:cNvPr id="7" name="speaker-py-0">
            <a:extLst xmlns:a="http://schemas.openxmlformats.org/drawingml/2006/main">
              <a:ext uri="{FF2B5EF4-FFF2-40B4-BE49-F238E27FC236}">
                <a16:creationId xmlns:a16="http://schemas.microsoft.com/office/drawing/2014/main" id="{6D102D26-EF07-430A-A64B-E143160C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43125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7423B"/>
                </a:solidFill>
              </a:defRPr>
            </a:pPr>
            <a:r>
              <a:rPr sz="135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Wáng Yīxuě</a:t>
            </a:r>
          </a:p>
        </p:txBody>
      </p:sp>
      <p:sp>
        <p:nvSpPr>
          <p:cNvPr id="8" name="dialogue-0">
            <a:extLst xmlns:a="http://schemas.openxmlformats.org/drawingml/2006/main">
              <a:ext uri="{FF2B5EF4-FFF2-40B4-BE49-F238E27FC236}">
                <a16:creationId xmlns:a16="http://schemas.microsoft.com/office/drawing/2014/main" id="{A77C53B5-635D-4412-B61F-2AE4283F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885950"/>
            <a:ext cx="9239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C3"/>
            </a:solidFill>
            <a:prstDash val="solid"/>
          </a:ln>
        </p:spPr>
      </p:sp>
      <p:sp>
        <p:nvSpPr>
          <p:cNvPr id="9" name="dialogue-py-0">
            <a:extLst xmlns:a="http://schemas.openxmlformats.org/drawingml/2006/main">
              <a:ext uri="{FF2B5EF4-FFF2-40B4-BE49-F238E27FC236}">
                <a16:creationId xmlns:a16="http://schemas.microsoft.com/office/drawing/2014/main" id="{529E2A13-7B14-4042-B54C-80AD001A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914525"/>
            <a:ext cx="891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97423B"/>
                </a:solidFill>
              </a:defRPr>
            </a:pPr>
            <a:r>
              <a:rPr sz="165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Tónglè, xiàbān ma?</a:t>
            </a:r>
          </a:p>
        </p:txBody>
      </p:sp>
      <p:sp>
        <p:nvSpPr>
          <p:cNvPr id="10" name="dialogue-zh-0">
            <a:extLst xmlns:a="http://schemas.openxmlformats.org/drawingml/2006/main">
              <a:ext uri="{FF2B5EF4-FFF2-40B4-BE49-F238E27FC236}">
                <a16:creationId xmlns:a16="http://schemas.microsoft.com/office/drawing/2014/main" id="{DBC617AB-39B8-4436-97AB-CFEAFDC8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43125"/>
            <a:ext cx="8915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同乐，下班吗？</a:t>
            </a:r>
          </a:p>
        </p:txBody>
      </p:sp>
      <p:sp>
        <p:nvSpPr>
          <p:cNvPr id="11" name="speaker-card-1">
            <a:extLst xmlns:a="http://schemas.openxmlformats.org/drawingml/2006/main">
              <a:ext uri="{FF2B5EF4-FFF2-40B4-BE49-F238E27FC236}">
                <a16:creationId xmlns:a16="http://schemas.microsoft.com/office/drawing/2014/main" id="{AA119E96-9A46-4635-B781-5046339A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52700"/>
            <a:ext cx="1619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peaker-1">
            <a:extLst xmlns:a="http://schemas.openxmlformats.org/drawingml/2006/main">
              <a:ext uri="{FF2B5EF4-FFF2-40B4-BE49-F238E27FC236}">
                <a16:creationId xmlns:a16="http://schemas.microsoft.com/office/drawing/2014/main" id="{F436215E-35B3-4D88-BF58-AED501D3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812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7423B"/>
                </a:solidFill>
              </a:defRPr>
            </a:pPr>
            <a:r>
              <a:rPr sz="15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杨同乐</a:t>
            </a:r>
          </a:p>
        </p:txBody>
      </p:sp>
      <p:sp>
        <p:nvSpPr>
          <p:cNvPr id="13" name="speaker-py-1">
            <a:extLst xmlns:a="http://schemas.openxmlformats.org/drawingml/2006/main">
              <a:ext uri="{FF2B5EF4-FFF2-40B4-BE49-F238E27FC236}">
                <a16:creationId xmlns:a16="http://schemas.microsoft.com/office/drawing/2014/main" id="{05F63CF2-B097-45A8-8C01-B2EF52E0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09875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7423B"/>
                </a:solidFill>
              </a:defRPr>
            </a:pPr>
            <a:r>
              <a:rPr sz="135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Yáng Tónglè</a:t>
            </a:r>
          </a:p>
        </p:txBody>
      </p:sp>
      <p:sp>
        <p:nvSpPr>
          <p:cNvPr id="14" name="dialogue-1">
            <a:extLst xmlns:a="http://schemas.openxmlformats.org/drawingml/2006/main">
              <a:ext uri="{FF2B5EF4-FFF2-40B4-BE49-F238E27FC236}">
                <a16:creationId xmlns:a16="http://schemas.microsoft.com/office/drawing/2014/main" id="{B202B456-619C-46BA-839C-50B3477D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552700"/>
            <a:ext cx="9239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C3"/>
            </a:solidFill>
            <a:prstDash val="solid"/>
          </a:ln>
        </p:spPr>
      </p:sp>
      <p:sp>
        <p:nvSpPr>
          <p:cNvPr id="15" name="dialogue-py-1">
            <a:extLst xmlns:a="http://schemas.openxmlformats.org/drawingml/2006/main">
              <a:ext uri="{FF2B5EF4-FFF2-40B4-BE49-F238E27FC236}">
                <a16:creationId xmlns:a16="http://schemas.microsoft.com/office/drawing/2014/main" id="{18AB89FB-E875-41A3-BC8F-AB96A28F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81275"/>
            <a:ext cx="891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97423B"/>
                </a:solidFill>
              </a:defRPr>
            </a:pPr>
            <a:r>
              <a:rPr sz="165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Xiàbān.</a:t>
            </a:r>
          </a:p>
        </p:txBody>
      </p:sp>
      <p:sp>
        <p:nvSpPr>
          <p:cNvPr id="16" name="dialogue-zh-1">
            <a:extLst xmlns:a="http://schemas.openxmlformats.org/drawingml/2006/main">
              <a:ext uri="{FF2B5EF4-FFF2-40B4-BE49-F238E27FC236}">
                <a16:creationId xmlns:a16="http://schemas.microsoft.com/office/drawing/2014/main" id="{77610486-E524-42A9-B6E3-4A87BFFF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809875"/>
            <a:ext cx="8915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下班。</a:t>
            </a:r>
          </a:p>
        </p:txBody>
      </p:sp>
      <p:sp>
        <p:nvSpPr>
          <p:cNvPr id="17" name="speaker-card-2">
            <a:extLst xmlns:a="http://schemas.openxmlformats.org/drawingml/2006/main">
              <a:ext uri="{FF2B5EF4-FFF2-40B4-BE49-F238E27FC236}">
                <a16:creationId xmlns:a16="http://schemas.microsoft.com/office/drawing/2014/main" id="{DF2056E8-F30C-461F-A72B-0E450C4F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19450"/>
            <a:ext cx="1619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peaker-2">
            <a:extLst xmlns:a="http://schemas.openxmlformats.org/drawingml/2006/main">
              <a:ext uri="{FF2B5EF4-FFF2-40B4-BE49-F238E27FC236}">
                <a16:creationId xmlns:a16="http://schemas.microsoft.com/office/drawing/2014/main" id="{492EBB6C-4651-46BB-949A-E9D438A1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480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7423B"/>
                </a:solidFill>
              </a:defRPr>
            </a:pPr>
            <a:r>
              <a:rPr sz="15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王一雪</a:t>
            </a:r>
          </a:p>
        </p:txBody>
      </p:sp>
      <p:sp>
        <p:nvSpPr>
          <p:cNvPr id="19" name="speaker-py-2">
            <a:extLst xmlns:a="http://schemas.openxmlformats.org/drawingml/2006/main">
              <a:ext uri="{FF2B5EF4-FFF2-40B4-BE49-F238E27FC236}">
                <a16:creationId xmlns:a16="http://schemas.microsoft.com/office/drawing/2014/main" id="{98799403-57A4-4A58-90BD-D536C6F3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76625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7423B"/>
                </a:solidFill>
              </a:defRPr>
            </a:pPr>
            <a:r>
              <a:rPr sz="135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Wáng Yīxuě</a:t>
            </a:r>
          </a:p>
        </p:txBody>
      </p:sp>
      <p:sp>
        <p:nvSpPr>
          <p:cNvPr id="20" name="dialogue-2">
            <a:extLst xmlns:a="http://schemas.openxmlformats.org/drawingml/2006/main">
              <a:ext uri="{FF2B5EF4-FFF2-40B4-BE49-F238E27FC236}">
                <a16:creationId xmlns:a16="http://schemas.microsoft.com/office/drawing/2014/main" id="{9B4276C6-D189-4133-BBB6-C5CEA495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219450"/>
            <a:ext cx="9239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C3"/>
            </a:solidFill>
            <a:prstDash val="solid"/>
          </a:ln>
        </p:spPr>
      </p:sp>
      <p:sp>
        <p:nvSpPr>
          <p:cNvPr id="21" name="dialogue-py-2">
            <a:extLst xmlns:a="http://schemas.openxmlformats.org/drawingml/2006/main">
              <a:ext uri="{FF2B5EF4-FFF2-40B4-BE49-F238E27FC236}">
                <a16:creationId xmlns:a16="http://schemas.microsoft.com/office/drawing/2014/main" id="{486A0524-FE6F-494E-A87B-1F8806BB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48025"/>
            <a:ext cx="891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97423B"/>
                </a:solidFill>
              </a:defRPr>
            </a:pPr>
            <a:r>
              <a:rPr sz="165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Zhè shì nǐ de xīn diànnǎo ma?</a:t>
            </a:r>
          </a:p>
        </p:txBody>
      </p:sp>
      <p:sp>
        <p:nvSpPr>
          <p:cNvPr id="22" name="dialogue-zh-2">
            <a:extLst xmlns:a="http://schemas.openxmlformats.org/drawingml/2006/main">
              <a:ext uri="{FF2B5EF4-FFF2-40B4-BE49-F238E27FC236}">
                <a16:creationId xmlns:a16="http://schemas.microsoft.com/office/drawing/2014/main" id="{3147D1BD-A7AD-406A-A927-12044F06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476625"/>
            <a:ext cx="8915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这是你的新电脑吗？</a:t>
            </a:r>
          </a:p>
        </p:txBody>
      </p:sp>
      <p:sp>
        <p:nvSpPr>
          <p:cNvPr id="23" name="speaker-card-3">
            <a:extLst xmlns:a="http://schemas.openxmlformats.org/drawingml/2006/main">
              <a:ext uri="{FF2B5EF4-FFF2-40B4-BE49-F238E27FC236}">
                <a16:creationId xmlns:a16="http://schemas.microsoft.com/office/drawing/2014/main" id="{3A5F46EE-4541-4770-B42D-534046A0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1619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peaker-3">
            <a:extLst xmlns:a="http://schemas.openxmlformats.org/drawingml/2006/main">
              <a:ext uri="{FF2B5EF4-FFF2-40B4-BE49-F238E27FC236}">
                <a16:creationId xmlns:a16="http://schemas.microsoft.com/office/drawing/2014/main" id="{AC7E92C0-4B8A-400B-871E-183606B1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147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7423B"/>
                </a:solidFill>
              </a:defRPr>
            </a:pPr>
            <a:r>
              <a:rPr sz="15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杨同乐</a:t>
            </a:r>
          </a:p>
        </p:txBody>
      </p:sp>
      <p:sp>
        <p:nvSpPr>
          <p:cNvPr id="25" name="speaker-py-3">
            <a:extLst xmlns:a="http://schemas.openxmlformats.org/drawingml/2006/main">
              <a:ext uri="{FF2B5EF4-FFF2-40B4-BE49-F238E27FC236}">
                <a16:creationId xmlns:a16="http://schemas.microsoft.com/office/drawing/2014/main" id="{EA8E5A0E-896C-45C4-A677-9F423182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43375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7423B"/>
                </a:solidFill>
              </a:defRPr>
            </a:pPr>
            <a:r>
              <a:rPr sz="135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Yáng Tónglè</a:t>
            </a:r>
          </a:p>
        </p:txBody>
      </p:sp>
      <p:sp>
        <p:nvSpPr>
          <p:cNvPr id="26" name="dialogue-3">
            <a:extLst xmlns:a="http://schemas.openxmlformats.org/drawingml/2006/main">
              <a:ext uri="{FF2B5EF4-FFF2-40B4-BE49-F238E27FC236}">
                <a16:creationId xmlns:a16="http://schemas.microsoft.com/office/drawing/2014/main" id="{1CD91BB2-E266-4476-A0C6-5837E30F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886200"/>
            <a:ext cx="9239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C3"/>
            </a:solidFill>
            <a:prstDash val="solid"/>
          </a:ln>
        </p:spPr>
      </p:sp>
      <p:sp>
        <p:nvSpPr>
          <p:cNvPr id="27" name="dialogue-py-3">
            <a:extLst xmlns:a="http://schemas.openxmlformats.org/drawingml/2006/main">
              <a:ext uri="{FF2B5EF4-FFF2-40B4-BE49-F238E27FC236}">
                <a16:creationId xmlns:a16="http://schemas.microsoft.com/office/drawing/2014/main" id="{5B01CDDC-4651-4AE2-878D-BC97EEC3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914775"/>
            <a:ext cx="891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97423B"/>
                </a:solidFill>
              </a:defRPr>
            </a:pPr>
            <a:r>
              <a:rPr sz="165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Shì de, shì wǒ de xīn diànnǎo.</a:t>
            </a:r>
          </a:p>
        </p:txBody>
      </p:sp>
      <p:sp>
        <p:nvSpPr>
          <p:cNvPr id="28" name="dialogue-zh-3">
            <a:extLst xmlns:a="http://schemas.openxmlformats.org/drawingml/2006/main">
              <a:ext uri="{FF2B5EF4-FFF2-40B4-BE49-F238E27FC236}">
                <a16:creationId xmlns:a16="http://schemas.microsoft.com/office/drawing/2014/main" id="{A1169FDF-3D56-4AFD-AAB3-A82F9E98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143375"/>
            <a:ext cx="8915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是的，是我的新电脑。</a:t>
            </a:r>
          </a:p>
        </p:txBody>
      </p:sp>
      <p:sp>
        <p:nvSpPr>
          <p:cNvPr id="29" name="speaker-card-4">
            <a:extLst xmlns:a="http://schemas.openxmlformats.org/drawingml/2006/main">
              <a:ext uri="{FF2B5EF4-FFF2-40B4-BE49-F238E27FC236}">
                <a16:creationId xmlns:a16="http://schemas.microsoft.com/office/drawing/2014/main" id="{D641ADF3-B31F-4540-A319-0C39049C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2950"/>
            <a:ext cx="1619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peaker-4">
            <a:extLst xmlns:a="http://schemas.openxmlformats.org/drawingml/2006/main">
              <a:ext uri="{FF2B5EF4-FFF2-40B4-BE49-F238E27FC236}">
                <a16:creationId xmlns:a16="http://schemas.microsoft.com/office/drawing/2014/main" id="{EC3C0B3C-4130-4070-8B37-ED52CF5E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815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7423B"/>
                </a:solidFill>
              </a:defRPr>
            </a:pPr>
            <a:r>
              <a:rPr sz="15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王一雪</a:t>
            </a:r>
          </a:p>
        </p:txBody>
      </p:sp>
      <p:sp>
        <p:nvSpPr>
          <p:cNvPr id="31" name="speaker-py-4">
            <a:extLst xmlns:a="http://schemas.openxmlformats.org/drawingml/2006/main">
              <a:ext uri="{FF2B5EF4-FFF2-40B4-BE49-F238E27FC236}">
                <a16:creationId xmlns:a16="http://schemas.microsoft.com/office/drawing/2014/main" id="{3CA541DD-E0B7-45C7-9502-D7054D4E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10125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7423B"/>
                </a:solidFill>
              </a:defRPr>
            </a:pPr>
            <a:r>
              <a:rPr sz="135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Wáng Yīxuě</a:t>
            </a:r>
          </a:p>
        </p:txBody>
      </p:sp>
      <p:sp>
        <p:nvSpPr>
          <p:cNvPr id="32" name="dialogue-4">
            <a:extLst xmlns:a="http://schemas.openxmlformats.org/drawingml/2006/main">
              <a:ext uri="{FF2B5EF4-FFF2-40B4-BE49-F238E27FC236}">
                <a16:creationId xmlns:a16="http://schemas.microsoft.com/office/drawing/2014/main" id="{0E5D55CA-8D51-4036-A24E-9BED1AFB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552950"/>
            <a:ext cx="9239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C3"/>
            </a:solidFill>
            <a:prstDash val="solid"/>
          </a:ln>
        </p:spPr>
      </p:sp>
      <p:sp>
        <p:nvSpPr>
          <p:cNvPr id="33" name="dialogue-py-4">
            <a:extLst xmlns:a="http://schemas.openxmlformats.org/drawingml/2006/main">
              <a:ext uri="{FF2B5EF4-FFF2-40B4-BE49-F238E27FC236}">
                <a16:creationId xmlns:a16="http://schemas.microsoft.com/office/drawing/2014/main" id="{10876C4B-2CE4-4990-922C-CF4855EA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581525"/>
            <a:ext cx="891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97423B"/>
                </a:solidFill>
              </a:defRPr>
            </a:pPr>
            <a:r>
              <a:rPr sz="165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Zhēn hǎokàn!</a:t>
            </a:r>
          </a:p>
        </p:txBody>
      </p:sp>
      <p:sp>
        <p:nvSpPr>
          <p:cNvPr id="34" name="dialogue-zh-4">
            <a:extLst xmlns:a="http://schemas.openxmlformats.org/drawingml/2006/main">
              <a:ext uri="{FF2B5EF4-FFF2-40B4-BE49-F238E27FC236}">
                <a16:creationId xmlns:a16="http://schemas.microsoft.com/office/drawing/2014/main" id="{EA244C56-DA59-40EC-ACEE-FAB1431A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10125"/>
            <a:ext cx="8915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真好看！</a:t>
            </a:r>
          </a:p>
        </p:txBody>
      </p:sp>
      <p:sp>
        <p:nvSpPr>
          <p:cNvPr id="35" name="speaker-card-5">
            <a:extLst xmlns:a="http://schemas.openxmlformats.org/drawingml/2006/main">
              <a:ext uri="{FF2B5EF4-FFF2-40B4-BE49-F238E27FC236}">
                <a16:creationId xmlns:a16="http://schemas.microsoft.com/office/drawing/2014/main" id="{43629AFC-5AE7-45E8-8B18-F62AEC6E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1619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speaker-5">
            <a:extLst xmlns:a="http://schemas.openxmlformats.org/drawingml/2006/main">
              <a:ext uri="{FF2B5EF4-FFF2-40B4-BE49-F238E27FC236}">
                <a16:creationId xmlns:a16="http://schemas.microsoft.com/office/drawing/2014/main" id="{A0926B92-3D55-4B1E-86AC-887B8772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482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7423B"/>
                </a:solidFill>
              </a:defRPr>
            </a:pPr>
            <a:r>
              <a:rPr sz="15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杨同乐</a:t>
            </a:r>
          </a:p>
        </p:txBody>
      </p:sp>
      <p:sp>
        <p:nvSpPr>
          <p:cNvPr id="37" name="speaker-py-5">
            <a:extLst xmlns:a="http://schemas.openxmlformats.org/drawingml/2006/main">
              <a:ext uri="{FF2B5EF4-FFF2-40B4-BE49-F238E27FC236}">
                <a16:creationId xmlns:a16="http://schemas.microsoft.com/office/drawing/2014/main" id="{F7CFAE2B-0B6D-4018-8FF4-61B679A4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76875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7423B"/>
                </a:solidFill>
              </a:defRPr>
            </a:pPr>
            <a:r>
              <a:rPr sz="135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Yáng Tónglè</a:t>
            </a:r>
          </a:p>
        </p:txBody>
      </p:sp>
      <p:sp>
        <p:nvSpPr>
          <p:cNvPr id="38" name="dialogue-5">
            <a:extLst xmlns:a="http://schemas.openxmlformats.org/drawingml/2006/main">
              <a:ext uri="{FF2B5EF4-FFF2-40B4-BE49-F238E27FC236}">
                <a16:creationId xmlns:a16="http://schemas.microsoft.com/office/drawing/2014/main" id="{3878C648-3B51-494B-90B4-1BF7163D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219700"/>
            <a:ext cx="9239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C3"/>
            </a:solidFill>
            <a:prstDash val="solid"/>
          </a:ln>
        </p:spPr>
      </p:sp>
      <p:sp>
        <p:nvSpPr>
          <p:cNvPr id="39" name="dialogue-py-5">
            <a:extLst xmlns:a="http://schemas.openxmlformats.org/drawingml/2006/main">
              <a:ext uri="{FF2B5EF4-FFF2-40B4-BE49-F238E27FC236}">
                <a16:creationId xmlns:a16="http://schemas.microsoft.com/office/drawing/2014/main" id="{79CE457E-8EDC-4540-896D-843937B1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248275"/>
            <a:ext cx="891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97423B"/>
                </a:solidFill>
              </a:defRPr>
            </a:pPr>
            <a:r>
              <a:rPr sz="165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Wǒ yě hěn xǐhuan tā.</a:t>
            </a:r>
          </a:p>
        </p:txBody>
      </p:sp>
      <p:sp>
        <p:nvSpPr>
          <p:cNvPr id="40" name="dialogue-zh-5">
            <a:extLst xmlns:a="http://schemas.openxmlformats.org/drawingml/2006/main">
              <a:ext uri="{FF2B5EF4-FFF2-40B4-BE49-F238E27FC236}">
                <a16:creationId xmlns:a16="http://schemas.microsoft.com/office/drawing/2014/main" id="{A929D453-A4A4-4452-99ED-B07797E9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476875"/>
            <a:ext cx="8915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我也很喜欢它。</a:t>
            </a:r>
          </a:p>
        </p:txBody>
      </p:sp>
      <p:sp>
        <p:nvSpPr>
          <p:cNvPr id="4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9DE50E4-1E02-4E95-B875-F59E3DB1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A625C"/>
                </a:solidFill>
              </a:defRPr>
            </a:pPr>
            <a:r>
              <a:rPr sz="1050" b="0">
                <a:solidFill>
                  <a:srgbClr val="6A625C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37456768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4ED083D1-CE5F-4F65-A5BD-8741A2A2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课文3｜理解与替换  Check &amp; Transfer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94DE70F9-3AF2-4FC6-98F2-66669873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763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CC370752-5859-4E66-AA25-F7B58E55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00125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先回答两题，再用身边物品替换“电脑”。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f8432bb0794dcd"/>
          <a:srcRect xmlns:a="http://schemas.openxmlformats.org/drawingml/2006/main" l="0" t="10444" r="0" b="104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1714500"/>
            <a:ext cx="4095750" cy="3429000"/>
          </a:xfrm>
          <a:prstGeom xmlns:a="http://schemas.openxmlformats.org/drawingml/2006/main" prst="roundRect">
            <a:avLst>
              <a:gd name="adj" fmla="val 2222"/>
            </a:avLst>
          </a:prstGeom>
        </p:spPr>
      </p:pic>
      <p:sp>
        <p:nvSpPr>
          <p:cNvPr id="5" name="q-1-190">
            <a:extLst xmlns:a="http://schemas.openxmlformats.org/drawingml/2006/main">
              <a:ext uri="{FF2B5EF4-FFF2-40B4-BE49-F238E27FC236}">
                <a16:creationId xmlns:a16="http://schemas.microsoft.com/office/drawing/2014/main" id="{98EA5C5E-E96E-4BCA-B029-42EBD54A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809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6" name="qtext-1-190">
            <a:extLst xmlns:a="http://schemas.openxmlformats.org/drawingml/2006/main">
              <a:ext uri="{FF2B5EF4-FFF2-40B4-BE49-F238E27FC236}">
                <a16:creationId xmlns:a16="http://schemas.microsoft.com/office/drawing/2014/main" id="{7F1F8D37-6E8F-4AAD-A2C5-D6C706AB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1771650"/>
            <a:ext cx="5676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717"/>
                </a:solidFill>
              </a:defRPr>
            </a:pPr>
            <a:r>
              <a:rPr sz="2175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杨同乐的新电脑怎么样？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083C6903-EDD6-4698-B1EA-901B3995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2412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3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q-2-315">
            <a:extLst xmlns:a="http://schemas.openxmlformats.org/drawingml/2006/main">
              <a:ext uri="{FF2B5EF4-FFF2-40B4-BE49-F238E27FC236}">
                <a16:creationId xmlns:a16="http://schemas.microsoft.com/office/drawing/2014/main" id="{11016409-B9AB-4949-8A0D-FF5DB161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003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9" name="qtext-2-315">
            <a:extLst xmlns:a="http://schemas.openxmlformats.org/drawingml/2006/main">
              <a:ext uri="{FF2B5EF4-FFF2-40B4-BE49-F238E27FC236}">
                <a16:creationId xmlns:a16="http://schemas.microsoft.com/office/drawing/2014/main" id="{C8285B9E-5DA8-4D3B-8F80-10C174CC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962275"/>
            <a:ext cx="5676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717"/>
                </a:solidFill>
              </a:defRPr>
            </a:pPr>
            <a:r>
              <a:rPr sz="2175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杨同乐喜欢他的新电脑吗？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CA13852A-E198-4CFD-9651-7EF042DD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147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3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9CA812-66C1-46BF-8BAA-BDA79B04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429125"/>
            <a:ext cx="619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替换：这是你的新________吗？</a:t>
            </a:r>
          </a:p>
          <a:p xmlns:a="http://schemas.openxmlformats.org/drawingml/2006/main">
            <a:pPr algn="ctr"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你喜欢它吗？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1759AC7-8F5C-4D93-BDD6-059821D3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A625C"/>
                </a:solidFill>
              </a:defRPr>
            </a:pPr>
            <a:r>
              <a:rPr sz="1050" b="0">
                <a:solidFill>
                  <a:srgbClr val="6A625C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205770039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E5914917-1EC6-4D92-88FC-5DCC5A17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综合填空  Review · Fill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93DF7F22-7008-4B43-8871-59EFA300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763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2F4658B3-5AB7-4B75-AF60-2C7C8D76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00125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从词库选词填空，再读出完整句。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51BC31-619F-4A2A-88A5-2B4F22B4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19250"/>
            <a:ext cx="10096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97423B"/>
                </a:solidFill>
              </a:defRPr>
            </a:pPr>
            <a:r>
              <a:rPr sz="202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A 菜   B 喜欢   C 6月22号   D 新   E 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7871EB-D3C2-490D-9BB3-4402178E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81250"/>
            <a:ext cx="5429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717"/>
                </a:solidFill>
              </a:defRPr>
            </a:pPr>
            <a:r>
              <a:rPr sz="2175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1. 今天________。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153806-7884-4A01-ADA2-6EFA8EE6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81250"/>
            <a:ext cx="5429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717"/>
                </a:solidFill>
              </a:defRPr>
            </a:pPr>
            <a:r>
              <a:rPr sz="2175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2. 杨同乐有一个________电脑。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67E207-6C4A-4E3E-83DD-1F7B1D3B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48125"/>
            <a:ext cx="5429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3. 王一雪：你会做这两个________吗？</a:t>
            </a:r>
          </a:p>
          <a:p xmlns:a="http://schemas.openxmlformats.org/drawingml/2006/main">
            <a:pPr algn="l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杨同乐：我会做。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FF1BFC-639F-473E-8F72-1BEA05F8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48125"/>
            <a:ext cx="5429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4. 王一雪：你的电脑________好看！</a:t>
            </a:r>
          </a:p>
          <a:p xmlns:a="http://schemas.openxmlformats.org/drawingml/2006/main">
            <a:pPr algn="l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杨同乐：我也很________。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579BE05-F255-4CAB-8D8F-C8E5E36E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A625C"/>
                </a:solidFill>
              </a:defRPr>
            </a:pPr>
            <a:r>
              <a:rPr sz="1050" b="0">
                <a:solidFill>
                  <a:srgbClr val="6A625C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41846888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title">
            <a:extLst xmlns:a="http://schemas.openxmlformats.org/drawingml/2006/main">
              <a:ext uri="{FF2B5EF4-FFF2-40B4-BE49-F238E27FC236}">
                <a16:creationId xmlns:a16="http://schemas.microsoft.com/office/drawing/2014/main" id="{933CE511-FCC3-48F8-A9B2-9383E77B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看日历说日期  Calendar Output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B1F7931B-1FE6-4B95-BD02-3A495CE3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763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2F6B280E-5A4B-414B-AA25-B6A81F8A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00125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看两张日历，各说一个完整句。</a:t>
            </a:r>
          </a:p>
        </p:txBody>
      </p:sp>
      <p:sp>
        <p:nvSpPr>
          <p:cNvPr id="4" name="out-sep-frame">
            <a:extLst xmlns:a="http://schemas.openxmlformats.org/drawingml/2006/main">
              <a:ext uri="{FF2B5EF4-FFF2-40B4-BE49-F238E27FC236}">
                <a16:creationId xmlns:a16="http://schemas.microsoft.com/office/drawing/2014/main" id="{FB03194A-D803-4950-9251-C7AA4DF1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50482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BF5449"/>
            </a:solidFill>
            <a:prstDash val="solid"/>
          </a:ln>
        </p:spPr>
      </p:sp>
      <p:sp>
        <p:nvSpPr>
          <p:cNvPr id="5" name="out-sep-title">
            <a:extLst xmlns:a="http://schemas.openxmlformats.org/drawingml/2006/main">
              <a:ext uri="{FF2B5EF4-FFF2-40B4-BE49-F238E27FC236}">
                <a16:creationId xmlns:a16="http://schemas.microsoft.com/office/drawing/2014/main" id="{E49D71D3-13E3-480B-ADAE-B0762F03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9545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Arial"/>
                <a:ea typeface="Arial"/>
                <a:cs typeface="Arial"/>
              </a:rPr>
              <a:t>2025 / 09</a:t>
            </a:r>
          </a:p>
        </p:txBody>
      </p:sp>
      <p:sp>
        <p:nvSpPr>
          <p:cNvPr id="6" name="out-sep-wd-0">
            <a:extLst xmlns:a="http://schemas.openxmlformats.org/drawingml/2006/main">
              <a:ext uri="{FF2B5EF4-FFF2-40B4-BE49-F238E27FC236}">
                <a16:creationId xmlns:a16="http://schemas.microsoft.com/office/drawing/2014/main" id="{1518DA13-4B35-4CCD-A8CB-2CE88696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14550"/>
            <a:ext cx="67219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日</a:t>
            </a:r>
          </a:p>
        </p:txBody>
      </p:sp>
      <p:sp>
        <p:nvSpPr>
          <p:cNvPr id="7" name="out-sep-wd-1">
            <a:extLst xmlns:a="http://schemas.openxmlformats.org/drawingml/2006/main">
              <a:ext uri="{FF2B5EF4-FFF2-40B4-BE49-F238E27FC236}">
                <a16:creationId xmlns:a16="http://schemas.microsoft.com/office/drawing/2014/main" id="{5301AE30-5E51-46C7-AE45-ABB3FF67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518" y="2114550"/>
            <a:ext cx="67219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A625C"/>
                </a:solidFill>
              </a:defRPr>
            </a:pPr>
            <a:r>
              <a:rPr sz="2400" b="1">
                <a:solidFill>
                  <a:srgbClr val="6A625C"/>
                </a:solidFill>
                <a:latin typeface="KaiTi"/>
                <a:ea typeface="KaiTi"/>
                <a:cs typeface="KaiTi"/>
              </a:rPr>
              <a:t>一</a:t>
            </a:r>
          </a:p>
        </p:txBody>
      </p:sp>
      <p:sp>
        <p:nvSpPr>
          <p:cNvPr id="8" name="out-sep-wd-2">
            <a:extLst xmlns:a="http://schemas.openxmlformats.org/drawingml/2006/main">
              <a:ext uri="{FF2B5EF4-FFF2-40B4-BE49-F238E27FC236}">
                <a16:creationId xmlns:a16="http://schemas.microsoft.com/office/drawing/2014/main" id="{E57ACBBA-E157-4713-9455-7480A49AB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711" y="2114550"/>
            <a:ext cx="67219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A625C"/>
                </a:solidFill>
              </a:defRPr>
            </a:pPr>
            <a:r>
              <a:rPr sz="2400" b="1">
                <a:solidFill>
                  <a:srgbClr val="6A625C"/>
                </a:solidFill>
                <a:latin typeface="KaiTi"/>
                <a:ea typeface="KaiTi"/>
                <a:cs typeface="KaiTi"/>
              </a:rPr>
              <a:t>二</a:t>
            </a:r>
          </a:p>
        </p:txBody>
      </p:sp>
      <p:sp>
        <p:nvSpPr>
          <p:cNvPr id="9" name="out-sep-wd-3">
            <a:extLst xmlns:a="http://schemas.openxmlformats.org/drawingml/2006/main">
              <a:ext uri="{FF2B5EF4-FFF2-40B4-BE49-F238E27FC236}">
                <a16:creationId xmlns:a16="http://schemas.microsoft.com/office/drawing/2014/main" id="{1D4C46AB-40E3-4A4E-9EFC-D4DDAAF0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1904" y="2114550"/>
            <a:ext cx="67219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A625C"/>
                </a:solidFill>
              </a:defRPr>
            </a:pPr>
            <a:r>
              <a:rPr sz="2400" b="1">
                <a:solidFill>
                  <a:srgbClr val="6A625C"/>
                </a:solidFill>
                <a:latin typeface="KaiTi"/>
                <a:ea typeface="KaiTi"/>
                <a:cs typeface="KaiTi"/>
              </a:rPr>
              <a:t>三</a:t>
            </a:r>
          </a:p>
        </p:txBody>
      </p:sp>
      <p:sp>
        <p:nvSpPr>
          <p:cNvPr id="10" name="out-sep-wd-4">
            <a:extLst xmlns:a="http://schemas.openxmlformats.org/drawingml/2006/main">
              <a:ext uri="{FF2B5EF4-FFF2-40B4-BE49-F238E27FC236}">
                <a16:creationId xmlns:a16="http://schemas.microsoft.com/office/drawing/2014/main" id="{F8282F38-46CF-43D1-997E-FF1AA1D8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4096" y="2114550"/>
            <a:ext cx="67219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A625C"/>
                </a:solidFill>
              </a:defRPr>
            </a:pPr>
            <a:r>
              <a:rPr sz="2400" b="1">
                <a:solidFill>
                  <a:srgbClr val="6A625C"/>
                </a:solidFill>
                <a:latin typeface="KaiTi"/>
                <a:ea typeface="KaiTi"/>
                <a:cs typeface="KaiTi"/>
              </a:rPr>
              <a:t>四</a:t>
            </a:r>
          </a:p>
        </p:txBody>
      </p:sp>
      <p:sp>
        <p:nvSpPr>
          <p:cNvPr id="11" name="out-sep-wd-5">
            <a:extLst xmlns:a="http://schemas.openxmlformats.org/drawingml/2006/main">
              <a:ext uri="{FF2B5EF4-FFF2-40B4-BE49-F238E27FC236}">
                <a16:creationId xmlns:a16="http://schemas.microsoft.com/office/drawing/2014/main" id="{EE32ED7C-5B62-42C9-8B71-FCDDA86C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6289" y="2114550"/>
            <a:ext cx="67219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A625C"/>
                </a:solidFill>
              </a:defRPr>
            </a:pPr>
            <a:r>
              <a:rPr sz="2400" b="1">
                <a:solidFill>
                  <a:srgbClr val="6A625C"/>
                </a:solidFill>
                <a:latin typeface="KaiTi"/>
                <a:ea typeface="KaiTi"/>
                <a:cs typeface="KaiTi"/>
              </a:rPr>
              <a:t>五</a:t>
            </a:r>
          </a:p>
        </p:txBody>
      </p:sp>
      <p:sp>
        <p:nvSpPr>
          <p:cNvPr id="12" name="out-sep-wd-6">
            <a:extLst xmlns:a="http://schemas.openxmlformats.org/drawingml/2006/main">
              <a:ext uri="{FF2B5EF4-FFF2-40B4-BE49-F238E27FC236}">
                <a16:creationId xmlns:a16="http://schemas.microsoft.com/office/drawing/2014/main" id="{DECCDFBD-2D06-441F-922B-D90E22A5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8482" y="2114550"/>
            <a:ext cx="67219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A625C"/>
                </a:solidFill>
              </a:defRPr>
            </a:pPr>
            <a:r>
              <a:rPr sz="2400" b="1">
                <a:solidFill>
                  <a:srgbClr val="6A625C"/>
                </a:solidFill>
                <a:latin typeface="KaiTi"/>
                <a:ea typeface="KaiTi"/>
                <a:cs typeface="KaiTi"/>
              </a:rPr>
              <a:t>六</a:t>
            </a:r>
          </a:p>
        </p:txBody>
      </p:sp>
      <p:sp>
        <p:nvSpPr>
          <p:cNvPr id="13" name="out-sep-d-1">
            <a:extLst xmlns:a="http://schemas.openxmlformats.org/drawingml/2006/main">
              <a:ext uri="{FF2B5EF4-FFF2-40B4-BE49-F238E27FC236}">
                <a16:creationId xmlns:a16="http://schemas.microsoft.com/office/drawing/2014/main" id="{F587F165-9935-46E3-8A4C-ABD4736F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518" y="2447925"/>
            <a:ext cx="672193" cy="420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4" name="out-sep-d-2">
            <a:extLst xmlns:a="http://schemas.openxmlformats.org/drawingml/2006/main">
              <a:ext uri="{FF2B5EF4-FFF2-40B4-BE49-F238E27FC236}">
                <a16:creationId xmlns:a16="http://schemas.microsoft.com/office/drawing/2014/main" id="{09AEB2D4-7ACB-42A0-A80D-63F2CE2E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711" y="2447925"/>
            <a:ext cx="672193" cy="420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out-sep-d-3">
            <a:extLst xmlns:a="http://schemas.openxmlformats.org/drawingml/2006/main">
              <a:ext uri="{FF2B5EF4-FFF2-40B4-BE49-F238E27FC236}">
                <a16:creationId xmlns:a16="http://schemas.microsoft.com/office/drawing/2014/main" id="{AB7DA19A-D2ED-46E9-94CE-A39368B1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1904" y="2447925"/>
            <a:ext cx="672193" cy="420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out-sep-d-4">
            <a:extLst xmlns:a="http://schemas.openxmlformats.org/drawingml/2006/main">
              <a:ext uri="{FF2B5EF4-FFF2-40B4-BE49-F238E27FC236}">
                <a16:creationId xmlns:a16="http://schemas.microsoft.com/office/drawing/2014/main" id="{5BFE8F59-3C4F-442C-A56B-08F0FE89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4096" y="2447925"/>
            <a:ext cx="672193" cy="420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out-sep-d-5">
            <a:extLst xmlns:a="http://schemas.openxmlformats.org/drawingml/2006/main">
              <a:ext uri="{FF2B5EF4-FFF2-40B4-BE49-F238E27FC236}">
                <a16:creationId xmlns:a16="http://schemas.microsoft.com/office/drawing/2014/main" id="{CB064C18-2CBD-4E91-A84B-3D04CA15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6289" y="2447925"/>
            <a:ext cx="672193" cy="420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8" name="out-sep-d-6">
            <a:extLst xmlns:a="http://schemas.openxmlformats.org/drawingml/2006/main">
              <a:ext uri="{FF2B5EF4-FFF2-40B4-BE49-F238E27FC236}">
                <a16:creationId xmlns:a16="http://schemas.microsoft.com/office/drawing/2014/main" id="{5AF4740F-42CE-4F0A-BDE9-D492A377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8482" y="2447925"/>
            <a:ext cx="672193" cy="420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9" name="out-sep-hi">
            <a:extLst xmlns:a="http://schemas.openxmlformats.org/drawingml/2006/main">
              <a:ext uri="{FF2B5EF4-FFF2-40B4-BE49-F238E27FC236}">
                <a16:creationId xmlns:a16="http://schemas.microsoft.com/office/drawing/2014/main" id="{97AD26A2-0869-42A6-AB5D-E24EBB15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971" y="2907506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14288">
            <a:solidFill>
              <a:srgbClr val="BF5449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out-sep-d-7">
            <a:extLst xmlns:a="http://schemas.openxmlformats.org/drawingml/2006/main">
              <a:ext uri="{FF2B5EF4-FFF2-40B4-BE49-F238E27FC236}">
                <a16:creationId xmlns:a16="http://schemas.microsoft.com/office/drawing/2014/main" id="{A81164C2-F5C7-4FAB-81BA-53476802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68613"/>
            <a:ext cx="672193" cy="420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1" name="out-sep-d-8">
            <a:extLst xmlns:a="http://schemas.openxmlformats.org/drawingml/2006/main">
              <a:ext uri="{FF2B5EF4-FFF2-40B4-BE49-F238E27FC236}">
                <a16:creationId xmlns:a16="http://schemas.microsoft.com/office/drawing/2014/main" id="{EA77766E-FAF7-4B2F-97A0-AFBDC239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518" y="2868613"/>
            <a:ext cx="672193" cy="420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2" name="out-sep-d-9">
            <a:extLst xmlns:a="http://schemas.openxmlformats.org/drawingml/2006/main">
              <a:ext uri="{FF2B5EF4-FFF2-40B4-BE49-F238E27FC236}">
                <a16:creationId xmlns:a16="http://schemas.microsoft.com/office/drawing/2014/main" id="{F6CD0255-B7FD-42A8-8D18-97B0BD6F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711" y="2868613"/>
            <a:ext cx="672193" cy="420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23" name="out-sep-d-10">
            <a:extLst xmlns:a="http://schemas.openxmlformats.org/drawingml/2006/main">
              <a:ext uri="{FF2B5EF4-FFF2-40B4-BE49-F238E27FC236}">
                <a16:creationId xmlns:a16="http://schemas.microsoft.com/office/drawing/2014/main" id="{9F72C79A-00F1-4E51-8F43-5DB104D1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1904" y="2868613"/>
            <a:ext cx="672193" cy="420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4" name="out-sep-d-11">
            <a:extLst xmlns:a="http://schemas.openxmlformats.org/drawingml/2006/main">
              <a:ext uri="{FF2B5EF4-FFF2-40B4-BE49-F238E27FC236}">
                <a16:creationId xmlns:a16="http://schemas.microsoft.com/office/drawing/2014/main" id="{70C6CA9F-CA85-40B6-9E8B-17083A5E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4096" y="2868613"/>
            <a:ext cx="672193" cy="420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25" name="out-sep-d-12">
            <a:extLst xmlns:a="http://schemas.openxmlformats.org/drawingml/2006/main">
              <a:ext uri="{FF2B5EF4-FFF2-40B4-BE49-F238E27FC236}">
                <a16:creationId xmlns:a16="http://schemas.microsoft.com/office/drawing/2014/main" id="{DC7B3E50-0A01-4A3D-A47D-2AE4F953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6289" y="2868613"/>
            <a:ext cx="672193" cy="420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6" name="out-sep-d-13">
            <a:extLst xmlns:a="http://schemas.openxmlformats.org/drawingml/2006/main">
              <a:ext uri="{FF2B5EF4-FFF2-40B4-BE49-F238E27FC236}">
                <a16:creationId xmlns:a16="http://schemas.microsoft.com/office/drawing/2014/main" id="{1A17B9CC-8BE0-4075-8965-849EFDAD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8482" y="2868613"/>
            <a:ext cx="672193" cy="420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27" name="out-sep-d-14">
            <a:extLst xmlns:a="http://schemas.openxmlformats.org/drawingml/2006/main">
              <a:ext uri="{FF2B5EF4-FFF2-40B4-BE49-F238E27FC236}">
                <a16:creationId xmlns:a16="http://schemas.microsoft.com/office/drawing/2014/main" id="{C1533964-6171-4324-9B7C-505D8438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89300"/>
            <a:ext cx="672193" cy="420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28" name="out-sep-d-15">
            <a:extLst xmlns:a="http://schemas.openxmlformats.org/drawingml/2006/main">
              <a:ext uri="{FF2B5EF4-FFF2-40B4-BE49-F238E27FC236}">
                <a16:creationId xmlns:a16="http://schemas.microsoft.com/office/drawing/2014/main" id="{10BBA535-D023-4CE3-A438-402D44B8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518" y="3289300"/>
            <a:ext cx="672193" cy="420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29" name="out-sep-d-16">
            <a:extLst xmlns:a="http://schemas.openxmlformats.org/drawingml/2006/main">
              <a:ext uri="{FF2B5EF4-FFF2-40B4-BE49-F238E27FC236}">
                <a16:creationId xmlns:a16="http://schemas.microsoft.com/office/drawing/2014/main" id="{363BFC58-CE87-44F8-AE1B-98020113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711" y="3289300"/>
            <a:ext cx="672193" cy="420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0" name="out-sep-d-17">
            <a:extLst xmlns:a="http://schemas.openxmlformats.org/drawingml/2006/main">
              <a:ext uri="{FF2B5EF4-FFF2-40B4-BE49-F238E27FC236}">
                <a16:creationId xmlns:a16="http://schemas.microsoft.com/office/drawing/2014/main" id="{D6490B07-2ED5-41AA-9C33-24723AF0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1904" y="3289300"/>
            <a:ext cx="672193" cy="420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31" name="out-sep-d-18">
            <a:extLst xmlns:a="http://schemas.openxmlformats.org/drawingml/2006/main">
              <a:ext uri="{FF2B5EF4-FFF2-40B4-BE49-F238E27FC236}">
                <a16:creationId xmlns:a16="http://schemas.microsoft.com/office/drawing/2014/main" id="{4EB004BE-2240-4949-91F1-7FEAD49C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4096" y="3289300"/>
            <a:ext cx="672193" cy="420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32" name="out-sep-d-19">
            <a:extLst xmlns:a="http://schemas.openxmlformats.org/drawingml/2006/main">
              <a:ext uri="{FF2B5EF4-FFF2-40B4-BE49-F238E27FC236}">
                <a16:creationId xmlns:a16="http://schemas.microsoft.com/office/drawing/2014/main" id="{83C28C3A-09EA-4EC9-ABA1-5B8E3666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6289" y="3289300"/>
            <a:ext cx="672193" cy="420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33" name="out-sep-d-20">
            <a:extLst xmlns:a="http://schemas.openxmlformats.org/drawingml/2006/main">
              <a:ext uri="{FF2B5EF4-FFF2-40B4-BE49-F238E27FC236}">
                <a16:creationId xmlns:a16="http://schemas.microsoft.com/office/drawing/2014/main" id="{27099EF0-B130-4CD4-BB2B-3BDCC85D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8482" y="3289300"/>
            <a:ext cx="672193" cy="420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34" name="out-sep-d-21">
            <a:extLst xmlns:a="http://schemas.openxmlformats.org/drawingml/2006/main">
              <a:ext uri="{FF2B5EF4-FFF2-40B4-BE49-F238E27FC236}">
                <a16:creationId xmlns:a16="http://schemas.microsoft.com/office/drawing/2014/main" id="{B304FC00-C220-4FCC-938F-D4C20C1A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709988"/>
            <a:ext cx="672193" cy="420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35" name="out-sep-d-22">
            <a:extLst xmlns:a="http://schemas.openxmlformats.org/drawingml/2006/main">
              <a:ext uri="{FF2B5EF4-FFF2-40B4-BE49-F238E27FC236}">
                <a16:creationId xmlns:a16="http://schemas.microsoft.com/office/drawing/2014/main" id="{C057BF14-67B8-49D6-A326-B37AA79B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518" y="3709988"/>
            <a:ext cx="672193" cy="420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36" name="out-sep-d-23">
            <a:extLst xmlns:a="http://schemas.openxmlformats.org/drawingml/2006/main">
              <a:ext uri="{FF2B5EF4-FFF2-40B4-BE49-F238E27FC236}">
                <a16:creationId xmlns:a16="http://schemas.microsoft.com/office/drawing/2014/main" id="{D0166678-5065-46BA-9141-BDF3D0EA4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711" y="3709988"/>
            <a:ext cx="672193" cy="420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37" name="out-sep-d-24">
            <a:extLst xmlns:a="http://schemas.openxmlformats.org/drawingml/2006/main">
              <a:ext uri="{FF2B5EF4-FFF2-40B4-BE49-F238E27FC236}">
                <a16:creationId xmlns:a16="http://schemas.microsoft.com/office/drawing/2014/main" id="{76A23CCA-F216-44B0-BBE9-9E180A8D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1904" y="3709988"/>
            <a:ext cx="672193" cy="420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38" name="out-sep-d-25">
            <a:extLst xmlns:a="http://schemas.openxmlformats.org/drawingml/2006/main">
              <a:ext uri="{FF2B5EF4-FFF2-40B4-BE49-F238E27FC236}">
                <a16:creationId xmlns:a16="http://schemas.microsoft.com/office/drawing/2014/main" id="{77EEA7C8-D205-4822-9CD2-A60CAAFD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4096" y="3709988"/>
            <a:ext cx="672193" cy="420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39" name="out-sep-d-26">
            <a:extLst xmlns:a="http://schemas.openxmlformats.org/drawingml/2006/main">
              <a:ext uri="{FF2B5EF4-FFF2-40B4-BE49-F238E27FC236}">
                <a16:creationId xmlns:a16="http://schemas.microsoft.com/office/drawing/2014/main" id="{561C8914-0C92-4F9A-BF69-D4BC0ED4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6289" y="3709988"/>
            <a:ext cx="672193" cy="420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40" name="out-sep-d-27">
            <a:extLst xmlns:a="http://schemas.openxmlformats.org/drawingml/2006/main">
              <a:ext uri="{FF2B5EF4-FFF2-40B4-BE49-F238E27FC236}">
                <a16:creationId xmlns:a16="http://schemas.microsoft.com/office/drawing/2014/main" id="{9C620740-8DFD-4EED-B911-BB3CA723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8482" y="3709988"/>
            <a:ext cx="672193" cy="420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41" name="out-sep-d-28">
            <a:extLst xmlns:a="http://schemas.openxmlformats.org/drawingml/2006/main">
              <a:ext uri="{FF2B5EF4-FFF2-40B4-BE49-F238E27FC236}">
                <a16:creationId xmlns:a16="http://schemas.microsoft.com/office/drawing/2014/main" id="{236DB37D-23EC-449F-9903-C6046105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130675"/>
            <a:ext cx="672193" cy="420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42" name="out-sep-d-29">
            <a:extLst xmlns:a="http://schemas.openxmlformats.org/drawingml/2006/main">
              <a:ext uri="{FF2B5EF4-FFF2-40B4-BE49-F238E27FC236}">
                <a16:creationId xmlns:a16="http://schemas.microsoft.com/office/drawing/2014/main" id="{3D9BEDF3-EC36-434B-AA94-D7960E34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518" y="4130675"/>
            <a:ext cx="672193" cy="420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43" name="out-sep-d-30">
            <a:extLst xmlns:a="http://schemas.openxmlformats.org/drawingml/2006/main">
              <a:ext uri="{FF2B5EF4-FFF2-40B4-BE49-F238E27FC236}">
                <a16:creationId xmlns:a16="http://schemas.microsoft.com/office/drawing/2014/main" id="{84A62976-0B00-44FD-9204-792CFE7C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711" y="4130675"/>
            <a:ext cx="672193" cy="420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44" name="out-may-frame">
            <a:extLst xmlns:a="http://schemas.openxmlformats.org/drawingml/2006/main">
              <a:ext uri="{FF2B5EF4-FFF2-40B4-BE49-F238E27FC236}">
                <a16:creationId xmlns:a16="http://schemas.microsoft.com/office/drawing/2014/main" id="{2A3BECEA-0BBB-4174-A41D-8A69B396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619250"/>
            <a:ext cx="50482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BF5449"/>
            </a:solidFill>
            <a:prstDash val="solid"/>
          </a:ln>
        </p:spPr>
      </p:sp>
      <p:sp>
        <p:nvSpPr>
          <p:cNvPr id="45" name="out-may-title">
            <a:extLst xmlns:a="http://schemas.openxmlformats.org/drawingml/2006/main">
              <a:ext uri="{FF2B5EF4-FFF2-40B4-BE49-F238E27FC236}">
                <a16:creationId xmlns:a16="http://schemas.microsoft.com/office/drawing/2014/main" id="{226F5FA3-A10B-4832-89AD-F02CA500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69545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Arial"/>
                <a:ea typeface="Arial"/>
                <a:cs typeface="Arial"/>
              </a:rPr>
              <a:t>2025 / 05</a:t>
            </a:r>
          </a:p>
        </p:txBody>
      </p:sp>
      <p:sp>
        <p:nvSpPr>
          <p:cNvPr id="46" name="out-may-wd-0">
            <a:extLst xmlns:a="http://schemas.openxmlformats.org/drawingml/2006/main">
              <a:ext uri="{FF2B5EF4-FFF2-40B4-BE49-F238E27FC236}">
                <a16:creationId xmlns:a16="http://schemas.microsoft.com/office/drawing/2014/main" id="{65609CCA-6DB8-4739-A4F8-5B2374B5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114550"/>
            <a:ext cx="67219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日</a:t>
            </a:r>
          </a:p>
        </p:txBody>
      </p:sp>
      <p:sp>
        <p:nvSpPr>
          <p:cNvPr id="47" name="out-may-wd-1">
            <a:extLst xmlns:a="http://schemas.openxmlformats.org/drawingml/2006/main">
              <a:ext uri="{FF2B5EF4-FFF2-40B4-BE49-F238E27FC236}">
                <a16:creationId xmlns:a16="http://schemas.microsoft.com/office/drawing/2014/main" id="{8B03906A-EE7B-402B-BFEC-329BBC21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518" y="2114550"/>
            <a:ext cx="67219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A625C"/>
                </a:solidFill>
              </a:defRPr>
            </a:pPr>
            <a:r>
              <a:rPr sz="2400" b="1">
                <a:solidFill>
                  <a:srgbClr val="6A625C"/>
                </a:solidFill>
                <a:latin typeface="KaiTi"/>
                <a:ea typeface="KaiTi"/>
                <a:cs typeface="KaiTi"/>
              </a:rPr>
              <a:t>一</a:t>
            </a:r>
          </a:p>
        </p:txBody>
      </p:sp>
      <p:sp>
        <p:nvSpPr>
          <p:cNvPr id="48" name="out-may-wd-2">
            <a:extLst xmlns:a="http://schemas.openxmlformats.org/drawingml/2006/main">
              <a:ext uri="{FF2B5EF4-FFF2-40B4-BE49-F238E27FC236}">
                <a16:creationId xmlns:a16="http://schemas.microsoft.com/office/drawing/2014/main" id="{F26AAE2D-7AA2-4711-A54A-7042CE6F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5711" y="2114550"/>
            <a:ext cx="67219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A625C"/>
                </a:solidFill>
              </a:defRPr>
            </a:pPr>
            <a:r>
              <a:rPr sz="2400" b="1">
                <a:solidFill>
                  <a:srgbClr val="6A625C"/>
                </a:solidFill>
                <a:latin typeface="KaiTi"/>
                <a:ea typeface="KaiTi"/>
                <a:cs typeface="KaiTi"/>
              </a:rPr>
              <a:t>二</a:t>
            </a:r>
          </a:p>
        </p:txBody>
      </p:sp>
      <p:sp>
        <p:nvSpPr>
          <p:cNvPr id="49" name="out-may-wd-3">
            <a:extLst xmlns:a="http://schemas.openxmlformats.org/drawingml/2006/main">
              <a:ext uri="{FF2B5EF4-FFF2-40B4-BE49-F238E27FC236}">
                <a16:creationId xmlns:a16="http://schemas.microsoft.com/office/drawing/2014/main" id="{2D6A9293-2AF1-4A52-9219-CE699F7D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7904" y="2114550"/>
            <a:ext cx="67219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A625C"/>
                </a:solidFill>
              </a:defRPr>
            </a:pPr>
            <a:r>
              <a:rPr sz="2400" b="1">
                <a:solidFill>
                  <a:srgbClr val="6A625C"/>
                </a:solidFill>
                <a:latin typeface="KaiTi"/>
                <a:ea typeface="KaiTi"/>
                <a:cs typeface="KaiTi"/>
              </a:rPr>
              <a:t>三</a:t>
            </a:r>
          </a:p>
        </p:txBody>
      </p:sp>
      <p:sp>
        <p:nvSpPr>
          <p:cNvPr id="50" name="out-may-wd-4">
            <a:extLst xmlns:a="http://schemas.openxmlformats.org/drawingml/2006/main">
              <a:ext uri="{FF2B5EF4-FFF2-40B4-BE49-F238E27FC236}">
                <a16:creationId xmlns:a16="http://schemas.microsoft.com/office/drawing/2014/main" id="{A1F92C8B-E476-4775-8F22-F19552FC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0096" y="2114550"/>
            <a:ext cx="67219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A625C"/>
                </a:solidFill>
              </a:defRPr>
            </a:pPr>
            <a:r>
              <a:rPr sz="2400" b="1">
                <a:solidFill>
                  <a:srgbClr val="6A625C"/>
                </a:solidFill>
                <a:latin typeface="KaiTi"/>
                <a:ea typeface="KaiTi"/>
                <a:cs typeface="KaiTi"/>
              </a:rPr>
              <a:t>四</a:t>
            </a:r>
          </a:p>
        </p:txBody>
      </p:sp>
      <p:sp>
        <p:nvSpPr>
          <p:cNvPr id="51" name="out-may-wd-5">
            <a:extLst xmlns:a="http://schemas.openxmlformats.org/drawingml/2006/main">
              <a:ext uri="{FF2B5EF4-FFF2-40B4-BE49-F238E27FC236}">
                <a16:creationId xmlns:a16="http://schemas.microsoft.com/office/drawing/2014/main" id="{034F5830-5114-4636-B955-E3ED3946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2289" y="2114550"/>
            <a:ext cx="67219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A625C"/>
                </a:solidFill>
              </a:defRPr>
            </a:pPr>
            <a:r>
              <a:rPr sz="2400" b="1">
                <a:solidFill>
                  <a:srgbClr val="6A625C"/>
                </a:solidFill>
                <a:latin typeface="KaiTi"/>
                <a:ea typeface="KaiTi"/>
                <a:cs typeface="KaiTi"/>
              </a:rPr>
              <a:t>五</a:t>
            </a:r>
          </a:p>
        </p:txBody>
      </p:sp>
      <p:sp>
        <p:nvSpPr>
          <p:cNvPr id="52" name="out-may-wd-6">
            <a:extLst xmlns:a="http://schemas.openxmlformats.org/drawingml/2006/main">
              <a:ext uri="{FF2B5EF4-FFF2-40B4-BE49-F238E27FC236}">
                <a16:creationId xmlns:a16="http://schemas.microsoft.com/office/drawing/2014/main" id="{4D2267EF-3E57-458E-8882-3312DE3F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4482" y="2114550"/>
            <a:ext cx="67219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A625C"/>
                </a:solidFill>
              </a:defRPr>
            </a:pPr>
            <a:r>
              <a:rPr sz="2400" b="1">
                <a:solidFill>
                  <a:srgbClr val="6A625C"/>
                </a:solidFill>
                <a:latin typeface="KaiTi"/>
                <a:ea typeface="KaiTi"/>
                <a:cs typeface="KaiTi"/>
              </a:rPr>
              <a:t>六</a:t>
            </a:r>
          </a:p>
        </p:txBody>
      </p:sp>
      <p:sp>
        <p:nvSpPr>
          <p:cNvPr id="53" name="out-may-hi">
            <a:extLst xmlns:a="http://schemas.openxmlformats.org/drawingml/2006/main">
              <a:ext uri="{FF2B5EF4-FFF2-40B4-BE49-F238E27FC236}">
                <a16:creationId xmlns:a16="http://schemas.microsoft.com/office/drawing/2014/main" id="{7399BF0A-7F25-4814-94A1-1D6D153DD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4743" y="2486819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14288">
            <a:solidFill>
              <a:srgbClr val="BF5449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4" name="out-may-d-1">
            <a:extLst xmlns:a="http://schemas.openxmlformats.org/drawingml/2006/main">
              <a:ext uri="{FF2B5EF4-FFF2-40B4-BE49-F238E27FC236}">
                <a16:creationId xmlns:a16="http://schemas.microsoft.com/office/drawing/2014/main" id="{E2A82F72-A109-4890-965E-652456BD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0096" y="2447925"/>
            <a:ext cx="672193" cy="420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5" name="out-may-d-2">
            <a:extLst xmlns:a="http://schemas.openxmlformats.org/drawingml/2006/main">
              <a:ext uri="{FF2B5EF4-FFF2-40B4-BE49-F238E27FC236}">
                <a16:creationId xmlns:a16="http://schemas.microsoft.com/office/drawing/2014/main" id="{E34C4D2D-7130-4FD5-B631-C64C8F4D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2289" y="2447925"/>
            <a:ext cx="672193" cy="420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6" name="out-may-d-3">
            <a:extLst xmlns:a="http://schemas.openxmlformats.org/drawingml/2006/main">
              <a:ext uri="{FF2B5EF4-FFF2-40B4-BE49-F238E27FC236}">
                <a16:creationId xmlns:a16="http://schemas.microsoft.com/office/drawing/2014/main" id="{3225500F-3CFD-4A68-B564-D51A2B7A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4482" y="2447925"/>
            <a:ext cx="672193" cy="420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7" name="out-may-d-4">
            <a:extLst xmlns:a="http://schemas.openxmlformats.org/drawingml/2006/main">
              <a:ext uri="{FF2B5EF4-FFF2-40B4-BE49-F238E27FC236}">
                <a16:creationId xmlns:a16="http://schemas.microsoft.com/office/drawing/2014/main" id="{4C572864-FB9C-493A-A84A-28369730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868613"/>
            <a:ext cx="672193" cy="420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8" name="out-may-d-5">
            <a:extLst xmlns:a="http://schemas.openxmlformats.org/drawingml/2006/main">
              <a:ext uri="{FF2B5EF4-FFF2-40B4-BE49-F238E27FC236}">
                <a16:creationId xmlns:a16="http://schemas.microsoft.com/office/drawing/2014/main" id="{EDCE62E8-5B79-49E3-B09C-70BC76C6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518" y="2868613"/>
            <a:ext cx="672193" cy="420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9" name="out-may-d-6">
            <a:extLst xmlns:a="http://schemas.openxmlformats.org/drawingml/2006/main">
              <a:ext uri="{FF2B5EF4-FFF2-40B4-BE49-F238E27FC236}">
                <a16:creationId xmlns:a16="http://schemas.microsoft.com/office/drawing/2014/main" id="{640918AE-7052-497F-9A7D-951ED623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5711" y="2868613"/>
            <a:ext cx="672193" cy="420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0" name="out-may-d-7">
            <a:extLst xmlns:a="http://schemas.openxmlformats.org/drawingml/2006/main">
              <a:ext uri="{FF2B5EF4-FFF2-40B4-BE49-F238E27FC236}">
                <a16:creationId xmlns:a16="http://schemas.microsoft.com/office/drawing/2014/main" id="{56B50AC2-D732-45C2-B8DB-0B1178DE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7904" y="2868613"/>
            <a:ext cx="672193" cy="420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1" name="out-may-d-8">
            <a:extLst xmlns:a="http://schemas.openxmlformats.org/drawingml/2006/main">
              <a:ext uri="{FF2B5EF4-FFF2-40B4-BE49-F238E27FC236}">
                <a16:creationId xmlns:a16="http://schemas.microsoft.com/office/drawing/2014/main" id="{65DC03F8-DF00-487B-9510-193A7D62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0096" y="2868613"/>
            <a:ext cx="672193" cy="420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62" name="out-may-d-9">
            <a:extLst xmlns:a="http://schemas.openxmlformats.org/drawingml/2006/main">
              <a:ext uri="{FF2B5EF4-FFF2-40B4-BE49-F238E27FC236}">
                <a16:creationId xmlns:a16="http://schemas.microsoft.com/office/drawing/2014/main" id="{C719282A-C946-41D6-9B51-8B0A6A69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2289" y="2868613"/>
            <a:ext cx="672193" cy="420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63" name="out-may-d-10">
            <a:extLst xmlns:a="http://schemas.openxmlformats.org/drawingml/2006/main">
              <a:ext uri="{FF2B5EF4-FFF2-40B4-BE49-F238E27FC236}">
                <a16:creationId xmlns:a16="http://schemas.microsoft.com/office/drawing/2014/main" id="{872BA61E-4A2B-4F57-A1F7-FC33959B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4482" y="2868613"/>
            <a:ext cx="672193" cy="420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4" name="out-may-d-11">
            <a:extLst xmlns:a="http://schemas.openxmlformats.org/drawingml/2006/main">
              <a:ext uri="{FF2B5EF4-FFF2-40B4-BE49-F238E27FC236}">
                <a16:creationId xmlns:a16="http://schemas.microsoft.com/office/drawing/2014/main" id="{AE545C5D-F5CA-4A0C-ADDC-FAE7A4BC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289300"/>
            <a:ext cx="672193" cy="420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5" name="out-may-d-12">
            <a:extLst xmlns:a="http://schemas.openxmlformats.org/drawingml/2006/main">
              <a:ext uri="{FF2B5EF4-FFF2-40B4-BE49-F238E27FC236}">
                <a16:creationId xmlns:a16="http://schemas.microsoft.com/office/drawing/2014/main" id="{E521D6A4-9C66-47CA-8837-8AB48039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518" y="3289300"/>
            <a:ext cx="672193" cy="420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6" name="out-may-d-13">
            <a:extLst xmlns:a="http://schemas.openxmlformats.org/drawingml/2006/main">
              <a:ext uri="{FF2B5EF4-FFF2-40B4-BE49-F238E27FC236}">
                <a16:creationId xmlns:a16="http://schemas.microsoft.com/office/drawing/2014/main" id="{DEE40D45-6571-4969-A570-4BB871AB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5711" y="3289300"/>
            <a:ext cx="672193" cy="420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7" name="out-may-d-14">
            <a:extLst xmlns:a="http://schemas.openxmlformats.org/drawingml/2006/main">
              <a:ext uri="{FF2B5EF4-FFF2-40B4-BE49-F238E27FC236}">
                <a16:creationId xmlns:a16="http://schemas.microsoft.com/office/drawing/2014/main" id="{EEE9CF1D-C45D-4974-8E71-AA62CFE0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7904" y="3289300"/>
            <a:ext cx="672193" cy="420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8" name="out-may-d-15">
            <a:extLst xmlns:a="http://schemas.openxmlformats.org/drawingml/2006/main">
              <a:ext uri="{FF2B5EF4-FFF2-40B4-BE49-F238E27FC236}">
                <a16:creationId xmlns:a16="http://schemas.microsoft.com/office/drawing/2014/main" id="{64843ACE-D07F-44AF-9981-0BEA798A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0096" y="3289300"/>
            <a:ext cx="672193" cy="420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9" name="out-may-d-16">
            <a:extLst xmlns:a="http://schemas.openxmlformats.org/drawingml/2006/main">
              <a:ext uri="{FF2B5EF4-FFF2-40B4-BE49-F238E27FC236}">
                <a16:creationId xmlns:a16="http://schemas.microsoft.com/office/drawing/2014/main" id="{C677CA5A-918F-411B-8070-37A3BB7E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2289" y="3289300"/>
            <a:ext cx="672193" cy="420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70" name="out-may-d-17">
            <a:extLst xmlns:a="http://schemas.openxmlformats.org/drawingml/2006/main">
              <a:ext uri="{FF2B5EF4-FFF2-40B4-BE49-F238E27FC236}">
                <a16:creationId xmlns:a16="http://schemas.microsoft.com/office/drawing/2014/main" id="{4911273D-B452-47F5-8751-9C4258E3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4482" y="3289300"/>
            <a:ext cx="672193" cy="420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71" name="out-may-d-18">
            <a:extLst xmlns:a="http://schemas.openxmlformats.org/drawingml/2006/main">
              <a:ext uri="{FF2B5EF4-FFF2-40B4-BE49-F238E27FC236}">
                <a16:creationId xmlns:a16="http://schemas.microsoft.com/office/drawing/2014/main" id="{6BA79868-8AD3-45E4-9A98-8525B430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709988"/>
            <a:ext cx="672193" cy="420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72" name="out-may-d-19">
            <a:extLst xmlns:a="http://schemas.openxmlformats.org/drawingml/2006/main">
              <a:ext uri="{FF2B5EF4-FFF2-40B4-BE49-F238E27FC236}">
                <a16:creationId xmlns:a16="http://schemas.microsoft.com/office/drawing/2014/main" id="{C39AA4A0-BC78-4811-A751-1FF54ED3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518" y="3709988"/>
            <a:ext cx="672193" cy="420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73" name="out-may-d-20">
            <a:extLst xmlns:a="http://schemas.openxmlformats.org/drawingml/2006/main">
              <a:ext uri="{FF2B5EF4-FFF2-40B4-BE49-F238E27FC236}">
                <a16:creationId xmlns:a16="http://schemas.microsoft.com/office/drawing/2014/main" id="{43D435CB-578A-444C-8A6F-6DE53DCE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5711" y="3709988"/>
            <a:ext cx="672193" cy="420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74" name="out-may-d-21">
            <a:extLst xmlns:a="http://schemas.openxmlformats.org/drawingml/2006/main">
              <a:ext uri="{FF2B5EF4-FFF2-40B4-BE49-F238E27FC236}">
                <a16:creationId xmlns:a16="http://schemas.microsoft.com/office/drawing/2014/main" id="{BDE7CBC6-43F6-4DEC-8B9C-92A54AF2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7904" y="3709988"/>
            <a:ext cx="672193" cy="420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75" name="out-may-d-22">
            <a:extLst xmlns:a="http://schemas.openxmlformats.org/drawingml/2006/main">
              <a:ext uri="{FF2B5EF4-FFF2-40B4-BE49-F238E27FC236}">
                <a16:creationId xmlns:a16="http://schemas.microsoft.com/office/drawing/2014/main" id="{23EC0CC2-BF42-4A97-AD80-778CF24A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0096" y="3709988"/>
            <a:ext cx="672193" cy="420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76" name="out-may-d-23">
            <a:extLst xmlns:a="http://schemas.openxmlformats.org/drawingml/2006/main">
              <a:ext uri="{FF2B5EF4-FFF2-40B4-BE49-F238E27FC236}">
                <a16:creationId xmlns:a16="http://schemas.microsoft.com/office/drawing/2014/main" id="{24223305-94BC-449C-9605-760A8CB4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2289" y="3709988"/>
            <a:ext cx="672193" cy="420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77" name="out-may-d-24">
            <a:extLst xmlns:a="http://schemas.openxmlformats.org/drawingml/2006/main">
              <a:ext uri="{FF2B5EF4-FFF2-40B4-BE49-F238E27FC236}">
                <a16:creationId xmlns:a16="http://schemas.microsoft.com/office/drawing/2014/main" id="{E9D30A84-668A-46CB-ACB5-64E697D3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4482" y="3709988"/>
            <a:ext cx="672193" cy="420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78" name="out-may-d-25">
            <a:extLst xmlns:a="http://schemas.openxmlformats.org/drawingml/2006/main">
              <a:ext uri="{FF2B5EF4-FFF2-40B4-BE49-F238E27FC236}">
                <a16:creationId xmlns:a16="http://schemas.microsoft.com/office/drawing/2014/main" id="{DB36DE2F-AB28-437A-9E8B-389BA28C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130675"/>
            <a:ext cx="672193" cy="420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79" name="out-may-d-26">
            <a:extLst xmlns:a="http://schemas.openxmlformats.org/drawingml/2006/main">
              <a:ext uri="{FF2B5EF4-FFF2-40B4-BE49-F238E27FC236}">
                <a16:creationId xmlns:a16="http://schemas.microsoft.com/office/drawing/2014/main" id="{58D0E815-D161-421E-8100-413C1CDE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518" y="4130675"/>
            <a:ext cx="672193" cy="420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80" name="out-may-d-27">
            <a:extLst xmlns:a="http://schemas.openxmlformats.org/drawingml/2006/main">
              <a:ext uri="{FF2B5EF4-FFF2-40B4-BE49-F238E27FC236}">
                <a16:creationId xmlns:a16="http://schemas.microsoft.com/office/drawing/2014/main" id="{F9390848-7B57-411E-B795-3BEFF7413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5711" y="4130675"/>
            <a:ext cx="672193" cy="420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81" name="out-may-d-28">
            <a:extLst xmlns:a="http://schemas.openxmlformats.org/drawingml/2006/main">
              <a:ext uri="{FF2B5EF4-FFF2-40B4-BE49-F238E27FC236}">
                <a16:creationId xmlns:a16="http://schemas.microsoft.com/office/drawing/2014/main" id="{BA20C134-7B0A-4500-B331-3E470979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7904" y="4130675"/>
            <a:ext cx="672193" cy="420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82" name="out-may-d-29">
            <a:extLst xmlns:a="http://schemas.openxmlformats.org/drawingml/2006/main">
              <a:ext uri="{FF2B5EF4-FFF2-40B4-BE49-F238E27FC236}">
                <a16:creationId xmlns:a16="http://schemas.microsoft.com/office/drawing/2014/main" id="{05F33BEA-5D9D-464A-A7C1-724440BE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0096" y="4130675"/>
            <a:ext cx="672193" cy="420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83" name="out-may-d-30">
            <a:extLst xmlns:a="http://schemas.openxmlformats.org/drawingml/2006/main">
              <a:ext uri="{FF2B5EF4-FFF2-40B4-BE49-F238E27FC236}">
                <a16:creationId xmlns:a16="http://schemas.microsoft.com/office/drawing/2014/main" id="{FB7FBB60-1BCA-427E-83F0-C5309910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2289" y="4130675"/>
            <a:ext cx="672193" cy="420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84" name="out-may-d-31">
            <a:extLst xmlns:a="http://schemas.openxmlformats.org/drawingml/2006/main">
              <a:ext uri="{FF2B5EF4-FFF2-40B4-BE49-F238E27FC236}">
                <a16:creationId xmlns:a16="http://schemas.microsoft.com/office/drawing/2014/main" id="{A45D39BE-E3B9-4F86-B9A0-97872F46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4482" y="4130675"/>
            <a:ext cx="672193" cy="420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CC0FC90-E2D5-47A4-BC76-0DB5CC35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86375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1717"/>
                </a:solidFill>
              </a:defRPr>
            </a:pPr>
            <a:r>
              <a:rPr sz="1875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今天____________________________。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CDA5C8C-A345-425B-A573-5F95AC21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286375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1717"/>
                </a:solidFill>
              </a:defRPr>
            </a:pPr>
            <a:r>
              <a:rPr sz="1875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今天____________________________。</a:t>
            </a:r>
          </a:p>
        </p:txBody>
      </p:sp>
      <p:sp>
        <p:nvSpPr>
          <p:cNvPr id="8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B26443E-A2AD-4424-876C-16BEE1E9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A625C"/>
                </a:solidFill>
              </a:defRPr>
            </a:pPr>
            <a:r>
              <a:rPr sz="1050" b="0">
                <a:solidFill>
                  <a:srgbClr val="6A625C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205770039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itle">
            <a:extLst xmlns:a="http://schemas.openxmlformats.org/drawingml/2006/main">
              <a:ext uri="{FF2B5EF4-FFF2-40B4-BE49-F238E27FC236}">
                <a16:creationId xmlns:a16="http://schemas.microsoft.com/office/drawing/2014/main" id="{A87AD8F2-58F7-4469-83C8-BD710263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看图说能力  Ability Output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EEE6528B-AC10-4D3D-A588-5CF85537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763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515929F3-A785-4304-82F0-CD19F2D1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00125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看两幅图，各说一个完整句。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79030433ef446d"/>
          <a:srcRect xmlns:a="http://schemas.openxmlformats.org/drawingml/2006/main" l="0" t="13089" r="0" b="130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1762125"/>
            <a:ext cx="4953000" cy="3143250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sp>
        <p:nvSpPr>
          <p:cNvPr id="5" name="two-dishes-output-panel">
            <a:extLst xmlns:a="http://schemas.openxmlformats.org/drawingml/2006/main">
              <a:ext uri="{FF2B5EF4-FFF2-40B4-BE49-F238E27FC236}">
                <a16:creationId xmlns:a16="http://schemas.microsoft.com/office/drawing/2014/main" id="{F7A3465F-AB44-4A9F-86E1-0B16E5E8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952625"/>
            <a:ext cx="4000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sp>
        <p:nvSpPr>
          <p:cNvPr id="6" name="two-dishes-output-plate-0">
            <a:extLst xmlns:a="http://schemas.openxmlformats.org/drawingml/2006/main">
              <a:ext uri="{FF2B5EF4-FFF2-40B4-BE49-F238E27FC236}">
                <a16:creationId xmlns:a16="http://schemas.microsoft.com/office/drawing/2014/main" id="{F2B6B1D0-5A9C-4C89-A09F-3C5F712B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8560" y="2169795"/>
            <a:ext cx="1375410" cy="13754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ADA5"/>
            </a:solidFill>
            <a:prstDash val="solid"/>
          </a:ln>
        </p:spPr>
      </p:sp>
      <p:sp>
        <p:nvSpPr>
          <p:cNvPr id="7" name="two-dishes-output-food-0">
            <a:extLst xmlns:a="http://schemas.openxmlformats.org/drawingml/2006/main">
              <a:ext uri="{FF2B5EF4-FFF2-40B4-BE49-F238E27FC236}">
                <a16:creationId xmlns:a16="http://schemas.microsoft.com/office/drawing/2014/main" id="{BA076833-6D1F-4378-8D2C-A4B39145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1438" y="2332673"/>
            <a:ext cx="1049655" cy="10496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E2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wo-dishes-output-piece-0-0">
            <a:extLst xmlns:a="http://schemas.openxmlformats.org/drawingml/2006/main">
              <a:ext uri="{FF2B5EF4-FFF2-40B4-BE49-F238E27FC236}">
                <a16:creationId xmlns:a16="http://schemas.microsoft.com/office/drawing/2014/main" id="{66D4A3DA-6D15-4225-B6A8-2D851D3A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7656" y="2732627"/>
            <a:ext cx="162877" cy="1628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9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wo-dishes-output-piece-0-1">
            <a:extLst xmlns:a="http://schemas.openxmlformats.org/drawingml/2006/main">
              <a:ext uri="{FF2B5EF4-FFF2-40B4-BE49-F238E27FC236}">
                <a16:creationId xmlns:a16="http://schemas.microsoft.com/office/drawing/2014/main" id="{473632E6-24AD-42D7-BE9E-B554E2038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826" y="2732627"/>
            <a:ext cx="162877" cy="1628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77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wo-dishes-output-piece-0-2">
            <a:extLst xmlns:a="http://schemas.openxmlformats.org/drawingml/2006/main">
              <a:ext uri="{FF2B5EF4-FFF2-40B4-BE49-F238E27FC236}">
                <a16:creationId xmlns:a16="http://schemas.microsoft.com/office/drawing/2014/main" id="{85265B4A-8535-42C3-B4E1-042E3A09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1996" y="2732627"/>
            <a:ext cx="162877" cy="1628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9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wo-dishes-output-piece-0-3">
            <a:extLst xmlns:a="http://schemas.openxmlformats.org/drawingml/2006/main">
              <a:ext uri="{FF2B5EF4-FFF2-40B4-BE49-F238E27FC236}">
                <a16:creationId xmlns:a16="http://schemas.microsoft.com/office/drawing/2014/main" id="{227353B4-FC51-419F-A721-D3EED26F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7656" y="2985992"/>
            <a:ext cx="162877" cy="1628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77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wo-dishes-output-piece-0-4">
            <a:extLst xmlns:a="http://schemas.openxmlformats.org/drawingml/2006/main">
              <a:ext uri="{FF2B5EF4-FFF2-40B4-BE49-F238E27FC236}">
                <a16:creationId xmlns:a16="http://schemas.microsoft.com/office/drawing/2014/main" id="{3A27997A-9DB2-4A20-9C2E-841E96EA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826" y="2985992"/>
            <a:ext cx="162877" cy="1628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9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wo-dishes-output-plate-1">
            <a:extLst xmlns:a="http://schemas.openxmlformats.org/drawingml/2006/main">
              <a:ext uri="{FF2B5EF4-FFF2-40B4-BE49-F238E27FC236}">
                <a16:creationId xmlns:a16="http://schemas.microsoft.com/office/drawing/2014/main" id="{3F5F1852-FA8A-4DE0-B086-5356A45B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8780" y="2169795"/>
            <a:ext cx="1375410" cy="13754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ADA5"/>
            </a:solidFill>
            <a:prstDash val="solid"/>
          </a:ln>
        </p:spPr>
      </p:sp>
      <p:sp>
        <p:nvSpPr>
          <p:cNvPr id="14" name="two-dishes-output-food-1">
            <a:extLst xmlns:a="http://schemas.openxmlformats.org/drawingml/2006/main">
              <a:ext uri="{FF2B5EF4-FFF2-40B4-BE49-F238E27FC236}">
                <a16:creationId xmlns:a16="http://schemas.microsoft.com/office/drawing/2014/main" id="{EF83D540-2BF6-4B37-85AF-485D4E15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1658" y="2332673"/>
            <a:ext cx="1049655" cy="10496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B0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wo-dishes-output-piece-1-0">
            <a:extLst xmlns:a="http://schemas.openxmlformats.org/drawingml/2006/main">
              <a:ext uri="{FF2B5EF4-FFF2-40B4-BE49-F238E27FC236}">
                <a16:creationId xmlns:a16="http://schemas.microsoft.com/office/drawing/2014/main" id="{AA578B45-093B-4DAC-8013-E12C34F7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876" y="2732627"/>
            <a:ext cx="162877" cy="1628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C1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wo-dishes-output-piece-1-1">
            <a:extLst xmlns:a="http://schemas.openxmlformats.org/drawingml/2006/main">
              <a:ext uri="{FF2B5EF4-FFF2-40B4-BE49-F238E27FC236}">
                <a16:creationId xmlns:a16="http://schemas.microsoft.com/office/drawing/2014/main" id="{FC5960D9-E8DE-4D88-A674-9A0F2A36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5046" y="2732627"/>
            <a:ext cx="162877" cy="1628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67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wo-dishes-output-piece-1-2">
            <a:extLst xmlns:a="http://schemas.openxmlformats.org/drawingml/2006/main">
              <a:ext uri="{FF2B5EF4-FFF2-40B4-BE49-F238E27FC236}">
                <a16:creationId xmlns:a16="http://schemas.microsoft.com/office/drawing/2014/main" id="{701A116E-46F9-4731-8C4E-E558014F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2216" y="2732627"/>
            <a:ext cx="162877" cy="1628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C1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wo-dishes-output-piece-1-3">
            <a:extLst xmlns:a="http://schemas.openxmlformats.org/drawingml/2006/main">
              <a:ext uri="{FF2B5EF4-FFF2-40B4-BE49-F238E27FC236}">
                <a16:creationId xmlns:a16="http://schemas.microsoft.com/office/drawing/2014/main" id="{2C5CB1A1-CACC-472C-81A3-36864709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876" y="2985992"/>
            <a:ext cx="162877" cy="1628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67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wo-dishes-output-piece-1-4">
            <a:extLst xmlns:a="http://schemas.openxmlformats.org/drawingml/2006/main">
              <a:ext uri="{FF2B5EF4-FFF2-40B4-BE49-F238E27FC236}">
                <a16:creationId xmlns:a16="http://schemas.microsoft.com/office/drawing/2014/main" id="{6F2D8AB6-1949-4600-9341-91FC7BBB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5046" y="2985992"/>
            <a:ext cx="162877" cy="1628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C1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0C60AA-BE04-4838-8015-C07E9B1A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000500"/>
            <a:ext cx="3429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97423B"/>
                </a:solidFill>
              </a:defRPr>
            </a:pPr>
            <a:r>
              <a:rPr sz="25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两个菜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443A11-69C4-4678-AFE1-8B897FE1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1717"/>
                </a:solidFill>
              </a:defRPr>
            </a:pPr>
            <a:r>
              <a:rPr sz="2175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杨同乐会________________。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61000E-5DDA-4F6E-8E5A-258D039B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9112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1717"/>
                </a:solidFill>
              </a:defRPr>
            </a:pPr>
            <a:r>
              <a:rPr sz="2175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我会________________两个菜。</a:t>
            </a:r>
          </a:p>
        </p:txBody>
      </p:sp>
      <p:sp>
        <p:nvSpPr>
          <p:cNvPr id="2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F792A11-08F7-4DAA-AEFF-ABFD3935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A625C"/>
                </a:solidFill>
              </a:defRPr>
            </a:pPr>
            <a:r>
              <a:rPr sz="1050" b="0">
                <a:solidFill>
                  <a:srgbClr val="6A625C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82708716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962B840F-9D7B-48E1-910F-59C884DF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会不会抢答  Quick-response Game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D397EE4D-C604-4AF5-A947-0B0090B0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763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66555E2F-638B-4F2B-90DB-710FD93E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00125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四人一组，用词卡轮流问答“会不会……”。</a:t>
            </a:r>
          </a:p>
        </p:txBody>
      </p:sp>
      <p:sp>
        <p:nvSpPr>
          <p:cNvPr id="4" name="label-做饭-80-180">
            <a:extLst xmlns:a="http://schemas.openxmlformats.org/drawingml/2006/main">
              <a:ext uri="{FF2B5EF4-FFF2-40B4-BE49-F238E27FC236}">
                <a16:creationId xmlns:a16="http://schemas.microsoft.com/office/drawing/2014/main" id="{2AD68AE0-47F0-492D-92EA-416D96FF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2381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97423B"/>
                </a:solidFill>
              </a:defRPr>
            </a:pPr>
            <a:r>
              <a:rPr sz="202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做饭</a:t>
            </a:r>
          </a:p>
        </p:txBody>
      </p:sp>
      <p:sp>
        <p:nvSpPr>
          <p:cNvPr id="5" name="label-做面条儿-380-180">
            <a:extLst xmlns:a="http://schemas.openxmlformats.org/drawingml/2006/main">
              <a:ext uri="{FF2B5EF4-FFF2-40B4-BE49-F238E27FC236}">
                <a16:creationId xmlns:a16="http://schemas.microsoft.com/office/drawing/2014/main" id="{2E22C49A-4B6B-43F9-BE79-16C28695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14500"/>
            <a:ext cx="2381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97423B"/>
                </a:solidFill>
              </a:defRPr>
            </a:pPr>
            <a:r>
              <a:rPr sz="202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做面条儿</a:t>
            </a:r>
          </a:p>
        </p:txBody>
      </p:sp>
      <p:sp>
        <p:nvSpPr>
          <p:cNvPr id="6" name="label-做饺子-680-180">
            <a:extLst xmlns:a="http://schemas.openxmlformats.org/drawingml/2006/main">
              <a:ext uri="{FF2B5EF4-FFF2-40B4-BE49-F238E27FC236}">
                <a16:creationId xmlns:a16="http://schemas.microsoft.com/office/drawing/2014/main" id="{0C7BF490-6209-4DFF-84EC-925E3D4E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2381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97423B"/>
                </a:solidFill>
              </a:defRPr>
            </a:pPr>
            <a:r>
              <a:rPr sz="202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做饺子</a:t>
            </a:r>
          </a:p>
        </p:txBody>
      </p:sp>
      <p:sp>
        <p:nvSpPr>
          <p:cNvPr id="7" name="label-做菜-980-180">
            <a:extLst xmlns:a="http://schemas.openxmlformats.org/drawingml/2006/main">
              <a:ext uri="{FF2B5EF4-FFF2-40B4-BE49-F238E27FC236}">
                <a16:creationId xmlns:a16="http://schemas.microsoft.com/office/drawing/2014/main" id="{938E492B-586E-4E13-8237-57908076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14500"/>
            <a:ext cx="2381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97423B"/>
                </a:solidFill>
              </a:defRPr>
            </a:pPr>
            <a:r>
              <a:rPr sz="202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做菜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E592CE-4D5E-4971-B60B-10AC6268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003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9" name="label-提问者-230-320">
            <a:extLst xmlns:a="http://schemas.openxmlformats.org/drawingml/2006/main">
              <a:ext uri="{FF2B5EF4-FFF2-40B4-BE49-F238E27FC236}">
                <a16:creationId xmlns:a16="http://schemas.microsoft.com/office/drawing/2014/main" id="{43348BF0-1374-41CE-B699-50B521F6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480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提问者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4370BD-DDD7-4242-BFEB-5FDF9BD4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000375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你会________吗？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0A1649-BB6D-4C8F-9108-0A80C70F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05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12" name="label-抢答者-230-415">
            <a:extLst xmlns:a="http://schemas.openxmlformats.org/drawingml/2006/main">
              <a:ext uri="{FF2B5EF4-FFF2-40B4-BE49-F238E27FC236}">
                <a16:creationId xmlns:a16="http://schemas.microsoft.com/office/drawing/2014/main" id="{74A6F2E1-C7BD-4432-8509-BFA6F6A6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52875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抢答者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810E3A-F0E2-4632-A74A-68117F05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9052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我会 / 不会________。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D32235-47FF-459B-B035-D7341FF2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10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3</a:t>
            </a:r>
          </a:p>
        </p:txBody>
      </p:sp>
      <p:sp>
        <p:nvSpPr>
          <p:cNvPr id="15" name="label-下一位-230-510">
            <a:extLst xmlns:a="http://schemas.openxmlformats.org/drawingml/2006/main">
              <a:ext uri="{FF2B5EF4-FFF2-40B4-BE49-F238E27FC236}">
                <a16:creationId xmlns:a16="http://schemas.microsoft.com/office/drawing/2014/main" id="{98E8F8D7-7CB0-49E9-B3A0-D756B6A2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5775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下一位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3F2102-1F9D-4194-A040-FEE9F716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810125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抢答最少者提问</a:t>
            </a:r>
          </a:p>
        </p:txBody>
      </p:sp>
      <p:sp>
        <p:nvSpPr>
          <p:cNvPr id="1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14E10CC-88E0-4906-A011-BC0C27E9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A625C"/>
                </a:solidFill>
              </a:defRPr>
            </a:pPr>
            <a:r>
              <a:rPr sz="1050" b="0">
                <a:solidFill>
                  <a:srgbClr val="6A625C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35571395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252ED6D6-7003-49FF-9279-89130541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中国美食——饺子  Culture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A73A81DB-F301-4AB9-A968-0CE0AF57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763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EFAC2EDF-61CD-439C-94A4-DAE1F366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00125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看图，用三句话介绍饺子。</a:t>
            </a:r>
          </a:p>
        </p:txBody>
      </p:sp>
      <p:sp>
        <p:nvSpPr>
          <p:cNvPr id="4" name="jiaozi-visual-panel">
            <a:extLst xmlns:a="http://schemas.openxmlformats.org/drawingml/2006/main">
              <a:ext uri="{FF2B5EF4-FFF2-40B4-BE49-F238E27FC236}">
                <a16:creationId xmlns:a16="http://schemas.microsoft.com/office/drawing/2014/main" id="{EDC719CC-85C3-4ECF-BB7C-2D9D9D31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5143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7BE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1fabd90d7340db"/>
          <a:stretch xmlns:a="http://schemas.openxmlformats.org/drawingml/2006/main"/>
        </p:blipFill>
        <p:spPr>
          <a:xfrm xmlns:a="http://schemas.openxmlformats.org/drawingml/2006/main">
            <a:off x="2000250" y="2002140"/>
            <a:ext cx="2381250" cy="1663095"/>
          </a:xfrm>
          <a:prstGeom xmlns:a="http://schemas.openxmlformats.org/drawingml/2006/main" prst="roundRect">
            <a:avLst>
              <a:gd name="adj" fmla="val 457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96549A-10F6-4771-8480-67E8E2CD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052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1735B"/>
                </a:solidFill>
              </a:defRPr>
            </a:pPr>
            <a:r>
              <a:rPr sz="1800" b="1">
                <a:solidFill>
                  <a:srgbClr val="51735B"/>
                </a:solidFill>
                <a:latin typeface="KaiTi"/>
                <a:ea typeface="KaiTi"/>
                <a:cs typeface="KaiTi"/>
              </a:rPr>
              <a:t>中国美食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39B092-8C43-4D48-A96E-99DF34BF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81500"/>
            <a:ext cx="3619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97423B"/>
                </a:solidFill>
              </a:defRPr>
            </a:pPr>
            <a:r>
              <a:rPr sz="30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饺子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980F74-38AA-4A01-B174-ED2A72F6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47875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97423B"/>
                </a:solidFill>
              </a:defRPr>
            </a:pPr>
            <a:r>
              <a:rPr sz="43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饺子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2C8988-262F-4B46-8779-0FFD6390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385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717"/>
                </a:solidFill>
              </a:defRPr>
            </a:pPr>
            <a:r>
              <a:rPr sz="2175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这是饺子。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D1800C-A2BA-4275-85E2-C30C2B76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814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717"/>
                </a:solidFill>
              </a:defRPr>
            </a:pPr>
            <a:r>
              <a:rPr sz="2175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我喜欢 / 不喜欢饺子。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4A729C-05BC-4570-9877-4979B435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244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717"/>
                </a:solidFill>
              </a:defRPr>
            </a:pPr>
            <a:r>
              <a:rPr sz="2175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我会 / 不会做饺子。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27747FB-AA40-4B4E-848B-4005D3F3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A625C"/>
                </a:solidFill>
              </a:defRPr>
            </a:pPr>
            <a:r>
              <a:rPr sz="1050" b="0">
                <a:solidFill>
                  <a:srgbClr val="6A625C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200280877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451EBE25-216E-4485-A178-C52AF43A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本课口头挑战  Lesson Challenge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5CA52F-C482-434C-891E-B811DFC1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763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E253AFA1-4CB6-4BA7-95E2-E7C370F8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00125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口头回答三题，再和同伴互听。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9B566B-91D2-4E97-8C84-E416413F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8859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0D4390-E92A-489F-A988-943815AA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809750"/>
            <a:ext cx="8477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今天几号？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0FD520-AABA-4208-B87A-6A5CDEBA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670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9D410F-A4CB-44F5-AF35-7BFDC093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190875"/>
            <a:ext cx="8477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你会做什么？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68F37E-F5DB-42FD-A54D-350D261E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48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B05C2B-2468-478A-9F41-027F1FD4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572000"/>
            <a:ext cx="8477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新电脑怎么样？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1507827-76E9-4CE6-99B3-6DABAE6F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A625C"/>
                </a:solidFill>
              </a:defRPr>
            </a:pPr>
            <a:r>
              <a:rPr sz="1050" b="0">
                <a:solidFill>
                  <a:srgbClr val="6A625C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1009204207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ChatGPT">
      <a:dk1>
        <a:srgbClr val="000000"/>
      </a:dk1>
      <a:lt1>
        <a:srgbClr val="FFFFFF"/>
      </a:lt1>
      <a:dk2>
        <a:srgbClr val="3C2908"/>
      </a:dk2>
      <a:lt2>
        <a:srgbClr val="FFF9F0"/>
      </a:lt2>
      <a:accent1>
        <a:srgbClr val="BF5449"/>
      </a:accent1>
      <a:accent2>
        <a:srgbClr val="DB8461"/>
      </a:accent2>
      <a:accent3>
        <a:srgbClr val="DFAA75"/>
      </a:accent3>
      <a:accent4>
        <a:srgbClr val="99966E"/>
      </a:accent4>
      <a:accent5>
        <a:srgbClr val="936C47"/>
      </a:accent5>
      <a:accent6>
        <a:srgbClr val="6B7B4F"/>
      </a:accent6>
      <a:hlink>
        <a:srgbClr val="0026E5"/>
      </a:hlink>
      <a:folHlink>
        <a:srgbClr val="7E1FAD"/>
      </a:folHlink>
    </a:clrScheme>
    <a:fontScheme name="">
      <a:majorFont>
        <a:latin typeface="汉语拼音"/>
        <a:ea typeface="超清极简护眼楷"/>
        <a:cs typeface=""/>
      </a:majorFont>
      <a:minorFont>
        <a:latin typeface="汉语拼音"/>
        <a:ea typeface="超清极简护眼楷"/>
        <a:cs typeface="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2026-08-22T09:02:42.5400000Z</dcterms:created>
  <dcterms:modified xsi:type="dcterms:W3CDTF">2026-08-22T09:02:42.5400000Z</dcterms:modified>
</coreProperties>
</file>