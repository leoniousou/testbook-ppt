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e70bb118154c70" /><Relationship Type="http://schemas.openxmlformats.org/officeDocument/2006/relationships/extended-properties" Target="/docProps/app.xml" Id="Rb9071b394e514bba" /><Relationship Type="http://schemas.openxmlformats.org/officeDocument/2006/relationships/officeDocument" Target="/ppt/presentation.xml" Id="R85e761255ebb45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de8abbc4674283"/>
    <p:sldMasterId xmlns:r="http://schemas.openxmlformats.org/officeDocument/2006/relationships" id="2147483661" r:id="Rde97b8ce40034d62"/>
    <p:sldMasterId xmlns:r="http://schemas.openxmlformats.org/officeDocument/2006/relationships" id="2147483673" r:id="R5fdf4b840a284e9c"/>
  </p:sldMasterIdLst>
  <p:notesMasterIdLst>
    <p:notesMasterId xmlns:r="http://schemas.openxmlformats.org/officeDocument/2006/relationships" r:id="R740b063cda954d1b"/>
  </p:notesMasterIdLst>
  <p:sldIdLst>
    <p:sldId xmlns:r="http://schemas.openxmlformats.org/officeDocument/2006/relationships" id="256" r:id="R635e1852833a415a"/>
    <p:sldId xmlns:r="http://schemas.openxmlformats.org/officeDocument/2006/relationships" id="257" r:id="R3cbfd1e2bcf1418d"/>
    <p:sldId xmlns:r="http://schemas.openxmlformats.org/officeDocument/2006/relationships" id="258" r:id="R91ac21848fb740c9"/>
    <p:sldId xmlns:r="http://schemas.openxmlformats.org/officeDocument/2006/relationships" id="259" r:id="R9bc32a38d0734535"/>
    <p:sldId xmlns:r="http://schemas.openxmlformats.org/officeDocument/2006/relationships" id="260" r:id="R0beb1ab748f148ce"/>
    <p:sldId xmlns:r="http://schemas.openxmlformats.org/officeDocument/2006/relationships" id="261" r:id="Rea2a494419444b81"/>
    <p:sldId xmlns:r="http://schemas.openxmlformats.org/officeDocument/2006/relationships" id="262" r:id="R4ec2551b77914abd"/>
    <p:sldId xmlns:r="http://schemas.openxmlformats.org/officeDocument/2006/relationships" id="263" r:id="R72f41f7516ac482d"/>
    <p:sldId xmlns:r="http://schemas.openxmlformats.org/officeDocument/2006/relationships" id="264" r:id="Rbbcc4c2c0d3e471c"/>
    <p:sldId xmlns:r="http://schemas.openxmlformats.org/officeDocument/2006/relationships" id="265" r:id="Rcfee2a8b46ff47fe"/>
    <p:sldId xmlns:r="http://schemas.openxmlformats.org/officeDocument/2006/relationships" id="266" r:id="R8fe84ba771804cad"/>
    <p:sldId xmlns:r="http://schemas.openxmlformats.org/officeDocument/2006/relationships" id="267" r:id="R826a3f9363364bae"/>
    <p:sldId xmlns:r="http://schemas.openxmlformats.org/officeDocument/2006/relationships" id="268" r:id="R0bc6e48db9504b04"/>
    <p:sldId xmlns:r="http://schemas.openxmlformats.org/officeDocument/2006/relationships" id="269" r:id="R6e0d8de562444d87"/>
    <p:sldId xmlns:r="http://schemas.openxmlformats.org/officeDocument/2006/relationships" id="270" r:id="R3589435b26874b6a"/>
    <p:sldId xmlns:r="http://schemas.openxmlformats.org/officeDocument/2006/relationships" id="271" r:id="Re8817663e8444644"/>
    <p:sldId xmlns:r="http://schemas.openxmlformats.org/officeDocument/2006/relationships" id="272" r:id="Rafaf79e095a446c4"/>
    <p:sldId xmlns:r="http://schemas.openxmlformats.org/officeDocument/2006/relationships" id="273" r:id="R5f74e960807d493c"/>
    <p:sldId xmlns:r="http://schemas.openxmlformats.org/officeDocument/2006/relationships" id="274" r:id="R912cf95465c640fe"/>
    <p:sldId xmlns:r="http://schemas.openxmlformats.org/officeDocument/2006/relationships" id="275" r:id="Ra5ba8c6cde2249d9"/>
    <p:sldId xmlns:r="http://schemas.openxmlformats.org/officeDocument/2006/relationships" id="276" r:id="Rff0cf0decdb8477e"/>
    <p:sldId xmlns:r="http://schemas.openxmlformats.org/officeDocument/2006/relationships" id="277" r:id="R6cbe0964f15c42b0"/>
    <p:sldId xmlns:r="http://schemas.openxmlformats.org/officeDocument/2006/relationships" id="278" r:id="R4bd1cbac31f04f55"/>
    <p:sldId xmlns:r="http://schemas.openxmlformats.org/officeDocument/2006/relationships" id="279" r:id="R23fe0544e6a147da"/>
    <p:sldId xmlns:r="http://schemas.openxmlformats.org/officeDocument/2006/relationships" id="280" r:id="Rc538dd84fc13471c"/>
    <p:sldId xmlns:r="http://schemas.openxmlformats.org/officeDocument/2006/relationships" id="281" r:id="R0eda9421b6cc4f6c"/>
    <p:sldId xmlns:r="http://schemas.openxmlformats.org/officeDocument/2006/relationships" id="282" r:id="R9092f8fad7494aad"/>
    <p:sldId xmlns:r="http://schemas.openxmlformats.org/officeDocument/2006/relationships" id="283" r:id="R8fd86dd4f1164d3c"/>
    <p:sldId xmlns:r="http://schemas.openxmlformats.org/officeDocument/2006/relationships" id="284" r:id="Rb26cad9c16e4431f"/>
    <p:sldId xmlns:r="http://schemas.openxmlformats.org/officeDocument/2006/relationships" id="285" r:id="R969c54f5af4f4c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eec0ddfdf44058" /><Relationship Type="http://schemas.openxmlformats.org/officeDocument/2006/relationships/slideMaster" Target="/ppt/slideMasters/slideMaster1.xml" Id="R85de8abbc4674283" /><Relationship Type="http://schemas.openxmlformats.org/officeDocument/2006/relationships/slideMaster" Target="/ppt/slideMasters/slideMaster2.xml" Id="Rde97b8ce40034d62" /><Relationship Type="http://schemas.openxmlformats.org/officeDocument/2006/relationships/slideMaster" Target="/ppt/slideMasters/slideMaster3.xml" Id="R5fdf4b840a284e9c" /><Relationship Type="http://schemas.openxmlformats.org/officeDocument/2006/relationships/notesMaster" Target="/ppt/notesMasters/notesMaster1.xml" Id="R740b063cda954d1b" /><Relationship Type="http://schemas.openxmlformats.org/officeDocument/2006/relationships/presProps" Target="/ppt/presProps.xml" Id="R191051712ee84b4d" /><Relationship Type="http://schemas.openxmlformats.org/officeDocument/2006/relationships/viewProps" Target="/ppt/viewProps.xml" Id="Rf8496d129ed9463c" /><Relationship Type="http://schemas.openxmlformats.org/officeDocument/2006/relationships/tableStyles" Target="/ppt/tableStyles.xml" Id="R97d7ebe96a5748f2" /><Relationship Type="http://schemas.openxmlformats.org/officeDocument/2006/relationships/slide" Target="/ppt/slides/slide1.xml" Id="R635e1852833a415a" /><Relationship Type="http://schemas.openxmlformats.org/officeDocument/2006/relationships/slide" Target="/ppt/slides/slide2.xml" Id="R3cbfd1e2bcf1418d" /><Relationship Type="http://schemas.openxmlformats.org/officeDocument/2006/relationships/slide" Target="/ppt/slides/slide3.xml" Id="R91ac21848fb740c9" /><Relationship Type="http://schemas.openxmlformats.org/officeDocument/2006/relationships/slide" Target="/ppt/slides/slide4.xml" Id="R9bc32a38d0734535" /><Relationship Type="http://schemas.openxmlformats.org/officeDocument/2006/relationships/slide" Target="/ppt/slides/slide5.xml" Id="R0beb1ab748f148ce" /><Relationship Type="http://schemas.openxmlformats.org/officeDocument/2006/relationships/slide" Target="/ppt/slides/slide6.xml" Id="Rea2a494419444b81" /><Relationship Type="http://schemas.openxmlformats.org/officeDocument/2006/relationships/slide" Target="/ppt/slides/slide7.xml" Id="R4ec2551b77914abd" /><Relationship Type="http://schemas.openxmlformats.org/officeDocument/2006/relationships/slide" Target="/ppt/slides/slide8.xml" Id="R72f41f7516ac482d" /><Relationship Type="http://schemas.openxmlformats.org/officeDocument/2006/relationships/slide" Target="/ppt/slides/slide9.xml" Id="Rbbcc4c2c0d3e471c" /><Relationship Type="http://schemas.openxmlformats.org/officeDocument/2006/relationships/slide" Target="/ppt/slides/slide10.xml" Id="Rcfee2a8b46ff47fe" /><Relationship Type="http://schemas.openxmlformats.org/officeDocument/2006/relationships/slide" Target="/ppt/slides/slide11.xml" Id="R8fe84ba771804cad" /><Relationship Type="http://schemas.openxmlformats.org/officeDocument/2006/relationships/slide" Target="/ppt/slides/slide12.xml" Id="R826a3f9363364bae" /><Relationship Type="http://schemas.openxmlformats.org/officeDocument/2006/relationships/slide" Target="/ppt/slides/slide13.xml" Id="R0bc6e48db9504b04" /><Relationship Type="http://schemas.openxmlformats.org/officeDocument/2006/relationships/slide" Target="/ppt/slides/slide14.xml" Id="R6e0d8de562444d87" /><Relationship Type="http://schemas.openxmlformats.org/officeDocument/2006/relationships/slide" Target="/ppt/slides/slide15.xml" Id="R3589435b26874b6a" /><Relationship Type="http://schemas.openxmlformats.org/officeDocument/2006/relationships/slide" Target="/ppt/slides/slide16.xml" Id="Re8817663e8444644" /><Relationship Type="http://schemas.openxmlformats.org/officeDocument/2006/relationships/slide" Target="/ppt/slides/slide17.xml" Id="Rafaf79e095a446c4" /><Relationship Type="http://schemas.openxmlformats.org/officeDocument/2006/relationships/slide" Target="/ppt/slides/slide18.xml" Id="R5f74e960807d493c" /><Relationship Type="http://schemas.openxmlformats.org/officeDocument/2006/relationships/slide" Target="/ppt/slides/slide19.xml" Id="R912cf95465c640fe" /><Relationship Type="http://schemas.openxmlformats.org/officeDocument/2006/relationships/slide" Target="/ppt/slides/slide20.xml" Id="Ra5ba8c6cde2249d9" /><Relationship Type="http://schemas.openxmlformats.org/officeDocument/2006/relationships/slide" Target="/ppt/slides/slide21.xml" Id="Rff0cf0decdb8477e" /><Relationship Type="http://schemas.openxmlformats.org/officeDocument/2006/relationships/slide" Target="/ppt/slides/slide22.xml" Id="R6cbe0964f15c42b0" /><Relationship Type="http://schemas.openxmlformats.org/officeDocument/2006/relationships/slide" Target="/ppt/slides/slide23.xml" Id="R4bd1cbac31f04f55" /><Relationship Type="http://schemas.openxmlformats.org/officeDocument/2006/relationships/slide" Target="/ppt/slides/slide24.xml" Id="R23fe0544e6a147da" /><Relationship Type="http://schemas.openxmlformats.org/officeDocument/2006/relationships/slide" Target="/ppt/slides/slide25.xml" Id="Rc538dd84fc13471c" /><Relationship Type="http://schemas.openxmlformats.org/officeDocument/2006/relationships/slide" Target="/ppt/slides/slide26.xml" Id="R0eda9421b6cc4f6c" /><Relationship Type="http://schemas.openxmlformats.org/officeDocument/2006/relationships/slide" Target="/ppt/slides/slide27.xml" Id="R9092f8fad7494aad" /><Relationship Type="http://schemas.openxmlformats.org/officeDocument/2006/relationships/slide" Target="/ppt/slides/slide28.xml" Id="R8fd86dd4f1164d3c" /><Relationship Type="http://schemas.openxmlformats.org/officeDocument/2006/relationships/slide" Target="/ppt/slides/slide29.xml" Id="Rb26cad9c16e4431f" /><Relationship Type="http://schemas.openxmlformats.org/officeDocument/2006/relationships/slide" Target="/ppt/slides/slide30.xml" Id="R969c54f5af4f4c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168905e88434d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ab4e73b6994ed7" /><Relationship Type="http://schemas.openxmlformats.org/officeDocument/2006/relationships/notesMaster" Target="/ppt/notesMasters/notesMaster1.xml" Id="R369016e0c88c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df181849434064" /><Relationship Type="http://schemas.openxmlformats.org/officeDocument/2006/relationships/notesMaster" Target="/ppt/notesMasters/notesMaster1.xml" Id="R7f40f5ef23fa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8c50ecf0cf4306" /><Relationship Type="http://schemas.openxmlformats.org/officeDocument/2006/relationships/notesMaster" Target="/ppt/notesMasters/notesMaster1.xml" Id="R082ca7d86e444f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4fe6f35da74419" /><Relationship Type="http://schemas.openxmlformats.org/officeDocument/2006/relationships/notesMaster" Target="/ppt/notesMasters/notesMaster1.xml" Id="R502f4303daf446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d05509d74c4dc0" /><Relationship Type="http://schemas.openxmlformats.org/officeDocument/2006/relationships/notesMaster" Target="/ppt/notesMasters/notesMaster1.xml" Id="R14c2084c692945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46782a6a4a4b53" /><Relationship Type="http://schemas.openxmlformats.org/officeDocument/2006/relationships/notesMaster" Target="/ppt/notesMasters/notesMaster1.xml" Id="R977b19224b8d49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7977c165844ba9" /><Relationship Type="http://schemas.openxmlformats.org/officeDocument/2006/relationships/notesMaster" Target="/ppt/notesMasters/notesMaster1.xml" Id="R68b054e284cf4f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ab21f52d2e4083" /><Relationship Type="http://schemas.openxmlformats.org/officeDocument/2006/relationships/notesMaster" Target="/ppt/notesMasters/notesMaster1.xml" Id="Re98192d014a24a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cc33ad5d434fab" /><Relationship Type="http://schemas.openxmlformats.org/officeDocument/2006/relationships/notesMaster" Target="/ppt/notesMasters/notesMaster1.xml" Id="R26a97ad8136146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60bc2f164644df" /><Relationship Type="http://schemas.openxmlformats.org/officeDocument/2006/relationships/notesMaster" Target="/ppt/notesMasters/notesMaster1.xml" Id="Rc02da7766ec04a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3721d5867148b5" /><Relationship Type="http://schemas.openxmlformats.org/officeDocument/2006/relationships/notesMaster" Target="/ppt/notesMasters/notesMaster1.xml" Id="R63d9f093500847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0d8e170e824c0a" /><Relationship Type="http://schemas.openxmlformats.org/officeDocument/2006/relationships/notesMaster" Target="/ppt/notesMasters/notesMaster1.xml" Id="R8878c2e6e85d4f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6db53349f24985" /><Relationship Type="http://schemas.openxmlformats.org/officeDocument/2006/relationships/notesMaster" Target="/ppt/notesMasters/notesMaster1.xml" Id="Rcc06f8c8327347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88e19264af42b1" /><Relationship Type="http://schemas.openxmlformats.org/officeDocument/2006/relationships/notesMaster" Target="/ppt/notesMasters/notesMaster1.xml" Id="R8b2632f474324c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f660afda0e4e1f" /><Relationship Type="http://schemas.openxmlformats.org/officeDocument/2006/relationships/notesMaster" Target="/ppt/notesMasters/notesMaster1.xml" Id="R24fd696bd6cf4e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f33b18b45f4adb" /><Relationship Type="http://schemas.openxmlformats.org/officeDocument/2006/relationships/notesMaster" Target="/ppt/notesMasters/notesMaster1.xml" Id="R32f8a19ee2d245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60b4be8ccf4137" /><Relationship Type="http://schemas.openxmlformats.org/officeDocument/2006/relationships/notesMaster" Target="/ppt/notesMasters/notesMaster1.xml" Id="R270a854912824d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05bcb1cad84b91" /><Relationship Type="http://schemas.openxmlformats.org/officeDocument/2006/relationships/notesMaster" Target="/ppt/notesMasters/notesMaster1.xml" Id="R1a63ed1a28824d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86f3021cf54bd9" /><Relationship Type="http://schemas.openxmlformats.org/officeDocument/2006/relationships/notesMaster" Target="/ppt/notesMasters/notesMaster1.xml" Id="Rb882cb55233845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6adf2b5f2b41e3" /><Relationship Type="http://schemas.openxmlformats.org/officeDocument/2006/relationships/notesMaster" Target="/ppt/notesMasters/notesMaster1.xml" Id="Rda89bbc19220468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18cab8eaa34e00" /><Relationship Type="http://schemas.openxmlformats.org/officeDocument/2006/relationships/notesMaster" Target="/ppt/notesMasters/notesMaster1.xml" Id="Rafbca2b8e5f149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d0a9ba9e8384f1a" /><Relationship Type="http://schemas.openxmlformats.org/officeDocument/2006/relationships/notesMaster" Target="/ppt/notesMasters/notesMaster1.xml" Id="Re84ea07dc0ac4a4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b84ccf2927840e8" /><Relationship Type="http://schemas.openxmlformats.org/officeDocument/2006/relationships/notesMaster" Target="/ppt/notesMasters/notesMaster1.xml" Id="R663b4edf74a043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2439b67b3e5422d" /><Relationship Type="http://schemas.openxmlformats.org/officeDocument/2006/relationships/notesMaster" Target="/ppt/notesMasters/notesMaster1.xml" Id="R7125fe3ce9c849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d720682560945b1" /><Relationship Type="http://schemas.openxmlformats.org/officeDocument/2006/relationships/notesMaster" Target="/ppt/notesMasters/notesMaster1.xml" Id="R27f5ffececeb43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67045bcc2d841a5" /><Relationship Type="http://schemas.openxmlformats.org/officeDocument/2006/relationships/notesMaster" Target="/ppt/notesMasters/notesMaster1.xml" Id="R6f6a36a2d550430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e75b77cdc34de5" /><Relationship Type="http://schemas.openxmlformats.org/officeDocument/2006/relationships/notesMaster" Target="/ppt/notesMasters/notesMaster1.xml" Id="R74f2c279e442446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2491a0d47a344e5" /><Relationship Type="http://schemas.openxmlformats.org/officeDocument/2006/relationships/notesMaster" Target="/ppt/notesMasters/notesMaster1.xml" Id="R2929d6efa35b452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ffe2db9df584f64" /><Relationship Type="http://schemas.openxmlformats.org/officeDocument/2006/relationships/notesMaster" Target="/ppt/notesMasters/notesMaster1.xml" Id="R93bdae812d2841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459c6ce767c4e81" /><Relationship Type="http://schemas.openxmlformats.org/officeDocument/2006/relationships/notesMaster" Target="/ppt/notesMasters/notesMaster1.xml" Id="R30b51b33f8b648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【课时定位】第1课时｜全课导入</a:t>
            </a:r>
          </a:p>
          <a:p xmlns:a="http://schemas.openxmlformats.org/drawingml/2006/main">
            <a:r>
              <a:t>【本页目标】学生能用自己的话说出本课核心学习任务。</a:t>
            </a:r>
          </a:p>
          <a:p xmlns:a="http://schemas.openxmlformats.org/drawingml/2006/main">
            <a:r>
              <a:t>【建议用时】3分钟；时间不足时保留学生产出与检查。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【教学顺序】读课题→读目标→说已知词→进入热身。</a:t>
            </a:r>
          </a:p>
          <a:p xmlns:a="http://schemas.openxmlformats.org/drawingml/2006/main">
            <a:r>
              <a:t>【教师动作/话术】指课题逐项追问；不会时只指目标，不提前讲规则。</a:t>
            </a:r>
          </a:p>
          <a:p xmlns:a="http://schemas.openxmlformats.org/drawingml/2006/main">
            <a:r>
              <a:t>【学生任务】读课题，说说你认识哪些词。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【常见问题】只读课题不说目标→指三项目标关键词→学生复述一项目标。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【教材来源】教材印刷P.95（PDF第109页）；教材目标：能听懂并使用双宾语句表示询问或给予别人东西；掌握能愿动词“可以”的用法；掌握“动词＋一下”结构的用法；了解点餐用语。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【答案/检查标准】1-C 给；2-A 面包；3-F 请；4-B 说；5-D 茶；6-E 一半</a:t>
            </a:r>
            <a:endParaRPr/>
          </a:p>
          <a:p xmlns:a="http://schemas.openxmlformats.org/drawingml/2006/main">
            <a:r>
              <a:t>【教材来源】教材印刷P.95（PDF第109页）。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【答案/检查标准】可以 kěyǐ；再 zài；问题 wèntí；检查读音，并用其中一词说完整短句。</a:t>
            </a:r>
            <a:endParaRPr/>
          </a:p>
          <a:p xmlns:a="http://schemas.openxmlformats.org/drawingml/2006/main">
            <a:r>
              <a:t>【教材来源】教材印刷P.97（PDF第111页）。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【教师动作/话术】教材音频13-1未嵌入。教师朗读两遍：第一遍自然语速完整朗读，全文后停5秒；第二遍逐句朗读，每句后停2秒。朗读稿：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场景：下课后，白家月问王老师问题。</a:t>
            </a:r>
          </a:p>
          <a:p xmlns:a="http://schemas.openxmlformats.org/drawingml/2006/main">
            <a:r>
              <a:t>白家月：王老师，我可以再问您一个问题吗？</a:t>
            </a:r>
          </a:p>
          <a:p xmlns:a="http://schemas.openxmlformats.org/drawingml/2006/main">
            <a:r>
              <a:t>王一飞：可以。你有什么问题？</a:t>
            </a:r>
          </a:p>
          <a:p xmlns:a="http://schemas.openxmlformats.org/drawingml/2006/main">
            <a:r>
              <a:t>白家月：那个小店卖不卖手机？</a:t>
            </a:r>
          </a:p>
          <a:p xmlns:a="http://schemas.openxmlformats.org/drawingml/2006/main">
            <a:r>
              <a:t>王一飞：我不知道。你可以打电话问一下。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白家月想再问王老师一个问题。”；证据：“白家月：王老师，我可以再问您一个问题吗？”；2.完整答案是“王老师不知道那里卖不卖手机。”；证据：“白家月：那个小店卖不卖手机？；王一飞：我不知道。你可以打电话问一下。”；3.完整答案是“王老师建议白家月打电话问一下。”；证据：“白家月：那个小店卖不卖手机？；王一飞：我不知道。你可以打电话问一下。”；可接受同义完整句，关键信息须一致。</a:t>
            </a:r>
          </a:p>
          <a:p xmlns:a="http://schemas.openxmlformats.org/drawingml/2006/main">
            <a:r>
              <a:t>【教材来源】教材印刷P.96（PDF第110页），课文1；其中2题为教材选择题，1题为教师设计的课文证据题；实际音频状态：未嵌入，使用教师朗读。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【教材来源】教材印刷P.96（PDF第110页）。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【答案/检查标准】卖 mài；打电话 dǎ diànhuà；一下 yíxià；检查读音，并用其中一词说完整短句。</a:t>
            </a:r>
            <a:endParaRPr/>
          </a:p>
          <a:p xmlns:a="http://schemas.openxmlformats.org/drawingml/2006/main">
            <a:r>
              <a:t>【教材来源】教材印刷P.97（PDF第111页）。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【本页目标】学生能理解并使用能愿动词“可以”。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【学生任务】观察三组句子，说出共同规则。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【答案/检查标准】“可以”放在动词前，表示可能、能够或许可。</a:t>
            </a:r>
            <a:endParaRPr/>
          </a:p>
          <a:p xmlns:a="http://schemas.openxmlformats.org/drawingml/2006/main">
            <a:r>
              <a:t>【教材来源】教材印刷P.97（PDF第111页）。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【本页目标】学生能按句架完成三组问答。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【答案/检查标准】1.可以，请坐。；2.请看一下。；3.可以打电话问一下。</a:t>
            </a:r>
            <a:endParaRPr/>
          </a:p>
          <a:p xmlns:a="http://schemas.openxmlformats.org/drawingml/2006/main">
            <a:r>
              <a:t>【教材来源】教材印刷P.97（PDF第111页）；教师设计补充；依据本课课文、语言点与教材练习。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【课时定位】第1课时｜课文一真实任务</a:t>
            </a:r>
            <a:endParaRPr/>
          </a:p>
          <a:p xmlns:a="http://schemas.openxmlformats.org/drawingml/2006/main">
            <a:r>
              <a:t>【本页目标】学生能用课文一功能完成信息交换。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【教师动作/话术】先示范一轮，再要求离开课文看同伴说。</a:t>
            </a:r>
            <a:endParaRPr/>
          </a:p>
          <a:p xmlns:a="http://schemas.openxmlformats.org/drawingml/2006/main">
            <a:r>
              <a:t>【学生任务】两人交换信息，记录一条真实结果。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【答案/检查标准】提问可接受：我可以________吗？；回答可接受：可以／不可以。请________一下。；记录要求：记录许可和动作。</a:t>
            </a:r>
            <a:endParaRPr/>
          </a:p>
          <a:p xmlns:a="http://schemas.openxmlformats.org/drawingml/2006/main">
            <a:r>
              <a:t>【教材来源】教材印刷P.96（PDF第110页）；教师设计补充；依据本课课文、语言点与教材练习。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【课时定位】第1课时｜第一课时出口</a:t>
            </a:r>
            <a:endParaRPr/>
          </a:p>
          <a:p xmlns:a="http://schemas.openxmlformats.org/drawingml/2006/main">
            <a:r>
              <a:t>【本页目标】检查课文一词语、听读和语言点。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【教师动作/话术】按三题快速抽查；错题要求当场重说。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【答案/检查标准】1.白家月想再问王老师一个问题。；2.王老师不知道那里卖不卖手机。；3.王老师建议白家月打电话问一下。；开放题同义且含目标结构即可。</a:t>
            </a:r>
            <a:endParaRPr/>
          </a:p>
          <a:p xmlns:a="http://schemas.openxmlformats.org/drawingml/2006/main">
            <a:r>
              <a:t>【教材来源】教材印刷P.96（PDF第110页）；教师设计补充；依据本课课文、语言点与教材练习。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【本页目标】学生能回答课文1的教材理解题。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【教学顺序】独立回忆→同桌互答→回到课文找依据。</a:t>
            </a:r>
            <a:endParaRPr/>
          </a:p>
          <a:p xmlns:a="http://schemas.openxmlformats.org/drawingml/2006/main">
            <a:r>
              <a:t>【教师动作/话术】逐题追问；答案不完整时只提示课文人物或关键词。</a:t>
            </a:r>
            <a:endParaRPr/>
          </a:p>
          <a:p xmlns:a="http://schemas.openxmlformats.org/drawingml/2006/main">
            <a:r>
              <a:t>【学生任务】根据课文，回答两个问题。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【答案/检查标准】1.白家月还有什么问题？→白家月想问那个小店卖不卖手机。；2.王老师对白家月说什么了？→王老师对白家月说：“你可以打电话问一下。”</a:t>
            </a:r>
            <a:endParaRPr/>
          </a:p>
          <a:p xmlns:a="http://schemas.openxmlformats.org/drawingml/2006/main">
            <a:r>
              <a:t>【教材来源】教材印刷P.96（PDF第110页）；教材课文1理解题；按原题回答并回到课文找依据。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【答案/检查标准】服务员 fúwùyuán；女士 nǚshì；请 qǐng；坐 zuò；给 gěi；杯 bēi；检查读音，并用其中一词说完整短句。</a:t>
            </a:r>
            <a:endParaRPr/>
          </a:p>
          <a:p xmlns:a="http://schemas.openxmlformats.org/drawingml/2006/main">
            <a:r>
              <a:t>【教材来源】教材印刷P.99（PDF第113页）。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【教师动作/话术】教材音频13-3未嵌入。教师朗读两遍：第一遍自然语速完整朗读，全文后停5秒；第二遍逐句朗读，每句后停2秒。朗读稿：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场景：王一雪在咖啡馆吃早餐。</a:t>
            </a:r>
          </a:p>
          <a:p xmlns:a="http://schemas.openxmlformats.org/drawingml/2006/main">
            <a:r>
              <a:t>服务员：女士，请坐！您喝什么？</a:t>
            </a:r>
          </a:p>
          <a:p xmlns:a="http://schemas.openxmlformats.org/drawingml/2006/main">
            <a:r>
              <a:t>王一雪：我看一下。请给我一杯牛奶。</a:t>
            </a:r>
          </a:p>
          <a:p xmlns:a="http://schemas.openxmlformats.org/drawingml/2006/main">
            <a:r>
              <a:t>服务员：好的。您还要什么？</a:t>
            </a:r>
          </a:p>
          <a:p xmlns:a="http://schemas.openxmlformats.org/drawingml/2006/main">
            <a:r>
              <a:t>王一雪：我还没吃早饭，再要这个面包和鸡蛋吧。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王一雪要喝牛奶。”；证据：“王一雪：我看一下。请给我一杯牛奶。；服务员：好的。您还要什么？”；2.完整答案是“王一雪还想吃面包和鸡蛋。”；证据：“王一雪：我还没吃早饭，再要这个面包和鸡蛋吧。”；3.完整答案是“王一雪还没吃早饭。”；证据：“王一雪：我还没吃早饭，再要这个面包和鸡蛋吧。”；可接受同义完整句，关键信息须一致。</a:t>
            </a:r>
          </a:p>
          <a:p xmlns:a="http://schemas.openxmlformats.org/drawingml/2006/main">
            <a:r>
              <a:t>【教材来源】教材印刷P.98（PDF第112页），课文2；其中2题为教材选择题，1题为教师设计的课文证据题；实际音频状态：未嵌入，使用教师朗读。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【教师动作/话术】逐轮指人物；长句按意群断开。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【教材来源】教材印刷P.98（PDF第112页）。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【答案/检查标准】要 yào；早饭 zǎofàn；这个 zhège；面包 miànbāo；鸡蛋 jīdàn；检查读音，并用其中一词说完整短句。</a:t>
            </a:r>
            <a:endParaRPr/>
          </a:p>
          <a:p xmlns:a="http://schemas.openxmlformats.org/drawingml/2006/main">
            <a:r>
              <a:t>【教材来源】教材印刷P.99（PDF第113页）。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【本页目标】学生能使用动词＋一下。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【答案/检查标准】“动词＋一下”表示做一次或试着做，动作时间短。</a:t>
            </a:r>
            <a:endParaRPr/>
          </a:p>
          <a:p xmlns:a="http://schemas.openxmlformats.org/drawingml/2006/main">
            <a:r>
              <a:t>【教材来源】教材印刷P.97（PDF第111页）。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【答案/检查标准】1.可以打电话问一下。；2.请休息一下。；3.请看一下。</a:t>
            </a:r>
            <a:endParaRPr/>
          </a:p>
          <a:p xmlns:a="http://schemas.openxmlformats.org/drawingml/2006/main">
            <a:r>
              <a:t>【教材来源】教材印刷P.99（PDF第113页）；教师设计补充；依据本课课文、语言点与教材练习。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【课时定位】第2课时｜课文二真实任务</a:t>
            </a:r>
            <a:endParaRPr/>
          </a:p>
          <a:p xmlns:a="http://schemas.openxmlformats.org/drawingml/2006/main">
            <a:r>
              <a:t>【本页目标】学生能在真实问答中使用本页目标句型。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【答案/检查标准】提问可接受：您要／喝什么？；回答可接受：请给我________。我还要________。；记录要求：记录两项点餐。</a:t>
            </a:r>
            <a:endParaRPr/>
          </a:p>
          <a:p xmlns:a="http://schemas.openxmlformats.org/drawingml/2006/main">
            <a:r>
              <a:t>【教材来源】教材印刷P.98（PDF第112页）；教师设计补充；依据本课课文、语言点与教材练习。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【教材来源】教材印刷P.98（PDF第112页）；教师设计补充；依据本课课文、语言点与教材练习。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【课时定位】第2课时｜第二课时出口</a:t>
            </a:r>
            <a:endParaRPr/>
          </a:p>
          <a:p xmlns:a="http://schemas.openxmlformats.org/drawingml/2006/main">
            <a:r>
              <a:t>【本页目标】检查课文二词语、理解与语言点。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【教师动作/话术】抽查弱项并要求完整重说。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【答案/检查标准】1.王一雪要喝牛奶。；2.你可以打电话问一下。；3.我可以问一个问题吗？；开放题同义且含目标结构即可。</a:t>
            </a:r>
            <a:endParaRPr/>
          </a:p>
          <a:p xmlns:a="http://schemas.openxmlformats.org/drawingml/2006/main">
            <a:r>
              <a:t>【教材来源】教材印刷P.98（PDF第112页）；教师设计补充；依据本课课文、语言点与教材练习。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【本页目标】学生能回答课文2的教材理解题。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【教学顺序】独立回忆→同桌互答→回到课文找依据。</a:t>
            </a:r>
            <a:endParaRPr/>
          </a:p>
          <a:p xmlns:a="http://schemas.openxmlformats.org/drawingml/2006/main">
            <a:r>
              <a:t>【教师动作/话术】逐题追问；答案不完整时只提示课文人物或关键词。</a:t>
            </a:r>
            <a:endParaRPr/>
          </a:p>
          <a:p xmlns:a="http://schemas.openxmlformats.org/drawingml/2006/main">
            <a:r>
              <a:t>【学生任务】根据课文，回答两个问题。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【答案/检查标准】1.服务员问王一雪什么问题了？→服务员问王一雪喝什么，还要什么。；2.王一雪吃早饭了吗？→王一雪还没吃早饭。</a:t>
            </a:r>
            <a:endParaRPr/>
          </a:p>
          <a:p xmlns:a="http://schemas.openxmlformats.org/drawingml/2006/main">
            <a:r>
              <a:t>【教材来源】教材印刷P.98（PDF第112页）；教材课文2理解题；按原题回答并回到课文找依据。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【答案/检查标准】先生 xiānsheng；一半 yíbàn；检查读音，并用其中一词说完整短句。</a:t>
            </a:r>
            <a:endParaRPr/>
          </a:p>
          <a:p xmlns:a="http://schemas.openxmlformats.org/drawingml/2006/main">
            <a:r>
              <a:t>【教材来源】教材印刷P.100（PDF第114页）。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【教师动作/话术】教材音频13-5未嵌入。教师朗读两遍：第一遍自然语速完整朗读，全文后停5秒；第二遍逐句朗读，每句后停2秒。朗读稿：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场景：刘明在餐馆点餐。</a:t>
            </a:r>
          </a:p>
          <a:p xmlns:a="http://schemas.openxmlformats.org/drawingml/2006/main">
            <a:r>
              <a:t>服务员：先生，请坐！您要什么？</a:t>
            </a:r>
          </a:p>
          <a:p xmlns:a="http://schemas.openxmlformats.org/drawingml/2006/main">
            <a:r>
              <a:t>刘明：我要一斤饺子。</a:t>
            </a:r>
          </a:p>
          <a:p xmlns:a="http://schemas.openxmlformats.org/drawingml/2006/main">
            <a:r>
              <a:t>服务员：好的。一斤饺子40个。</a:t>
            </a:r>
          </a:p>
          <a:p xmlns:a="http://schemas.openxmlformats.org/drawingml/2006/main">
            <a:r>
              <a:t>刘明：40个太多了，我要一半吧。</a:t>
            </a:r>
          </a:p>
          <a:p xmlns:a="http://schemas.openxmlformats.org/drawingml/2006/main">
            <a:r>
              <a:t>服务员：半斤20个。您想喝什么？</a:t>
            </a:r>
          </a:p>
          <a:p xmlns:a="http://schemas.openxmlformats.org/drawingml/2006/main">
            <a:r>
              <a:t>刘明：请给我一杯茶吧。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刘明想吃饺子。”；证据：“服务员问刘明要什么；刘明回答：我要一斤饺子；由此可知刘明想吃饺子。”；2.完整答案是“刘明想喝茶。”；证据：“服务员：半斤20个。您想喝什么？；刘明：请给我一杯茶吧。”；3.完整答案是“刘明最后要半斤，也就是20个饺子。”；证据：“服务员说：一斤饺子40个。刘明最后说：我要一半吧。服务员确认：半斤20个。”；可接受同义完整句，关键信息须一致。</a:t>
            </a:r>
          </a:p>
          <a:p xmlns:a="http://schemas.openxmlformats.org/drawingml/2006/main">
            <a:r>
              <a:t>【教材来源】教材印刷P.99（PDF第113页）、教材印刷P.100（PDF第114页），课文3；其中2题为教材选择题，1题为教师设计的课文证据题；实际音频状态：未嵌入，使用教师朗读。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【教师动作/话术】长句先按意群切分，再恢复自然语速。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【教材来源】教材印刷P.100（PDF第114页）。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【答案/检查标准】茶 chá；检查读音，并用其中一词说完整短句。</a:t>
            </a:r>
            <a:endParaRPr/>
          </a:p>
          <a:p xmlns:a="http://schemas.openxmlformats.org/drawingml/2006/main">
            <a:r>
              <a:t>【教材来源】教材印刷P.100（PDF第114页）。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【本页目标】学生能使用双宾语句（1）。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【答案/检查标准】“给／问”等动词后可以有两个宾语：人和物。</a:t>
            </a:r>
            <a:endParaRPr/>
          </a:p>
          <a:p xmlns:a="http://schemas.openxmlformats.org/drawingml/2006/main">
            <a:r>
              <a:t>【教材来源】教材印刷P.99（PDF第113页）。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【答案/检查标准】1.请给我一杯热水。；2.我们要一斤饺子。；3.A：我可以坐这儿吗？B：没问题，请坐！；4.A：这个商店卖不卖手机？B：你可以去问一下。</a:t>
            </a:r>
          </a:p>
          <a:p xmlns:a="http://schemas.openxmlformats.org/drawingml/2006/main">
            <a:r>
              <a:t>【教材来源】教材印刷P.101（PDF第115页）。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【课时定位】第3课时｜提示词输出</a:t>
            </a:r>
          </a:p>
          <a:p xmlns:a="http://schemas.openxmlformats.org/drawingml/2006/main">
            <a:r>
              <a:t>【本页目标】学生能用教材四组看图句架完成表达。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【常见问题】只念提示词→追问人物、地点或动作→学生补成完整句。</a:t>
            </a:r>
          </a:p>
          <a:p xmlns:a="http://schemas.openxmlformats.org/drawingml/2006/main">
            <a:r>
              <a:t>【答案/检查标准】1.我可以问一个问题吗？；2.你好！我可以坐这儿吗？；3.我要热水，请给我一杯。；4.服务员：请问，您要什么？刘明：我要一斤饺子。</a:t>
            </a:r>
          </a:p>
          <a:p xmlns:a="http://schemas.openxmlformats.org/drawingml/2006/main">
            <a:r>
              <a:t>【教材来源】教材印刷P.101（PDF第115页）。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【课时定位】第3课时｜活动</a:t>
            </a:r>
            <a:endParaRPr/>
          </a:p>
          <a:p xmlns:a="http://schemas.openxmlformats.org/drawingml/2006/main">
            <a:r>
              <a:t>【本页目标】按材料完成活动并分享。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【教学顺序】读材料→完成→分享→核对。</a:t>
            </a:r>
            <a:endParaRPr/>
          </a:p>
          <a:p xmlns:a="http://schemas.openxmlformats.org/drawingml/2006/main">
            <a:r>
              <a:t>【教师动作/话术】示范一轮；巡视后抽查个人产出。</a:t>
            </a:r>
            <a:endParaRPr/>
          </a:p>
          <a:p xmlns:a="http://schemas.openxmlformats.org/drawingml/2006/main">
            <a:r>
              <a:t>【学生任务】按三步完成活动，再说一条本课观察。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【常见问题】漏步骤→回到当前步→个人重做。</a:t>
            </a:r>
            <a:endParaRPr/>
          </a:p>
          <a:p xmlns:a="http://schemas.openxmlformats.org/drawingml/2006/main">
            <a:r>
              <a:t>【答案/检查标准】完成三步并准确复述：点餐可说“请给我……”；教材另有“中国茶”彩蛋入口。</a:t>
            </a:r>
            <a:endParaRPr/>
          </a:p>
          <a:p xmlns:a="http://schemas.openxmlformats.org/drawingml/2006/main">
            <a:r>
              <a:t>【教材来源】印P.95/PDF109、印P.102/PDF116；13-1为教材媒体入口；媒体文件未随PDF提供，课件未嵌入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【课时定位】第3课时｜全课出口与小结</a:t>
            </a:r>
            <a:endParaRPr/>
          </a:p>
          <a:p xmlns:a="http://schemas.openxmlformats.org/drawingml/2006/main">
            <a:r>
              <a:t>【本页目标】学生能回答课文三理解题并展示一项本课能力。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【教学顺序】独立写→两人互读→教师抽查→自评。</a:t>
            </a:r>
            <a:endParaRPr/>
          </a:p>
          <a:p xmlns:a="http://schemas.openxmlformats.org/drawingml/2006/main">
            <a:r>
              <a:t>【教师动作/话术】按三项目标逐项核对，不以齐读代替个人产出。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【答案/检查标准】1.刘明想要半斤饺子，也就是20个。；2.刘明没要米饭。；3.我可以坐这儿吗？；开放题同义且含目标结构即可。</a:t>
            </a:r>
            <a:endParaRPr/>
          </a:p>
          <a:p xmlns:a="http://schemas.openxmlformats.org/drawingml/2006/main">
            <a:r>
              <a:t>【教材来源】教材印刷P.100（PDF第114页）；本页为教师设计的形成性出口题，依据本课目标与教材练习。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3a2ecf7f54d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d487cf73941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172e14ec94f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082854c3d4e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2491b7af7242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b8903e9854d4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77e7ffdd845a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fd6ad3241436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b242c61844b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9524257f74e7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6736aceff42c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e0a323e62476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d9567306204ff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b5dc7a88ac49a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08cc6d6b45409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0b5f959da043f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37c99e71d6469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6dbfaf22b9498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49012b4ac54e4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bc12fb758046d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0e236cc04d406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b261de99dd423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b63a6907b74ae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7cfc284ab3424a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2f863a2dac5454a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5a462a1113845ee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a5de93e6c1b4ba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c0511a427a3432e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f3d32a0cdb541c9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3130eb3b0b45ba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8ad00dadd2e49ee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b0d75691a924e97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3ed4edfe5284fbc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0fd3dd6405d4fc4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9a76a4dbde84ad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08a032824b43a4" /><Relationship Type="http://schemas.openxmlformats.org/officeDocument/2006/relationships/slideLayout" Target="/ppt/slideLayouts/slideLayout1.xml" Id="R97d46292d7ad48db" /><Relationship Type="http://schemas.openxmlformats.org/officeDocument/2006/relationships/slideLayout" Target="/ppt/slideLayouts/slideLayout2.xml" Id="R88819a0a5ead488d" /><Relationship Type="http://schemas.openxmlformats.org/officeDocument/2006/relationships/slideLayout" Target="/ppt/slideLayouts/slideLayout3.xml" Id="R0448ded9de394b32" /><Relationship Type="http://schemas.openxmlformats.org/officeDocument/2006/relationships/slideLayout" Target="/ppt/slideLayouts/slideLayout4.xml" Id="Ra7936209638947f5" /><Relationship Type="http://schemas.openxmlformats.org/officeDocument/2006/relationships/slideLayout" Target="/ppt/slideLayouts/slideLayout5.xml" Id="R4cdcb49bb481441b" /><Relationship Type="http://schemas.openxmlformats.org/officeDocument/2006/relationships/slideLayout" Target="/ppt/slideLayouts/slideLayout6.xml" Id="R6d49553abfa54313" /><Relationship Type="http://schemas.openxmlformats.org/officeDocument/2006/relationships/slideLayout" Target="/ppt/slideLayouts/slideLayout7.xml" Id="Rc92913ade4914444" /><Relationship Type="http://schemas.openxmlformats.org/officeDocument/2006/relationships/slideLayout" Target="/ppt/slideLayouts/slideLayout8.xml" Id="R007312113c3347a0" /><Relationship Type="http://schemas.openxmlformats.org/officeDocument/2006/relationships/slideLayout" Target="/ppt/slideLayouts/slideLayout9.xml" Id="Rec53cf6f1e1548d4" /><Relationship Type="http://schemas.openxmlformats.org/officeDocument/2006/relationships/slideLayout" Target="/ppt/slideLayouts/slideLayout10.xml" Id="Rdbe3e74f9778443b" /><Relationship Type="http://schemas.openxmlformats.org/officeDocument/2006/relationships/slideLayout" Target="/ppt/slideLayouts/slideLayout11.xml" Id="R02ba97eb3d254113" /><Relationship Type="http://schemas.openxmlformats.org/officeDocument/2006/relationships/slideLayout" Target="/ppt/slideLayouts/slideLayout12.xml" Id="Rdfef2b7dc14a489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07e0fc468024121" /><Relationship Type="http://schemas.openxmlformats.org/officeDocument/2006/relationships/slideLayout" Target="/ppt/slideLayouts/slideLayout13.xml" Id="R12a33b25534b4c02" /><Relationship Type="http://schemas.openxmlformats.org/officeDocument/2006/relationships/slideLayout" Target="/ppt/slideLayouts/slideLayout14.xml" Id="R44f16809becf4c66" /><Relationship Type="http://schemas.openxmlformats.org/officeDocument/2006/relationships/slideLayout" Target="/ppt/slideLayouts/slideLayout15.xml" Id="R53bf59a96eaa4712" /><Relationship Type="http://schemas.openxmlformats.org/officeDocument/2006/relationships/slideLayout" Target="/ppt/slideLayouts/slideLayout16.xml" Id="R1f90d812baef4e8b" /><Relationship Type="http://schemas.openxmlformats.org/officeDocument/2006/relationships/slideLayout" Target="/ppt/slideLayouts/slideLayout17.xml" Id="Rb6ea33132e654a61" /><Relationship Type="http://schemas.openxmlformats.org/officeDocument/2006/relationships/slideLayout" Target="/ppt/slideLayouts/slideLayout18.xml" Id="Rc252f9fecf7040e2" /><Relationship Type="http://schemas.openxmlformats.org/officeDocument/2006/relationships/slideLayout" Target="/ppt/slideLayouts/slideLayout19.xml" Id="R58172b4621b34c98" /><Relationship Type="http://schemas.openxmlformats.org/officeDocument/2006/relationships/slideLayout" Target="/ppt/slideLayouts/slideLayout20.xml" Id="R46187ffc30a64e61" /><Relationship Type="http://schemas.openxmlformats.org/officeDocument/2006/relationships/slideLayout" Target="/ppt/slideLayouts/slideLayout21.xml" Id="R554c6fa526a64f29" /><Relationship Type="http://schemas.openxmlformats.org/officeDocument/2006/relationships/slideLayout" Target="/ppt/slideLayouts/slideLayout22.xml" Id="R8ca96924229548ca" /><Relationship Type="http://schemas.openxmlformats.org/officeDocument/2006/relationships/slideLayout" Target="/ppt/slideLayouts/slideLayout23.xml" Id="R5d1e5f8ef90944a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63dac3427714121" /><Relationship Type="http://schemas.openxmlformats.org/officeDocument/2006/relationships/slideLayout" Target="/ppt/slideLayouts/slideLayout24.xml" Id="R92f6255617a04609" /><Relationship Type="http://schemas.openxmlformats.org/officeDocument/2006/relationships/slideLayout" Target="/ppt/slideLayouts/slideLayout25.xml" Id="R9bf26493d1d84719" /><Relationship Type="http://schemas.openxmlformats.org/officeDocument/2006/relationships/slideLayout" Target="/ppt/slideLayouts/slideLayout26.xml" Id="Rbeb5dab0496a4396" /><Relationship Type="http://schemas.openxmlformats.org/officeDocument/2006/relationships/slideLayout" Target="/ppt/slideLayouts/slideLayout27.xml" Id="Ra9a369c6c89d4b65" /><Relationship Type="http://schemas.openxmlformats.org/officeDocument/2006/relationships/slideLayout" Target="/ppt/slideLayouts/slideLayout28.xml" Id="R98ad9c6b6cef4cc8" /><Relationship Type="http://schemas.openxmlformats.org/officeDocument/2006/relationships/slideLayout" Target="/ppt/slideLayouts/slideLayout29.xml" Id="R4afff17256764d2c" /><Relationship Type="http://schemas.openxmlformats.org/officeDocument/2006/relationships/slideLayout" Target="/ppt/slideLayouts/slideLayout30.xml" Id="R820ca4e2ceab47e0" /><Relationship Type="http://schemas.openxmlformats.org/officeDocument/2006/relationships/slideLayout" Target="/ppt/slideLayouts/slideLayout31.xml" Id="Re152cee668ec4f33" /><Relationship Type="http://schemas.openxmlformats.org/officeDocument/2006/relationships/slideLayout" Target="/ppt/slideLayouts/slideLayout32.xml" Id="R77789a97bd684743" /><Relationship Type="http://schemas.openxmlformats.org/officeDocument/2006/relationships/slideLayout" Target="/ppt/slideLayouts/slideLayout33.xml" Id="R11fc1a93241a4ec5" /><Relationship Type="http://schemas.openxmlformats.org/officeDocument/2006/relationships/slideLayout" Target="/ppt/slideLayouts/slideLayout34.xml" Id="R67990bfca2dd4bc8" /><Relationship Type="http://schemas.openxmlformats.org/officeDocument/2006/relationships/slideLayout" Target="/ppt/slideLayouts/slideLayout35.xml" Id="R3e56f399a52942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d46292d7ad48db"/>
    <p:sldLayoutId xmlns:r="http://schemas.openxmlformats.org/officeDocument/2006/relationships" id="2147483650" r:id="R88819a0a5ead488d"/>
    <p:sldLayoutId xmlns:r="http://schemas.openxmlformats.org/officeDocument/2006/relationships" id="2147483651" r:id="R0448ded9de394b32"/>
    <p:sldLayoutId xmlns:r="http://schemas.openxmlformats.org/officeDocument/2006/relationships" id="2147483652" r:id="Ra7936209638947f5"/>
    <p:sldLayoutId xmlns:r="http://schemas.openxmlformats.org/officeDocument/2006/relationships" id="2147483653" r:id="R4cdcb49bb481441b"/>
    <p:sldLayoutId xmlns:r="http://schemas.openxmlformats.org/officeDocument/2006/relationships" id="2147483654" r:id="R6d49553abfa54313"/>
    <p:sldLayoutId xmlns:r="http://schemas.openxmlformats.org/officeDocument/2006/relationships" id="2147483655" r:id="Rc92913ade4914444"/>
    <p:sldLayoutId xmlns:r="http://schemas.openxmlformats.org/officeDocument/2006/relationships" id="2147483656" r:id="R007312113c3347a0"/>
    <p:sldLayoutId xmlns:r="http://schemas.openxmlformats.org/officeDocument/2006/relationships" id="2147483657" r:id="Rec53cf6f1e1548d4"/>
    <p:sldLayoutId xmlns:r="http://schemas.openxmlformats.org/officeDocument/2006/relationships" id="2147483658" r:id="Rdbe3e74f9778443b"/>
    <p:sldLayoutId xmlns:r="http://schemas.openxmlformats.org/officeDocument/2006/relationships" id="2147483659" r:id="R02ba97eb3d254113"/>
    <p:sldLayoutId xmlns:r="http://schemas.openxmlformats.org/officeDocument/2006/relationships" id="2147483660" r:id="Rdfef2b7dc14a489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12a33b25534b4c02"/>
    <p:sldLayoutId xmlns:r="http://schemas.openxmlformats.org/officeDocument/2006/relationships" id="2147483663" r:id="R44f16809becf4c66"/>
    <p:sldLayoutId xmlns:r="http://schemas.openxmlformats.org/officeDocument/2006/relationships" id="2147483664" r:id="R53bf59a96eaa4712"/>
    <p:sldLayoutId xmlns:r="http://schemas.openxmlformats.org/officeDocument/2006/relationships" id="2147483665" r:id="R1f90d812baef4e8b"/>
    <p:sldLayoutId xmlns:r="http://schemas.openxmlformats.org/officeDocument/2006/relationships" id="2147483666" r:id="Rb6ea33132e654a61"/>
    <p:sldLayoutId xmlns:r="http://schemas.openxmlformats.org/officeDocument/2006/relationships" id="2147483667" r:id="Rc252f9fecf7040e2"/>
    <p:sldLayoutId xmlns:r="http://schemas.openxmlformats.org/officeDocument/2006/relationships" id="2147483668" r:id="R58172b4621b34c98"/>
    <p:sldLayoutId xmlns:r="http://schemas.openxmlformats.org/officeDocument/2006/relationships" id="2147483669" r:id="R46187ffc30a64e61"/>
    <p:sldLayoutId xmlns:r="http://schemas.openxmlformats.org/officeDocument/2006/relationships" id="2147483670" r:id="R554c6fa526a64f29"/>
    <p:sldLayoutId xmlns:r="http://schemas.openxmlformats.org/officeDocument/2006/relationships" id="2147483671" r:id="R8ca96924229548ca"/>
    <p:sldLayoutId xmlns:r="http://schemas.openxmlformats.org/officeDocument/2006/relationships" id="2147483672" r:id="R5d1e5f8ef90944a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92f6255617a04609"/>
    <p:sldLayoutId xmlns:r="http://schemas.openxmlformats.org/officeDocument/2006/relationships" id="2147483675" r:id="R9bf26493d1d84719"/>
    <p:sldLayoutId xmlns:r="http://schemas.openxmlformats.org/officeDocument/2006/relationships" id="2147483676" r:id="Rbeb5dab0496a4396"/>
    <p:sldLayoutId xmlns:r="http://schemas.openxmlformats.org/officeDocument/2006/relationships" id="2147483677" r:id="Ra9a369c6c89d4b65"/>
    <p:sldLayoutId xmlns:r="http://schemas.openxmlformats.org/officeDocument/2006/relationships" id="2147483678" r:id="R98ad9c6b6cef4cc8"/>
    <p:sldLayoutId xmlns:r="http://schemas.openxmlformats.org/officeDocument/2006/relationships" id="2147483679" r:id="R4afff17256764d2c"/>
    <p:sldLayoutId xmlns:r="http://schemas.openxmlformats.org/officeDocument/2006/relationships" id="2147483680" r:id="R820ca4e2ceab47e0"/>
    <p:sldLayoutId xmlns:r="http://schemas.openxmlformats.org/officeDocument/2006/relationships" id="2147483681" r:id="Re152cee668ec4f33"/>
    <p:sldLayoutId xmlns:r="http://schemas.openxmlformats.org/officeDocument/2006/relationships" id="2147483682" r:id="R77789a97bd684743"/>
    <p:sldLayoutId xmlns:r="http://schemas.openxmlformats.org/officeDocument/2006/relationships" id="2147483683" r:id="R11fc1a93241a4ec5"/>
    <p:sldLayoutId xmlns:r="http://schemas.openxmlformats.org/officeDocument/2006/relationships" id="2147483684" r:id="R67990bfca2dd4bc8"/>
    <p:sldLayoutId xmlns:r="http://schemas.openxmlformats.org/officeDocument/2006/relationships" id="2147483685" r:id="R3e56f399a52942c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37f9a5ca54712" /><Relationship Type="http://schemas.openxmlformats.org/officeDocument/2006/relationships/notesSlide" Target="/ppt/notesSlides/notesSlide1.xml" Id="R9f22b94d92f047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240973b80c4035" /><Relationship Type="http://schemas.openxmlformats.org/officeDocument/2006/relationships/image" Target="/ppt/media/image.jpeg" Id="R42eadbe526d34c4d" /><Relationship Type="http://schemas.openxmlformats.org/officeDocument/2006/relationships/image" Target="/ppt/media/image2.jpeg" Id="R23d85e44762e447a" /><Relationship Type="http://schemas.openxmlformats.org/officeDocument/2006/relationships/image" Target="/ppt/media/image3.jpeg" Id="R7f540a20bcd54949" /><Relationship Type="http://schemas.openxmlformats.org/officeDocument/2006/relationships/image" Target="/ppt/media/image4.jpeg" Id="R0d1586bb863d4aa7" /><Relationship Type="http://schemas.openxmlformats.org/officeDocument/2006/relationships/image" Target="/ppt/media/image5.jpeg" Id="Rc716c481328a4559" /><Relationship Type="http://schemas.openxmlformats.org/officeDocument/2006/relationships/image" Target="/ppt/media/image6.jpeg" Id="Rd581971ccbbf4d12" /><Relationship Type="http://schemas.openxmlformats.org/officeDocument/2006/relationships/notesSlide" Target="/ppt/notesSlides/notesSlide2.xml" Id="R9f46a7a7894140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8975c74a3e41b8" /><Relationship Type="http://schemas.openxmlformats.org/officeDocument/2006/relationships/image" Target="/ppt/media/image7.jpeg" Id="Rd4f34f9b7ec74d97" /><Relationship Type="http://schemas.openxmlformats.org/officeDocument/2006/relationships/notesSlide" Target="/ppt/notesSlides/notesSlide3.xml" Id="R12b46718c83f4d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f155dae3bb44025" /><Relationship Type="http://schemas.openxmlformats.org/officeDocument/2006/relationships/notesSlide" Target="/ppt/notesSlides/notesSlide4.xml" Id="R2a5629005e4e4e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0d59684f545eb" /><Relationship Type="http://schemas.openxmlformats.org/officeDocument/2006/relationships/image" Target="/ppt/media/image8.jpeg" Id="R5d53220f90d54284" /><Relationship Type="http://schemas.openxmlformats.org/officeDocument/2006/relationships/notesSlide" Target="/ppt/notesSlides/notesSlide5.xml" Id="R4802f578c2f84b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86bc59de1b4f10" /><Relationship Type="http://schemas.openxmlformats.org/officeDocument/2006/relationships/image" Target="/ppt/media/image9.jpeg" Id="Re133c95eba8a4fc1" /><Relationship Type="http://schemas.openxmlformats.org/officeDocument/2006/relationships/notesSlide" Target="/ppt/notesSlides/notesSlide6.xml" Id="R5e424b73c7c341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0c38e3cbb84048" /><Relationship Type="http://schemas.openxmlformats.org/officeDocument/2006/relationships/notesSlide" Target="/ppt/notesSlides/notesSlide7.xml" Id="R5453b9a6f59d42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03a5fe9a524876" /><Relationship Type="http://schemas.openxmlformats.org/officeDocument/2006/relationships/image" Target="/ppt/media/image.png" Id="R2122b58160454a34" /><Relationship Type="http://schemas.openxmlformats.org/officeDocument/2006/relationships/image" Target="/ppt/media/image2.png" Id="R4e5739c6c8f74394" /><Relationship Type="http://schemas.openxmlformats.org/officeDocument/2006/relationships/image" Target="/ppt/media/image3.png" Id="R4f833a15c6c84efb" /><Relationship Type="http://schemas.openxmlformats.org/officeDocument/2006/relationships/notesSlide" Target="/ppt/notesSlides/notesSlide8.xml" Id="Rc68196595aee4b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6f04b7a6e44966" /><Relationship Type="http://schemas.openxmlformats.org/officeDocument/2006/relationships/notesSlide" Target="/ppt/notesSlides/notesSlide9.xml" Id="R43647f41db834e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832ec2b904f7d" /><Relationship Type="http://schemas.openxmlformats.org/officeDocument/2006/relationships/notesSlide" Target="/ppt/notesSlides/notesSlide10.xml" Id="R254d1b8ebb2242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ecff44658e4ded" /><Relationship Type="http://schemas.openxmlformats.org/officeDocument/2006/relationships/notesSlide" Target="/ppt/notesSlides/notesSlide11.xml" Id="Radfe3af9fd6546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daeccf29ad4d72" /><Relationship Type="http://schemas.openxmlformats.org/officeDocument/2006/relationships/image" Target="/ppt/media/image10.jpeg" Id="Rb7d2b34a804d4b7c" /><Relationship Type="http://schemas.openxmlformats.org/officeDocument/2006/relationships/notesSlide" Target="/ppt/notesSlides/notesSlide12.xml" Id="Rbabcd754f7f546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e2349c786d4445" /><Relationship Type="http://schemas.openxmlformats.org/officeDocument/2006/relationships/notesSlide" Target="/ppt/notesSlides/notesSlide13.xml" Id="R157a4f3edbf04d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e92bcdd5f4e69" /><Relationship Type="http://schemas.openxmlformats.org/officeDocument/2006/relationships/image" Target="/ppt/media/image11.jpeg" Id="R0d309049a3664f9f" /><Relationship Type="http://schemas.openxmlformats.org/officeDocument/2006/relationships/notesSlide" Target="/ppt/notesSlides/notesSlide14.xml" Id="R6e160cb3a92a48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ac4dc89ce245a2" /><Relationship Type="http://schemas.openxmlformats.org/officeDocument/2006/relationships/image" Target="/ppt/media/image12.jpeg" Id="R6bf5baa1b7994e71" /><Relationship Type="http://schemas.openxmlformats.org/officeDocument/2006/relationships/notesSlide" Target="/ppt/notesSlides/notesSlide15.xml" Id="R9a5ddfb7de1143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0ea6da63894313" /><Relationship Type="http://schemas.openxmlformats.org/officeDocument/2006/relationships/notesSlide" Target="/ppt/notesSlides/notesSlide16.xml" Id="R208a1cf4eb1148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85ceccdb2c4b00" /><Relationship Type="http://schemas.openxmlformats.org/officeDocument/2006/relationships/image" Target="/ppt/media/image4.png" Id="R2f75a501b2e14091" /><Relationship Type="http://schemas.openxmlformats.org/officeDocument/2006/relationships/image" Target="/ppt/media/image5.png" Id="R4bcfd63543ca4d8c" /><Relationship Type="http://schemas.openxmlformats.org/officeDocument/2006/relationships/image" Target="/ppt/media/image6.png" Id="R6bebbf650d1b48ca" /><Relationship Type="http://schemas.openxmlformats.org/officeDocument/2006/relationships/notesSlide" Target="/ppt/notesSlides/notesSlide17.xml" Id="Rc312272fa49b41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5294a31df04ce0" /><Relationship Type="http://schemas.openxmlformats.org/officeDocument/2006/relationships/notesSlide" Target="/ppt/notesSlides/notesSlide18.xml" Id="R31358fb1d9b243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19768a599f49b6" /><Relationship Type="http://schemas.openxmlformats.org/officeDocument/2006/relationships/notesSlide" Target="/ppt/notesSlides/notesSlide19.xml" Id="Rc9828f02f18445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ca3cc32c4438c" /><Relationship Type="http://schemas.openxmlformats.org/officeDocument/2006/relationships/notesSlide" Target="/ppt/notesSlides/notesSlide20.xml" Id="Rcc42ec6cc2c743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442bbf8f0a47e3" /><Relationship Type="http://schemas.openxmlformats.org/officeDocument/2006/relationships/notesSlide" Target="/ppt/notesSlides/notesSlide21.xml" Id="R07b3e9f9993745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b0fd5d13b94f88" /><Relationship Type="http://schemas.openxmlformats.org/officeDocument/2006/relationships/image" Target="/ppt/media/image13.jpeg" Id="Rca8f516a4c2248bb" /><Relationship Type="http://schemas.openxmlformats.org/officeDocument/2006/relationships/notesSlide" Target="/ppt/notesSlides/notesSlide22.xml" Id="R40bfee7bd4a843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6fc5d887cb4592" /><Relationship Type="http://schemas.openxmlformats.org/officeDocument/2006/relationships/notesSlide" Target="/ppt/notesSlides/notesSlide23.xml" Id="R008b66e1101540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e4c69819b4a0d" /><Relationship Type="http://schemas.openxmlformats.org/officeDocument/2006/relationships/image" Target="/ppt/media/image14.jpeg" Id="R57fda5e0bc68434f" /><Relationship Type="http://schemas.openxmlformats.org/officeDocument/2006/relationships/notesSlide" Target="/ppt/notesSlides/notesSlide24.xml" Id="R88428d6fbf8e4dc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a4769b47774909" /><Relationship Type="http://schemas.openxmlformats.org/officeDocument/2006/relationships/image" Target="/ppt/media/image15.jpeg" Id="R6b5cf16aa8784575" /><Relationship Type="http://schemas.openxmlformats.org/officeDocument/2006/relationships/notesSlide" Target="/ppt/notesSlides/notesSlide25.xml" Id="R3b1506235d414c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c5bced82004fde" /><Relationship Type="http://schemas.openxmlformats.org/officeDocument/2006/relationships/notesSlide" Target="/ppt/notesSlides/notesSlide26.xml" Id="R7a68bfc8098a488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1d7ab9fe08a48ab" /><Relationship Type="http://schemas.openxmlformats.org/officeDocument/2006/relationships/notesSlide" Target="/ppt/notesSlides/notesSlide27.xml" Id="R0b168c1bd6b3441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372e9fb15c649b1" /><Relationship Type="http://schemas.openxmlformats.org/officeDocument/2006/relationships/image" Target="/ppt/media/image7.png" Id="Ra1e8e1ceccca4ac0" /><Relationship Type="http://schemas.openxmlformats.org/officeDocument/2006/relationships/image" Target="/ppt/media/image8.png" Id="R6efd918dbe8646e6" /><Relationship Type="http://schemas.openxmlformats.org/officeDocument/2006/relationships/notesSlide" Target="/ppt/notesSlides/notesSlide28.xml" Id="R5384697b08b64c3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bfbe89fd2d44e2" /><Relationship Type="http://schemas.openxmlformats.org/officeDocument/2006/relationships/notesSlide" Target="/ppt/notesSlides/notesSlide29.xml" Id="Ra22abc4689b14a2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b86dea4504ac8" /><Relationship Type="http://schemas.openxmlformats.org/officeDocument/2006/relationships/notesSlide" Target="/ppt/notesSlides/notesSlide30.xml" Id="R6f89f4a822d342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第13课｜请给我一杯茶  Lesson 13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第13课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请给我一杯茶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用双宾语句询问或给予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用“可以”表达许可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用“动词＋一下”并完成点餐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可以｜动词＋一下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双宾语｜点餐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面包　B 说　C 给　D 茶　E 一半　F 请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adbe526d34c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85e44762e44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40a20bcd549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586bb863d4a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6c481328a45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1971ccbbf4d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kěyǐ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可以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can; may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zài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再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once more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wèntí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问题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读一读：可以｜再｜问题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34f9b7ec74d97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白家月想再问王老‌师（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一个问题　B 两个问题　C 这个问题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王老‌师（　）那里卖不卖手机。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知道　B 不知道　C 也想知道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王老‌师建议什么：________________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Wáng lǎoshī, wǒ kěyǐ zài wèn nín yí ge wèntí ma?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7172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王老‌师，我可以再问您一个问题吗？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289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Kěyǐ. Nǐ yǒu shénme wèntí?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可以。你有什么问题？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Nàge xiǎo diàn mài bu mài shǒujī?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529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那个小店卖不卖手机？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01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bù zhīdào. Nǐ kěyǐ dǎ diànhuà wèn yíxià.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43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我不知道。你可以打电话问一下。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3220f90d54284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mài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卖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sell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dǎ diànhuà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打电话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make a call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yíxià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一下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once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读一读：卖｜打电话｜一下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3c95eba8a4fc1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能愿动词“可以”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观察三组句子，说出共同规则。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可以 + 问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我可以问一个问题吗？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可以 + 看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你们可以看这本书。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许可问答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我可以坐吗？可以，请坐！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07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我可以坐吗？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怎么礼貌让人看？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怎么建议打电话？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2b58160454a3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739c6c8f7439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33a15c6c84efb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两人交换信息，记录一条真实结果。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我可以________吗？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可以／不可以。请________一下。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记录：记录许可和动作。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白家月想再问王老‌师（　）。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一个问题　B 两个问题　C 这个问题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王老‌师（　）那里卖不卖手机。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知道　B 不知道　C 也想知道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王老‌师建议什么？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本课关键词：可以｜动词＋一下｜双宾语｜点餐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课文1｜理解检查  Comprehension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根据课文，回答两个问题。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课文1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5238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白家月还有什么问题？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王老‌师对白家月说什么了？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完整回答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说出依据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fúwùyuán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服务员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waiter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nǚshì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女士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madam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qǐng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请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please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zuò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坐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sit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补充词：给 gěi｜杯 bēi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2b34a804d4b7c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王一雪要喝（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水　B 茶　C 牛奶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王一雪还想吃（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包子　B 面条儿　C 面包和鸡蛋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她吃早饭了吗：________________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服务员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Nǚshì, qǐng zuò! Nín hē shénme?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7172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女士，请坐！您喝什么？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289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kàn yíxià. Qǐng gěi wǒ yì bēi niúnǎi.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我看一下。请给我一杯牛奶。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服务员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de. Nín hái yào shénme?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529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好的。您还要什么？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01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hái méi chī zǎofàn, zài yào zhège miànbāo hé jīdàn ba.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43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我还没吃早饭，再要这个面包和鸡蛋吧。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09049a3664f9f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yào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要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want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zǎofàn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早饭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breakfast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zhège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这个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this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miànbāo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面包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bread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补充词：鸡蛋 jīdàn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5baa1b7994e71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动词＋一下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问一下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你可以打电话问一下。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休息一下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请休息一下。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看一下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你看一下吧。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“动词＋一下”表示做一次或试着做，动作时间短。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不知道商店卖不卖手机，怎么办？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觉得累了，怎么办？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想请同伴看看这本书，怎么说？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5a501b2e14091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fd63543ca4d8c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bbf650d1b48ca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您要／喝什么？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请给我________。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我还要________。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记录：记录两项点餐。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顾客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喝什么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吃什么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还要什么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汇报：________要________，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还要________。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王一雪要喝（　）。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水　B 茶　C 牛奶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你可以打电话问一下怎么说？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用本课句型说一条真实信息。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本课关键词：可以｜动词＋一下｜双宾语｜点餐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课文2｜理解检查  Comprehension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根据课文，回答两个问题。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课文2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5238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服务员问王一雪什么问题了？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王一雪吃早饭了吗？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完整回答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说出依据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xiānsheng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先生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sir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yíbàn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一半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half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读一读：先生｜一半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f516a4c2248b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刘明想吃（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米饭　B 饺子　C 米饭和饺子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刘明想喝（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水　B 茶　C 牛奶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刘明最后要多少饺子：________________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服务员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Xiānsheng, qǐng zuò! Nín yào shénme?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716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先生，请坐！您要什么？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88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yào yì jīn jiǎozi.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622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我要一斤饺子。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194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服务员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194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de. Yì jīn jiǎozi sìshí ge.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5282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好的。一斤饺子40个。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00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00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Sìshí ge tài duō le, wǒ yào yíbàn ba.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434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40个太多了，我要一半吧。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服务员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006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Bàn jīn èrshí ge. Nín xiǎng hē shénme?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339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半斤20个。您想喝什么？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91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14975"/>
            <a:ext cx="11049000" cy="771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911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Qǐng gěi wǒ yì bēi chá ba.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43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请给我一杯茶吧。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da5e0bc68434f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chá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茶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tea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读一读：茶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cf16aa8784575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双宾语句（1）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给 + 人 + 物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请给我一杯牛奶。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给 + 人 + 物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家月给安妮一个苹果。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问 + 人 + 问题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我问老‌师两个问题。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“给／问”等动词后可以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有两个宾语：人和物。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一下　｜　B 可以　｜　C 给　｜　D 问题　｜　E 要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请____我一杯热水。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我们____一斤饺子。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A：我____坐这儿吗？B：没____，请坐！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A：这个商店卖不卖手机？B：你可以去问____。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8e1ceccca4ac0"/>
          <a:stretch xmlns:a="http://schemas.openxmlformats.org/drawingml/2006/main"/>
        </p:blipFill>
        <p:spPr>
          <a:xfrm xmlns:a="http://schemas.openxmlformats.org/drawingml/2006/main">
            <a:off x="857250" y="2386874"/>
            <a:ext cx="5191125" cy="1512751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d918dbe8646e6"/>
          <a:stretch xmlns:a="http://schemas.openxmlformats.org/drawingml/2006/main"/>
        </p:blipFill>
        <p:spPr>
          <a:xfrm xmlns:a="http://schemas.openxmlformats.org/drawingml/2006/main">
            <a:off x="6238875" y="2083137"/>
            <a:ext cx="5286375" cy="2120226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我______？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你好！我______坐这儿吗？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我______热水，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请______我______。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服务员：请问，______？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刘明：我要______。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按三步完成活动，再说一条本课观察。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三人分成一名服务员和两名顾客。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顾客用本课句型点餐。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交换角色，再完成一轮点餐。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任务材料与本课观察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976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角色：服务员｜顾客A｜顾客B｜句架：请给我……｜我还要……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观察：点餐可说“请给我……”；教材另有“中国茶”彩蛋入口。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刘明想要多少饺子？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刘明要米饭了吗？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用“可以”问许可。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本课关键词：可以｜动词＋一下｜双宾语｜点餐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第13课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2026-08-21T03:01:25.1020000Z</dcterms:created>
  <dcterms:modified xsi:type="dcterms:W3CDTF">2026-08-21T03:01:25.1020000Z</dcterms:modified>
</coreProperties>
</file>