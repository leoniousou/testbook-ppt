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4e3c116824717" /><Relationship Type="http://schemas.openxmlformats.org/officeDocument/2006/relationships/extended-properties" Target="/docProps/app.xml" Id="Raf636fc1e8544dfb" /><Relationship Type="http://schemas.openxmlformats.org/officeDocument/2006/relationships/officeDocument" Target="/ppt/presentation.xml" Id="R287ba3ed2cf8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4206162684088"/>
    <p:sldMasterId xmlns:r="http://schemas.openxmlformats.org/officeDocument/2006/relationships" id="2147483661" r:id="Rdf5cbf89341344b4"/>
    <p:sldMasterId xmlns:r="http://schemas.openxmlformats.org/officeDocument/2006/relationships" id="2147483673" r:id="Ra5408e722dd146b4"/>
  </p:sldMasterIdLst>
  <p:notesMasterIdLst>
    <p:notesMasterId xmlns:r="http://schemas.openxmlformats.org/officeDocument/2006/relationships" r:id="R3d471d37bfef49b8"/>
  </p:notesMasterIdLst>
  <p:sldIdLst>
    <p:sldId xmlns:r="http://schemas.openxmlformats.org/officeDocument/2006/relationships" id="256" r:id="R05b2dfb7908d40d8"/>
    <p:sldId xmlns:r="http://schemas.openxmlformats.org/officeDocument/2006/relationships" id="257" r:id="R0508520a61b340bd"/>
    <p:sldId xmlns:r="http://schemas.openxmlformats.org/officeDocument/2006/relationships" id="258" r:id="R967b06e273754b1d"/>
    <p:sldId xmlns:r="http://schemas.openxmlformats.org/officeDocument/2006/relationships" id="259" r:id="Rc5311c16689a4bc1"/>
    <p:sldId xmlns:r="http://schemas.openxmlformats.org/officeDocument/2006/relationships" id="260" r:id="Ra941a849327e4180"/>
    <p:sldId xmlns:r="http://schemas.openxmlformats.org/officeDocument/2006/relationships" id="261" r:id="Rca5a28fd0fcb4eb7"/>
    <p:sldId xmlns:r="http://schemas.openxmlformats.org/officeDocument/2006/relationships" id="262" r:id="R99cd8fbe531a4869"/>
    <p:sldId xmlns:r="http://schemas.openxmlformats.org/officeDocument/2006/relationships" id="263" r:id="R01ef0068ce3b4565"/>
    <p:sldId xmlns:r="http://schemas.openxmlformats.org/officeDocument/2006/relationships" id="264" r:id="R55254fe562fb4907"/>
    <p:sldId xmlns:r="http://schemas.openxmlformats.org/officeDocument/2006/relationships" id="265" r:id="R86998f2c3a6e422e"/>
    <p:sldId xmlns:r="http://schemas.openxmlformats.org/officeDocument/2006/relationships" id="266" r:id="Rc3069b34189f421a"/>
    <p:sldId xmlns:r="http://schemas.openxmlformats.org/officeDocument/2006/relationships" id="267" r:id="R3619914d90c24f5f"/>
    <p:sldId xmlns:r="http://schemas.openxmlformats.org/officeDocument/2006/relationships" id="268" r:id="R1a92e76313ed4e63"/>
    <p:sldId xmlns:r="http://schemas.openxmlformats.org/officeDocument/2006/relationships" id="269" r:id="Rd588f88a49074c31"/>
    <p:sldId xmlns:r="http://schemas.openxmlformats.org/officeDocument/2006/relationships" id="270" r:id="R170e2e1f074c4562"/>
    <p:sldId xmlns:r="http://schemas.openxmlformats.org/officeDocument/2006/relationships" id="271" r:id="Rab2cc6a097fa40ad"/>
    <p:sldId xmlns:r="http://schemas.openxmlformats.org/officeDocument/2006/relationships" id="272" r:id="R277724e9124d4ef8"/>
    <p:sldId xmlns:r="http://schemas.openxmlformats.org/officeDocument/2006/relationships" id="273" r:id="R75347528a6c841ad"/>
    <p:sldId xmlns:r="http://schemas.openxmlformats.org/officeDocument/2006/relationships" id="274" r:id="R0019e6cf61c44c7f"/>
    <p:sldId xmlns:r="http://schemas.openxmlformats.org/officeDocument/2006/relationships" id="275" r:id="Rd910d5253e074b52"/>
    <p:sldId xmlns:r="http://schemas.openxmlformats.org/officeDocument/2006/relationships" id="276" r:id="Re8c94486b7114b6c"/>
    <p:sldId xmlns:r="http://schemas.openxmlformats.org/officeDocument/2006/relationships" id="277" r:id="R25067a14a64c4ffb"/>
    <p:sldId xmlns:r="http://schemas.openxmlformats.org/officeDocument/2006/relationships" id="278" r:id="Rc3125a7f45a64324"/>
    <p:sldId xmlns:r="http://schemas.openxmlformats.org/officeDocument/2006/relationships" id="279" r:id="Rbdfc2b369a46467e"/>
    <p:sldId xmlns:r="http://schemas.openxmlformats.org/officeDocument/2006/relationships" id="280" r:id="R1dbbe4833fb54fcb"/>
    <p:sldId xmlns:r="http://schemas.openxmlformats.org/officeDocument/2006/relationships" id="281" r:id="R0d628417dd4e4c2f"/>
    <p:sldId xmlns:r="http://schemas.openxmlformats.org/officeDocument/2006/relationships" id="282" r:id="Rbc90bc1ba56e44a3"/>
    <p:sldId xmlns:r="http://schemas.openxmlformats.org/officeDocument/2006/relationships" id="283" r:id="R5fc00d5527f744f3"/>
    <p:sldId xmlns:r="http://schemas.openxmlformats.org/officeDocument/2006/relationships" id="284" r:id="R36b171ba399549ae"/>
    <p:sldId xmlns:r="http://schemas.openxmlformats.org/officeDocument/2006/relationships" id="285" r:id="Rda1a3aab4e41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3bdc62b5f24674" /><Relationship Type="http://schemas.openxmlformats.org/officeDocument/2006/relationships/slideMaster" Target="/ppt/slideMasters/slideMaster1.xml" Id="R7eb4206162684088" /><Relationship Type="http://schemas.openxmlformats.org/officeDocument/2006/relationships/slideMaster" Target="/ppt/slideMasters/slideMaster2.xml" Id="Rdf5cbf89341344b4" /><Relationship Type="http://schemas.openxmlformats.org/officeDocument/2006/relationships/slideMaster" Target="/ppt/slideMasters/slideMaster3.xml" Id="Ra5408e722dd146b4" /><Relationship Type="http://schemas.openxmlformats.org/officeDocument/2006/relationships/notesMaster" Target="/ppt/notesMasters/notesMaster1.xml" Id="R3d471d37bfef49b8" /><Relationship Type="http://schemas.openxmlformats.org/officeDocument/2006/relationships/presProps" Target="/ppt/presProps.xml" Id="R470f012117084110" /><Relationship Type="http://schemas.openxmlformats.org/officeDocument/2006/relationships/viewProps" Target="/ppt/viewProps.xml" Id="R159fe27ad6094564" /><Relationship Type="http://schemas.openxmlformats.org/officeDocument/2006/relationships/tableStyles" Target="/ppt/tableStyles.xml" Id="Rd4bfc9ce00684214" /><Relationship Type="http://schemas.openxmlformats.org/officeDocument/2006/relationships/slide" Target="/ppt/slides/slide1.xml" Id="R05b2dfb7908d40d8" /><Relationship Type="http://schemas.openxmlformats.org/officeDocument/2006/relationships/slide" Target="/ppt/slides/slide2.xml" Id="R0508520a61b340bd" /><Relationship Type="http://schemas.openxmlformats.org/officeDocument/2006/relationships/slide" Target="/ppt/slides/slide3.xml" Id="R967b06e273754b1d" /><Relationship Type="http://schemas.openxmlformats.org/officeDocument/2006/relationships/slide" Target="/ppt/slides/slide4.xml" Id="Rc5311c16689a4bc1" /><Relationship Type="http://schemas.openxmlformats.org/officeDocument/2006/relationships/slide" Target="/ppt/slides/slide5.xml" Id="Ra941a849327e4180" /><Relationship Type="http://schemas.openxmlformats.org/officeDocument/2006/relationships/slide" Target="/ppt/slides/slide6.xml" Id="Rca5a28fd0fcb4eb7" /><Relationship Type="http://schemas.openxmlformats.org/officeDocument/2006/relationships/slide" Target="/ppt/slides/slide7.xml" Id="R99cd8fbe531a4869" /><Relationship Type="http://schemas.openxmlformats.org/officeDocument/2006/relationships/slide" Target="/ppt/slides/slide8.xml" Id="R01ef0068ce3b4565" /><Relationship Type="http://schemas.openxmlformats.org/officeDocument/2006/relationships/slide" Target="/ppt/slides/slide9.xml" Id="R55254fe562fb4907" /><Relationship Type="http://schemas.openxmlformats.org/officeDocument/2006/relationships/slide" Target="/ppt/slides/slide10.xml" Id="R86998f2c3a6e422e" /><Relationship Type="http://schemas.openxmlformats.org/officeDocument/2006/relationships/slide" Target="/ppt/slides/slide11.xml" Id="Rc3069b34189f421a" /><Relationship Type="http://schemas.openxmlformats.org/officeDocument/2006/relationships/slide" Target="/ppt/slides/slide12.xml" Id="R3619914d90c24f5f" /><Relationship Type="http://schemas.openxmlformats.org/officeDocument/2006/relationships/slide" Target="/ppt/slides/slide13.xml" Id="R1a92e76313ed4e63" /><Relationship Type="http://schemas.openxmlformats.org/officeDocument/2006/relationships/slide" Target="/ppt/slides/slide14.xml" Id="Rd588f88a49074c31" /><Relationship Type="http://schemas.openxmlformats.org/officeDocument/2006/relationships/slide" Target="/ppt/slides/slide15.xml" Id="R170e2e1f074c4562" /><Relationship Type="http://schemas.openxmlformats.org/officeDocument/2006/relationships/slide" Target="/ppt/slides/slide16.xml" Id="Rab2cc6a097fa40ad" /><Relationship Type="http://schemas.openxmlformats.org/officeDocument/2006/relationships/slide" Target="/ppt/slides/slide17.xml" Id="R277724e9124d4ef8" /><Relationship Type="http://schemas.openxmlformats.org/officeDocument/2006/relationships/slide" Target="/ppt/slides/slide18.xml" Id="R75347528a6c841ad" /><Relationship Type="http://schemas.openxmlformats.org/officeDocument/2006/relationships/slide" Target="/ppt/slides/slide19.xml" Id="R0019e6cf61c44c7f" /><Relationship Type="http://schemas.openxmlformats.org/officeDocument/2006/relationships/slide" Target="/ppt/slides/slide20.xml" Id="Rd910d5253e074b52" /><Relationship Type="http://schemas.openxmlformats.org/officeDocument/2006/relationships/slide" Target="/ppt/slides/slide21.xml" Id="Re8c94486b7114b6c" /><Relationship Type="http://schemas.openxmlformats.org/officeDocument/2006/relationships/slide" Target="/ppt/slides/slide22.xml" Id="R25067a14a64c4ffb" /><Relationship Type="http://schemas.openxmlformats.org/officeDocument/2006/relationships/slide" Target="/ppt/slides/slide23.xml" Id="Rc3125a7f45a64324" /><Relationship Type="http://schemas.openxmlformats.org/officeDocument/2006/relationships/slide" Target="/ppt/slides/slide24.xml" Id="Rbdfc2b369a46467e" /><Relationship Type="http://schemas.openxmlformats.org/officeDocument/2006/relationships/slide" Target="/ppt/slides/slide25.xml" Id="R1dbbe4833fb54fcb" /><Relationship Type="http://schemas.openxmlformats.org/officeDocument/2006/relationships/slide" Target="/ppt/slides/slide26.xml" Id="R0d628417dd4e4c2f" /><Relationship Type="http://schemas.openxmlformats.org/officeDocument/2006/relationships/slide" Target="/ppt/slides/slide27.xml" Id="Rbc90bc1ba56e44a3" /><Relationship Type="http://schemas.openxmlformats.org/officeDocument/2006/relationships/slide" Target="/ppt/slides/slide28.xml" Id="R5fc00d5527f744f3" /><Relationship Type="http://schemas.openxmlformats.org/officeDocument/2006/relationships/slide" Target="/ppt/slides/slide29.xml" Id="R36b171ba399549ae" /><Relationship Type="http://schemas.openxmlformats.org/officeDocument/2006/relationships/slide" Target="/ppt/slides/slide30.xml" Id="Rda1a3aab4e41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cb55039ee69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1b08de97e4205" /><Relationship Type="http://schemas.openxmlformats.org/officeDocument/2006/relationships/notesMaster" Target="/ppt/notesMasters/notesMaster1.xml" Id="R468e1c1511e940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bd0f2b352a47c6" /><Relationship Type="http://schemas.openxmlformats.org/officeDocument/2006/relationships/notesMaster" Target="/ppt/notesMasters/notesMaster1.xml" Id="Re2e339b13b4648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be4990a464a41" /><Relationship Type="http://schemas.openxmlformats.org/officeDocument/2006/relationships/notesMaster" Target="/ppt/notesMasters/notesMaster1.xml" Id="R6faeed31c1ac46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df806c8444dc1" /><Relationship Type="http://schemas.openxmlformats.org/officeDocument/2006/relationships/notesMaster" Target="/ppt/notesMasters/notesMaster1.xml" Id="R6caff80f6a734a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91313eba9d4ee4" /><Relationship Type="http://schemas.openxmlformats.org/officeDocument/2006/relationships/notesMaster" Target="/ppt/notesMasters/notesMaster1.xml" Id="Rc05b1d3441dc4e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fcd89a99634777" /><Relationship Type="http://schemas.openxmlformats.org/officeDocument/2006/relationships/notesMaster" Target="/ppt/notesMasters/notesMaster1.xml" Id="R79622dd899ae44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d1a47a3fac4ec6" /><Relationship Type="http://schemas.openxmlformats.org/officeDocument/2006/relationships/notesMaster" Target="/ppt/notesMasters/notesMaster1.xml" Id="R027a4f43b00f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ffe7d96a0a447a" /><Relationship Type="http://schemas.openxmlformats.org/officeDocument/2006/relationships/notesMaster" Target="/ppt/notesMasters/notesMaster1.xml" Id="Rdf5a27515ad242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bdcc5870cb4e1d" /><Relationship Type="http://schemas.openxmlformats.org/officeDocument/2006/relationships/notesMaster" Target="/ppt/notesMasters/notesMaster1.xml" Id="Rd9ef095295674d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dd87bfd41a49ae" /><Relationship Type="http://schemas.openxmlformats.org/officeDocument/2006/relationships/notesMaster" Target="/ppt/notesMasters/notesMaster1.xml" Id="Raf32f2dc379c4b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2fb22271549b1" /><Relationship Type="http://schemas.openxmlformats.org/officeDocument/2006/relationships/notesMaster" Target="/ppt/notesMasters/notesMaster1.xml" Id="Re06e8ca5463347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3d67bc02944cf4" /><Relationship Type="http://schemas.openxmlformats.org/officeDocument/2006/relationships/notesMaster" Target="/ppt/notesMasters/notesMaster1.xml" Id="Rde93aa18c88c44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00af6c6a694c35" /><Relationship Type="http://schemas.openxmlformats.org/officeDocument/2006/relationships/notesMaster" Target="/ppt/notesMasters/notesMaster1.xml" Id="R48dfd8eecfbb46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c59308817e4ce7" /><Relationship Type="http://schemas.openxmlformats.org/officeDocument/2006/relationships/notesMaster" Target="/ppt/notesMasters/notesMaster1.xml" Id="Ra8d7e34d759245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2c48dba4e34395" /><Relationship Type="http://schemas.openxmlformats.org/officeDocument/2006/relationships/notesMaster" Target="/ppt/notesMasters/notesMaster1.xml" Id="R161a1c18b70043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5a27d5cde94e51" /><Relationship Type="http://schemas.openxmlformats.org/officeDocument/2006/relationships/notesMaster" Target="/ppt/notesMasters/notesMaster1.xml" Id="Re34aed1e60e74b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f9f277339f47e3" /><Relationship Type="http://schemas.openxmlformats.org/officeDocument/2006/relationships/notesMaster" Target="/ppt/notesMasters/notesMaster1.xml" Id="Redad136a8da143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c2f91aa2654484" /><Relationship Type="http://schemas.openxmlformats.org/officeDocument/2006/relationships/notesMaster" Target="/ppt/notesMasters/notesMaster1.xml" Id="R0d96b743499049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7fbf14fb65450b" /><Relationship Type="http://schemas.openxmlformats.org/officeDocument/2006/relationships/notesMaster" Target="/ppt/notesMasters/notesMaster1.xml" Id="R00f796f8a8234e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c67cba93d24579" /><Relationship Type="http://schemas.openxmlformats.org/officeDocument/2006/relationships/notesMaster" Target="/ppt/notesMasters/notesMaster1.xml" Id="Rd4d44b42edbe4d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2e5db05e23f4a37" /><Relationship Type="http://schemas.openxmlformats.org/officeDocument/2006/relationships/notesMaster" Target="/ppt/notesMasters/notesMaster1.xml" Id="R1821c25a69b14d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ce3176bcfb4f31" /><Relationship Type="http://schemas.openxmlformats.org/officeDocument/2006/relationships/notesMaster" Target="/ppt/notesMasters/notesMaster1.xml" Id="R3521b6bfaaea4f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819e9b178249e8" /><Relationship Type="http://schemas.openxmlformats.org/officeDocument/2006/relationships/notesMaster" Target="/ppt/notesMasters/notesMaster1.xml" Id="Rf447b5c5d52c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a4ee158ea64c55" /><Relationship Type="http://schemas.openxmlformats.org/officeDocument/2006/relationships/notesMaster" Target="/ppt/notesMasters/notesMaster1.xml" Id="R4552a0bcc84d44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18cc275acd4dd0" /><Relationship Type="http://schemas.openxmlformats.org/officeDocument/2006/relationships/notesMaster" Target="/ppt/notesMasters/notesMaster1.xml" Id="Rfdaa248e18154ad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6dc30113eb41a6" /><Relationship Type="http://schemas.openxmlformats.org/officeDocument/2006/relationships/notesMaster" Target="/ppt/notesMasters/notesMaster1.xml" Id="Rbc986d1d74a847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49e1ef8a21148de" /><Relationship Type="http://schemas.openxmlformats.org/officeDocument/2006/relationships/notesMaster" Target="/ppt/notesMasters/notesMaster1.xml" Id="R747560547b19417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0dcfae08678499b" /><Relationship Type="http://schemas.openxmlformats.org/officeDocument/2006/relationships/notesMaster" Target="/ppt/notesMasters/notesMaster1.xml" Id="R12022918bf984e2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2b914c25e6477a" /><Relationship Type="http://schemas.openxmlformats.org/officeDocument/2006/relationships/notesMaster" Target="/ppt/notesMasters/notesMaster1.xml" Id="R0012744d0c6a43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0f2e9d25ff44233" /><Relationship Type="http://schemas.openxmlformats.org/officeDocument/2006/relationships/notesMaster" Target="/ppt/notesMasters/notesMaster1.xml" Id="R45dda6267462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【课时定位】第1课时｜导入</a:t>
            </a:r>
          </a:p>
          <a:p xmlns:a="http://schemas.openxmlformats.org/drawingml/2006/main">
            <a:r>
              <a:t>【本页目标】说出本课三项学习任务。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【教学顺序】读课题→读目标→说已知词。</a:t>
            </a:r>
          </a:p>
          <a:p xmlns:a="http://schemas.openxmlformats.org/drawingml/2006/main">
            <a:r>
              <a:t>【教师动作/话术】逐项目标追问；不提前讲规则。</a:t>
            </a:r>
          </a:p>
          <a:p xmlns:a="http://schemas.openxmlformats.org/drawingml/2006/main">
            <a:r>
              <a:t>【学生任务】读课题，说已知词。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【常见问题】只读课题→指目标词→学生复述。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【教材来源】印P.86/PDF100；教材目标：能听懂并描述天气情况；能简单描述病情；掌握语气助词“了”的用法；掌握“太……了”格式的用法；了解生病时中国人建议“喝些热水”的好处。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【答案/检查标准】1-F 水；2-D 看病；3-B 冷；4-E 雪；5-C 生病；6-A 下雨</a:t>
            </a:r>
            <a:endParaRPr/>
          </a:p>
          <a:p xmlns:a="http://schemas.openxmlformats.org/drawingml/2006/main">
            <a:r>
              <a:t>【教材来源】教材印刷P.86（PDF第100页）。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【答案/检查标准】天气 tiānqì；这里 zhèli；天 tiān；下雨 xiàyǔ；了 le；检查读音，并用其中一词说完整短句。</a:t>
            </a:r>
            <a:endParaRPr/>
          </a:p>
          <a:p xmlns:a="http://schemas.openxmlformats.org/drawingml/2006/main">
            <a:r>
              <a:t>【教材来源】教材印刷P.88（PDF第102页）。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【教师动作/话术】教材音频12-1未嵌入。教师朗读两遍：第一遍自然语速完整朗读，全文后停5秒；第二遍逐句朗读，每句后停2秒。朗读稿：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场景：王一雪打电话问王一飞那边的情况。</a:t>
            </a:r>
          </a:p>
          <a:p xmlns:a="http://schemas.openxmlformats.org/drawingml/2006/main">
            <a:r>
              <a:t>王一雪：今天天气怎么样？</a:t>
            </a:r>
          </a:p>
          <a:p xmlns:a="http://schemas.openxmlformats.org/drawingml/2006/main">
            <a:r>
              <a:t>王一飞：这里的天气不太好，下雨了。</a:t>
            </a:r>
          </a:p>
          <a:p xmlns:a="http://schemas.openxmlformats.org/drawingml/2006/main">
            <a:r>
              <a:t>王一雪：雨大吗？</a:t>
            </a:r>
          </a:p>
          <a:p xmlns:a="http://schemas.openxmlformats.org/drawingml/2006/main">
            <a:r>
              <a:t>王一飞：有点儿大，我觉得很冷。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王一飞那儿的天气不太好。”；证据：“王一飞：这里的天气不太好，下雨了。”；2.完整答案是“王一飞觉得很冷。”；证据：“王一飞：有点儿大，我觉得很冷。”；3.完整答案是“王一飞那里下雨了。”；证据：“王一飞：这里的天气不太好，下雨了。”；可接受同义完整句，关键信息须一致。</a:t>
            </a:r>
          </a:p>
          <a:p xmlns:a="http://schemas.openxmlformats.org/drawingml/2006/main">
            <a:r>
              <a:t>【教材来源】教材印刷P.87（PDF第101页），课文1；其中2题为教材选择题，1题为教师设计的课文证据题；实际音频状态：未嵌入，使用教师朗读。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【教材来源】教材印刷P.87（PDF第101页）。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【答案/检查标准】雨 yǔ；有点儿 yǒudiǎnr；觉得 juéde；冷 lěng；检查读音，并用其中一词说完整短句。</a:t>
            </a:r>
            <a:endParaRPr/>
          </a:p>
          <a:p xmlns:a="http://schemas.openxmlformats.org/drawingml/2006/main">
            <a:r>
              <a:t>【教材来源】教材印刷P.88（PDF第102页）。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【本页目标】学生能理解并使用句末语气助词“了”（1）。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【答案/检查标准】“了”放在句末或停顿处表示变化或新情况；否定回答用“没”，句末不用“了”。</a:t>
            </a:r>
            <a:endParaRPr/>
          </a:p>
          <a:p xmlns:a="http://schemas.openxmlformats.org/drawingml/2006/main">
            <a:r>
              <a:t>【教材来源】教材印刷P.88（PDF第102页）。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【答案/检查标准】1.今天下雨了，有点儿冷。；2.弟弟还没起床呢。；3.现在十二点了。</a:t>
            </a:r>
            <a:endParaRPr/>
          </a:p>
          <a:p xmlns:a="http://schemas.openxmlformats.org/drawingml/2006/main">
            <a:r>
              <a:t>【教材来源】教材印刷P.88（PDF第102页）；教师设计补充；依据本课课文、语言点与教材练习。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【答案/检查标准】提问可接受：今天天气怎么样？</a:t>
            </a:r>
            <a:endParaRPr/>
          </a:p>
          <a:p xmlns:a="http://schemas.openxmlformats.org/drawingml/2006/main">
            <a:r>
              <a:t>下雨／下雪了吗？；回答可接受：天气________。</a:t>
            </a:r>
            <a:endParaRPr/>
          </a:p>
          <a:p xmlns:a="http://schemas.openxmlformats.org/drawingml/2006/main">
            <a:r>
              <a:t>下________了／没下________。；记录要求：记录天气变化。</a:t>
            </a:r>
            <a:endParaRPr/>
          </a:p>
          <a:p xmlns:a="http://schemas.openxmlformats.org/drawingml/2006/main">
            <a:r>
              <a:t>【教材来源】印P.87/PDF101；教师设计补充；依据本课课文、语言点与教材练习。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【答案/检查标准】1.例：这个多少钱？六块零两分。；2.例：这个杯子真便宜。；3.例：这件衣服怎么样？；开放题同义且含目标结构即可。</a:t>
            </a:r>
            <a:endParaRPr/>
          </a:p>
          <a:p xmlns:a="http://schemas.openxmlformats.org/drawingml/2006/main">
            <a:r>
              <a:t>【教材来源】印P.93/PDF107、印P.94/PDF108；教材学习小结复习：询问商品价格、钱数表达、形容词谓语句、疑问代词“怎么样”。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【教材来源】教材印刷P.89（PDF第103页）；教师设计补充；依据本课课文、语言点与教材练习。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【答案/检查标准】下 xià；雪 xuě；来 lái；检查读音，并用其中一词说完整短句。</a:t>
            </a:r>
            <a:endParaRPr/>
          </a:p>
          <a:p xmlns:a="http://schemas.openxmlformats.org/drawingml/2006/main">
            <a:r>
              <a:t>【教材来源】教材印刷P.89（PDF第103页）。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【教师动作/话术】教材音频12-3未嵌入。教师朗读两遍：第一遍自然语速完整朗读，全文后停5秒；第二遍逐句朗读，每句后停2秒。朗读稿：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场景：王一雪和杨同乐在公司电梯里聊天。</a:t>
            </a:r>
          </a:p>
          <a:p xmlns:a="http://schemas.openxmlformats.org/drawingml/2006/main">
            <a:r>
              <a:t>王一雪：昨天下雪了。</a:t>
            </a:r>
          </a:p>
          <a:p xmlns:a="http://schemas.openxmlformats.org/drawingml/2006/main">
            <a:r>
              <a:t>杨同乐：是的，太冷了。</a:t>
            </a:r>
          </a:p>
          <a:p xmlns:a="http://schemas.openxmlformats.org/drawingml/2006/main">
            <a:r>
              <a:t>王一雪：你昨天没来公司，生病了？</a:t>
            </a:r>
          </a:p>
          <a:p xmlns:a="http://schemas.openxmlformats.org/drawingml/2006/main">
            <a:r>
              <a:t>杨同乐：对，我昨天去医院看病了。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杨同乐昨天生病了。”；证据：“杨同乐：是的，太冷了。；王一雪：你昨天没来公司，生病了？”；2.完整答案是“杨同乐今天来公司了。”；证据：“场景说明：王一雪和杨同乐在公司电梯里聊天；可知杨同乐今天已经来公司。”；3.完整答案是“杨同乐昨天去医院看病了。”；证据：“杨同乐：对，我昨天去医院看病了。”；可接受同义完整句，关键信息须一致。</a:t>
            </a:r>
          </a:p>
          <a:p xmlns:a="http://schemas.openxmlformats.org/drawingml/2006/main">
            <a:r>
              <a:t>【教材来源】教材印刷P.89（PDF第103页），课文2；其中2题为教材选择题，1题为教师设计的课文证据题；实际音频状态：未嵌入，使用教师朗读。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【教师动作/话术】逐轮指人物；长句按意群断开。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【教材来源】教材印刷P.89（PDF第103页）。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【答案/检查标准】公司 gōngsī；生病 shēngbìng；看病 kànbìng；检查读音，并用其中一词说完整短句。</a:t>
            </a:r>
            <a:endParaRPr/>
          </a:p>
          <a:p xmlns:a="http://schemas.openxmlformats.org/drawingml/2006/main">
            <a:r>
              <a:t>【教材来源】教材印刷P.89（PDF第103页）。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【本页目标】学生能使用“太……了”。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【答案/检查标准】“太＋形容词＋了”感叹程度很高。</a:t>
            </a:r>
            <a:endParaRPr/>
          </a:p>
          <a:p xmlns:a="http://schemas.openxmlformats.org/drawingml/2006/main">
            <a:r>
              <a:t>【教材来源】教材印刷P.90（PDF第104页）。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【答案/检查标准】1.太冷了！；2.我很冷。；3.回家后喝些热水。</a:t>
            </a:r>
            <a:endParaRPr/>
          </a:p>
          <a:p xmlns:a="http://schemas.openxmlformats.org/drawingml/2006/main">
            <a:r>
              <a:t>【教材来源】教材印刷P.90（PDF第104页）；教师设计补充；依据本课课文、语言点与教材练习。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【答案/检查标准】提问可接受：你觉得怎么样？你想怎么做？；回答可接受：我________，想________。；记录要求：记录同伴的感觉和打算。</a:t>
            </a:r>
            <a:endParaRPr/>
          </a:p>
          <a:p xmlns:a="http://schemas.openxmlformats.org/drawingml/2006/main">
            <a:r>
              <a:t>【教材来源】教材印刷P.89（PDF第103页）；教师设计补充；依据本课课文、语言点与教材练习。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【教材来源】教材印刷P.89（PDF第103页）；教师设计补充；依据本课课文、语言点与教材练习。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【答案/检查标准】1.例：你去不去超市？；2.例：弟弟正在睡觉。；3.例：我今天要学习。；开放题同义且含目标结构即可。</a:t>
            </a:r>
            <a:endParaRPr/>
          </a:p>
          <a:p xmlns:a="http://schemas.openxmlformats.org/drawingml/2006/main">
            <a:r>
              <a:t>【教材来源】印P.94/PDF108；教材学习小结复习：正反问句、时间副词“在／正在”、能愿动词“要”。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【本页目标】学生能回答课文2的教材理解题。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【教学顺序】独立回忆→同桌互答→回到课文找依据。</a:t>
            </a:r>
            <a:endParaRPr/>
          </a:p>
          <a:p xmlns:a="http://schemas.openxmlformats.org/drawingml/2006/main">
            <a:r>
              <a:t>【教师动作/话术】逐题追问；答案不完整时只提示课文人物或关键词。</a:t>
            </a:r>
            <a:endParaRPr/>
          </a:p>
          <a:p xmlns:a="http://schemas.openxmlformats.org/drawingml/2006/main">
            <a:r>
              <a:t>【学生任务】根据课文，回答两个问题。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【答案/检查标准】1.昨天天气怎么样？→昨天下雪了，太冷了。；2.杨同乐昨天做什么了？→杨同乐昨天去医院看病了。</a:t>
            </a:r>
            <a:endParaRPr/>
          </a:p>
          <a:p xmlns:a="http://schemas.openxmlformats.org/drawingml/2006/main">
            <a:r>
              <a:t>【教材来源】教材印刷P.90（PDF第104页）；教材课文2理解题；按原题回答并回到课文找依据。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【答案/检查标准】病 bìng；一点儿 yìdiǎnr；药 yào；天 tiān；回 huí；检查读音，并用其中一词说完整短句。</a:t>
            </a:r>
            <a:endParaRPr/>
          </a:p>
          <a:p xmlns:a="http://schemas.openxmlformats.org/drawingml/2006/main">
            <a:r>
              <a:t>【教材来源】教材印刷P.91（PDF第105页）。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【教师动作/话术】教材音频12-5未嵌入。教师朗读两遍：第一遍自然语速完整朗读，全文后停5秒；第二遍逐句朗读，每句后停2秒。朗读稿：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场景：杨同乐在医院看病。</a:t>
            </a:r>
          </a:p>
          <a:p xmlns:a="http://schemas.openxmlformats.org/drawingml/2006/main">
            <a:r>
              <a:t>杨同乐：医生，我病了。</a:t>
            </a:r>
          </a:p>
          <a:p xmlns:a="http://schemas.openxmlformats.org/drawingml/2006/main">
            <a:r>
              <a:t>胡医生：我看看。你觉得怎么样？</a:t>
            </a:r>
          </a:p>
          <a:p xmlns:a="http://schemas.openxmlformats.org/drawingml/2006/main">
            <a:r>
              <a:t>杨同乐：我很冷。</a:t>
            </a:r>
          </a:p>
          <a:p xmlns:a="http://schemas.openxmlformats.org/drawingml/2006/main">
            <a:r>
              <a:t>胡医生：好的，吃一点儿药，今天休息半天吧。</a:t>
            </a:r>
          </a:p>
          <a:p xmlns:a="http://schemas.openxmlformats.org/drawingml/2006/main">
            <a:r>
              <a:t>杨同乐：好的。</a:t>
            </a:r>
          </a:p>
          <a:p xmlns:a="http://schemas.openxmlformats.org/drawingml/2006/main">
            <a:r>
              <a:t>胡医生：回家后再喝些热水。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杨同乐觉得很冷。”；证据：“胡医生：我看看。你觉得怎么样？；杨同乐：我很冷。”；2.完整答案是“医生对杨同乐说：“今天休息半天吧。””；证据：“胡医生：好的，吃一点儿药，今天休息半天吧。；杨同乐：好的。”；3.完整答案是“医生建议他吃药、休息半天，回家后喝些热水。”；教材要点：吃药、休息半天、回家后喝热水；证据：“医生说：吃一点儿药，今天休息半天吧；回家后再喝些热水。”；可接受同义完整句，关键信息须一致。</a:t>
            </a:r>
          </a:p>
          <a:p xmlns:a="http://schemas.openxmlformats.org/drawingml/2006/main">
            <a:r>
              <a:t>【教材来源】教材印刷P.90（PDF第104页）、教材印刷P.91（PDF第105页），课文3；其中2题为教材选择题，1题为教师设计的课文证据题；实际音频状态：未嵌入，使用教师朗读。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【教师动作/话术】长句先按意群切分，再恢复自然语速。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【教材来源】教材印刷P.91（PDF第105页）。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【答案/检查标准】再 zài；喝 hē；热 rè；水 shuǐ；检查读音，并用其中一词说完整短句。</a:t>
            </a:r>
            <a:endParaRPr/>
          </a:p>
          <a:p xmlns:a="http://schemas.openxmlformats.org/drawingml/2006/main">
            <a:r>
              <a:t>【教材来源】教材印刷P.91（PDF第105页）。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【本页目标】学生能使用天气与病情表达。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【答案/检查标准】天气可用非主谓句；病情用“病了／觉得＋形容词”，建议用祈使句或“吧”。</a:t>
            </a:r>
            <a:endParaRPr/>
          </a:p>
          <a:p xmlns:a="http://schemas.openxmlformats.org/drawingml/2006/main">
            <a:r>
              <a:t>【教材来源】教材印刷P.86（PDF第100页）、教材印刷P.91（PDF第105页）。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【答案/检查标准】1.外边正在下雪，太冷了！；2.他去公司工作了。；3.医生：你觉得怎么样？杨同乐：我很冷。；4.王一雪：你昨天去医院看病了吗？杨同乐：没有，我今天去。</a:t>
            </a:r>
          </a:p>
          <a:p xmlns:a="http://schemas.openxmlformats.org/drawingml/2006/main">
            <a:r>
              <a:t>【教材来源】教材印刷P.92（PDF第106页）。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【答案/检查标准】1.昨天下雨了。；2.今天天气很好。；3.杨同乐生病了，他昨天去医院，今天来公司。；4.医生对杨同乐说：“今天休息半天，回家再喝些热水。”</a:t>
            </a:r>
          </a:p>
          <a:p xmlns:a="http://schemas.openxmlformats.org/drawingml/2006/main">
            <a:r>
              <a:t>【教材来源】教材印刷P.92（PDF第106页）。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【课时定位】第3课时｜活动</a:t>
            </a:r>
            <a:endParaRPr/>
          </a:p>
          <a:p xmlns:a="http://schemas.openxmlformats.org/drawingml/2006/main">
            <a:r>
              <a:t>【本页目标】按材料完成活动并分享。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【教学顺序】读材料→完成→分享→核对。</a:t>
            </a:r>
            <a:endParaRPr/>
          </a:p>
          <a:p xmlns:a="http://schemas.openxmlformats.org/drawingml/2006/main">
            <a:r>
              <a:t>【教师动作/话术】示范一轮；巡视后抽查个人产出。</a:t>
            </a:r>
            <a:endParaRPr/>
          </a:p>
          <a:p xmlns:a="http://schemas.openxmlformats.org/drawingml/2006/main">
            <a:r>
              <a:t>【学生任务】按三步完成活动，再说一条本课观察。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【常见问题】漏步骤→回到当前步→个人重做。</a:t>
            </a:r>
            <a:endParaRPr/>
          </a:p>
          <a:p xmlns:a="http://schemas.openxmlformats.org/drawingml/2006/main">
            <a:r>
              <a:t>【答案/检查标准】完成三步并准确复述：课文建议病人吃药、休息半天、回家后喝热水。</a:t>
            </a:r>
            <a:endParaRPr/>
          </a:p>
          <a:p xmlns:a="http://schemas.openxmlformats.org/drawingml/2006/main">
            <a:r>
              <a:t>【教材来源】印P.91/PDF105、印P.93/PDF107；教材活动改编：角色扮演：两人一组，一个人扮演医生，另一个人扮演病人，病人来看病。；观察依据为课文三医生给出的语言建议。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【答案/检查标准】1.杨同乐生病了。；2.杨同乐回家后要喝些热水。；3.例：下雨了；太冷了；今天天气很冷；我病了。；开放题同义且含目标结构即可。</a:t>
            </a:r>
            <a:endParaRPr/>
          </a:p>
          <a:p xmlns:a="http://schemas.openxmlformats.org/drawingml/2006/main">
            <a:r>
              <a:t>【教材来源】印P.91/PDF105、印P.94/PDF108；教材学习小结复习：非主谓句、语气助词“了”、“太……了”格式、描述天气、描述病情。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4729ab4ca48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63aa4cda04f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37bdf9669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5b3ca1c214d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16ad0d52f4a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f95fe66c64e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fff605cd14c0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b6110246242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c0466dc52433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d042bd71b4a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b66d619cc45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7da104b3f468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4f87477b074bb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ac6adc1f584db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0c7459ff9e41a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0746117cbd41d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43f5e0204c4a6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6bca6a63fc40d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a857c0164e4a1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31bf8474184d1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261373489f48e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cb5d9e66784ed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7e3c6d2b85427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5da7ce300ad407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7dcde59abd94dc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0550d981c2468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b282b23713498e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e4b249c279d404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c11f25b491a447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d4c9f27e52444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fb02b290c27475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23933a79e164a3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61d9f2d80504ec0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ddefa416a1f420e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a53cb43668b41c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21772d1f440d0" /><Relationship Type="http://schemas.openxmlformats.org/officeDocument/2006/relationships/slideLayout" Target="/ppt/slideLayouts/slideLayout1.xml" Id="R65095aeb54ea429e" /><Relationship Type="http://schemas.openxmlformats.org/officeDocument/2006/relationships/slideLayout" Target="/ppt/slideLayouts/slideLayout2.xml" Id="R6d28c111acc9402f" /><Relationship Type="http://schemas.openxmlformats.org/officeDocument/2006/relationships/slideLayout" Target="/ppt/slideLayouts/slideLayout3.xml" Id="Rae74a9cd5f954b05" /><Relationship Type="http://schemas.openxmlformats.org/officeDocument/2006/relationships/slideLayout" Target="/ppt/slideLayouts/slideLayout4.xml" Id="R83055cf02f154b1b" /><Relationship Type="http://schemas.openxmlformats.org/officeDocument/2006/relationships/slideLayout" Target="/ppt/slideLayouts/slideLayout5.xml" Id="R1b6a8ab0964c42cf" /><Relationship Type="http://schemas.openxmlformats.org/officeDocument/2006/relationships/slideLayout" Target="/ppt/slideLayouts/slideLayout6.xml" Id="Rf79d3fb6b58b4885" /><Relationship Type="http://schemas.openxmlformats.org/officeDocument/2006/relationships/slideLayout" Target="/ppt/slideLayouts/slideLayout7.xml" Id="Rb787d373c40b4db9" /><Relationship Type="http://schemas.openxmlformats.org/officeDocument/2006/relationships/slideLayout" Target="/ppt/slideLayouts/slideLayout8.xml" Id="Rc1b742c8422f4992" /><Relationship Type="http://schemas.openxmlformats.org/officeDocument/2006/relationships/slideLayout" Target="/ppt/slideLayouts/slideLayout9.xml" Id="R3c9c6bf72e9a477b" /><Relationship Type="http://schemas.openxmlformats.org/officeDocument/2006/relationships/slideLayout" Target="/ppt/slideLayouts/slideLayout10.xml" Id="Rb54f6dbeca2c4637" /><Relationship Type="http://schemas.openxmlformats.org/officeDocument/2006/relationships/slideLayout" Target="/ppt/slideLayouts/slideLayout11.xml" Id="R5fd43c75e81e4b9e" /><Relationship Type="http://schemas.openxmlformats.org/officeDocument/2006/relationships/slideLayout" Target="/ppt/slideLayouts/slideLayout12.xml" Id="Rdf4ad4dfb0f84cc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90eff1b8a3427e" /><Relationship Type="http://schemas.openxmlformats.org/officeDocument/2006/relationships/slideLayout" Target="/ppt/slideLayouts/slideLayout13.xml" Id="R43f67e43d2af4066" /><Relationship Type="http://schemas.openxmlformats.org/officeDocument/2006/relationships/slideLayout" Target="/ppt/slideLayouts/slideLayout14.xml" Id="R54d2a67ea36e4d8b" /><Relationship Type="http://schemas.openxmlformats.org/officeDocument/2006/relationships/slideLayout" Target="/ppt/slideLayouts/slideLayout15.xml" Id="R8dccee8598ca45dd" /><Relationship Type="http://schemas.openxmlformats.org/officeDocument/2006/relationships/slideLayout" Target="/ppt/slideLayouts/slideLayout16.xml" Id="Rc802a887072b4e2b" /><Relationship Type="http://schemas.openxmlformats.org/officeDocument/2006/relationships/slideLayout" Target="/ppt/slideLayouts/slideLayout17.xml" Id="R1e2d262bbdc646b5" /><Relationship Type="http://schemas.openxmlformats.org/officeDocument/2006/relationships/slideLayout" Target="/ppt/slideLayouts/slideLayout18.xml" Id="R42cd23350c124df1" /><Relationship Type="http://schemas.openxmlformats.org/officeDocument/2006/relationships/slideLayout" Target="/ppt/slideLayouts/slideLayout19.xml" Id="R46b5fbf33b1e4f1b" /><Relationship Type="http://schemas.openxmlformats.org/officeDocument/2006/relationships/slideLayout" Target="/ppt/slideLayouts/slideLayout20.xml" Id="R1819c5aa28b94d55" /><Relationship Type="http://schemas.openxmlformats.org/officeDocument/2006/relationships/slideLayout" Target="/ppt/slideLayouts/slideLayout21.xml" Id="R0b9cc1d593ec4b62" /><Relationship Type="http://schemas.openxmlformats.org/officeDocument/2006/relationships/slideLayout" Target="/ppt/slideLayouts/slideLayout22.xml" Id="R062118b0d1f248ec" /><Relationship Type="http://schemas.openxmlformats.org/officeDocument/2006/relationships/slideLayout" Target="/ppt/slideLayouts/slideLayout23.xml" Id="Rf95b4c16785e49b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d6272142e0048e0" /><Relationship Type="http://schemas.openxmlformats.org/officeDocument/2006/relationships/slideLayout" Target="/ppt/slideLayouts/slideLayout24.xml" Id="Rc2475c4a0e1e4847" /><Relationship Type="http://schemas.openxmlformats.org/officeDocument/2006/relationships/slideLayout" Target="/ppt/slideLayouts/slideLayout25.xml" Id="Rdd788df9f49740b3" /><Relationship Type="http://schemas.openxmlformats.org/officeDocument/2006/relationships/slideLayout" Target="/ppt/slideLayouts/slideLayout26.xml" Id="R5bce5531fef74c57" /><Relationship Type="http://schemas.openxmlformats.org/officeDocument/2006/relationships/slideLayout" Target="/ppt/slideLayouts/slideLayout27.xml" Id="Rf710378fcb954f6f" /><Relationship Type="http://schemas.openxmlformats.org/officeDocument/2006/relationships/slideLayout" Target="/ppt/slideLayouts/slideLayout28.xml" Id="R690b4cbb6d214378" /><Relationship Type="http://schemas.openxmlformats.org/officeDocument/2006/relationships/slideLayout" Target="/ppt/slideLayouts/slideLayout29.xml" Id="Rb2d90a0f9c624151" /><Relationship Type="http://schemas.openxmlformats.org/officeDocument/2006/relationships/slideLayout" Target="/ppt/slideLayouts/slideLayout30.xml" Id="R3144388d97794565" /><Relationship Type="http://schemas.openxmlformats.org/officeDocument/2006/relationships/slideLayout" Target="/ppt/slideLayouts/slideLayout31.xml" Id="Rf0b79edf2de04513" /><Relationship Type="http://schemas.openxmlformats.org/officeDocument/2006/relationships/slideLayout" Target="/ppt/slideLayouts/slideLayout32.xml" Id="R22afb7bc0699432c" /><Relationship Type="http://schemas.openxmlformats.org/officeDocument/2006/relationships/slideLayout" Target="/ppt/slideLayouts/slideLayout33.xml" Id="R60890d0371ac47c5" /><Relationship Type="http://schemas.openxmlformats.org/officeDocument/2006/relationships/slideLayout" Target="/ppt/slideLayouts/slideLayout34.xml" Id="Rd28a94a6a4234985" /><Relationship Type="http://schemas.openxmlformats.org/officeDocument/2006/relationships/slideLayout" Target="/ppt/slideLayouts/slideLayout35.xml" Id="Rd3bbfe95df444d0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95aeb54ea429e"/>
    <p:sldLayoutId xmlns:r="http://schemas.openxmlformats.org/officeDocument/2006/relationships" id="2147483650" r:id="R6d28c111acc9402f"/>
    <p:sldLayoutId xmlns:r="http://schemas.openxmlformats.org/officeDocument/2006/relationships" id="2147483651" r:id="Rae74a9cd5f954b05"/>
    <p:sldLayoutId xmlns:r="http://schemas.openxmlformats.org/officeDocument/2006/relationships" id="2147483652" r:id="R83055cf02f154b1b"/>
    <p:sldLayoutId xmlns:r="http://schemas.openxmlformats.org/officeDocument/2006/relationships" id="2147483653" r:id="R1b6a8ab0964c42cf"/>
    <p:sldLayoutId xmlns:r="http://schemas.openxmlformats.org/officeDocument/2006/relationships" id="2147483654" r:id="Rf79d3fb6b58b4885"/>
    <p:sldLayoutId xmlns:r="http://schemas.openxmlformats.org/officeDocument/2006/relationships" id="2147483655" r:id="Rb787d373c40b4db9"/>
    <p:sldLayoutId xmlns:r="http://schemas.openxmlformats.org/officeDocument/2006/relationships" id="2147483656" r:id="Rc1b742c8422f4992"/>
    <p:sldLayoutId xmlns:r="http://schemas.openxmlformats.org/officeDocument/2006/relationships" id="2147483657" r:id="R3c9c6bf72e9a477b"/>
    <p:sldLayoutId xmlns:r="http://schemas.openxmlformats.org/officeDocument/2006/relationships" id="2147483658" r:id="Rb54f6dbeca2c4637"/>
    <p:sldLayoutId xmlns:r="http://schemas.openxmlformats.org/officeDocument/2006/relationships" id="2147483659" r:id="R5fd43c75e81e4b9e"/>
    <p:sldLayoutId xmlns:r="http://schemas.openxmlformats.org/officeDocument/2006/relationships" id="2147483660" r:id="Rdf4ad4dfb0f84cc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43f67e43d2af4066"/>
    <p:sldLayoutId xmlns:r="http://schemas.openxmlformats.org/officeDocument/2006/relationships" id="2147483663" r:id="R54d2a67ea36e4d8b"/>
    <p:sldLayoutId xmlns:r="http://schemas.openxmlformats.org/officeDocument/2006/relationships" id="2147483664" r:id="R8dccee8598ca45dd"/>
    <p:sldLayoutId xmlns:r="http://schemas.openxmlformats.org/officeDocument/2006/relationships" id="2147483665" r:id="Rc802a887072b4e2b"/>
    <p:sldLayoutId xmlns:r="http://schemas.openxmlformats.org/officeDocument/2006/relationships" id="2147483666" r:id="R1e2d262bbdc646b5"/>
    <p:sldLayoutId xmlns:r="http://schemas.openxmlformats.org/officeDocument/2006/relationships" id="2147483667" r:id="R42cd23350c124df1"/>
    <p:sldLayoutId xmlns:r="http://schemas.openxmlformats.org/officeDocument/2006/relationships" id="2147483668" r:id="R46b5fbf33b1e4f1b"/>
    <p:sldLayoutId xmlns:r="http://schemas.openxmlformats.org/officeDocument/2006/relationships" id="2147483669" r:id="R1819c5aa28b94d55"/>
    <p:sldLayoutId xmlns:r="http://schemas.openxmlformats.org/officeDocument/2006/relationships" id="2147483670" r:id="R0b9cc1d593ec4b62"/>
    <p:sldLayoutId xmlns:r="http://schemas.openxmlformats.org/officeDocument/2006/relationships" id="2147483671" r:id="R062118b0d1f248ec"/>
    <p:sldLayoutId xmlns:r="http://schemas.openxmlformats.org/officeDocument/2006/relationships" id="2147483672" r:id="Rf95b4c16785e49b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c2475c4a0e1e4847"/>
    <p:sldLayoutId xmlns:r="http://schemas.openxmlformats.org/officeDocument/2006/relationships" id="2147483675" r:id="Rdd788df9f49740b3"/>
    <p:sldLayoutId xmlns:r="http://schemas.openxmlformats.org/officeDocument/2006/relationships" id="2147483676" r:id="R5bce5531fef74c57"/>
    <p:sldLayoutId xmlns:r="http://schemas.openxmlformats.org/officeDocument/2006/relationships" id="2147483677" r:id="Rf710378fcb954f6f"/>
    <p:sldLayoutId xmlns:r="http://schemas.openxmlformats.org/officeDocument/2006/relationships" id="2147483678" r:id="R690b4cbb6d214378"/>
    <p:sldLayoutId xmlns:r="http://schemas.openxmlformats.org/officeDocument/2006/relationships" id="2147483679" r:id="Rb2d90a0f9c624151"/>
    <p:sldLayoutId xmlns:r="http://schemas.openxmlformats.org/officeDocument/2006/relationships" id="2147483680" r:id="R3144388d97794565"/>
    <p:sldLayoutId xmlns:r="http://schemas.openxmlformats.org/officeDocument/2006/relationships" id="2147483681" r:id="Rf0b79edf2de04513"/>
    <p:sldLayoutId xmlns:r="http://schemas.openxmlformats.org/officeDocument/2006/relationships" id="2147483682" r:id="R22afb7bc0699432c"/>
    <p:sldLayoutId xmlns:r="http://schemas.openxmlformats.org/officeDocument/2006/relationships" id="2147483683" r:id="R60890d0371ac47c5"/>
    <p:sldLayoutId xmlns:r="http://schemas.openxmlformats.org/officeDocument/2006/relationships" id="2147483684" r:id="Rd28a94a6a4234985"/>
    <p:sldLayoutId xmlns:r="http://schemas.openxmlformats.org/officeDocument/2006/relationships" id="2147483685" r:id="Rd3bbfe95df444d0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3c5a5dc92417e" /><Relationship Type="http://schemas.openxmlformats.org/officeDocument/2006/relationships/notesSlide" Target="/ppt/notesSlides/notesSlide1.xml" Id="R52fe6bfd8fa7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3daa7c1e154de0" /><Relationship Type="http://schemas.openxmlformats.org/officeDocument/2006/relationships/image" Target="/ppt/media/image.jpeg" Id="R8ba9396803a14645" /><Relationship Type="http://schemas.openxmlformats.org/officeDocument/2006/relationships/image" Target="/ppt/media/image2.jpeg" Id="R81432c5f24f54eaa" /><Relationship Type="http://schemas.openxmlformats.org/officeDocument/2006/relationships/image" Target="/ppt/media/image3.jpeg" Id="R71758ed77dd04809" /><Relationship Type="http://schemas.openxmlformats.org/officeDocument/2006/relationships/image" Target="/ppt/media/image4.jpeg" Id="R244705486a12466f" /><Relationship Type="http://schemas.openxmlformats.org/officeDocument/2006/relationships/image" Target="/ppt/media/image5.jpeg" Id="Rfe29e4ef51a64065" /><Relationship Type="http://schemas.openxmlformats.org/officeDocument/2006/relationships/image" Target="/ppt/media/image6.jpeg" Id="Rb1481723dc0d42a5" /><Relationship Type="http://schemas.openxmlformats.org/officeDocument/2006/relationships/notesSlide" Target="/ppt/notesSlides/notesSlide2.xml" Id="R02b608906401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8d7f0e2a1e4fce" /><Relationship Type="http://schemas.openxmlformats.org/officeDocument/2006/relationships/image" Target="/ppt/media/image7.jpeg" Id="R6f79c1f4971946e1" /><Relationship Type="http://schemas.openxmlformats.org/officeDocument/2006/relationships/notesSlide" Target="/ppt/notesSlides/notesSlide3.xml" Id="R111acb52eef547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28f14c138d4471" /><Relationship Type="http://schemas.openxmlformats.org/officeDocument/2006/relationships/notesSlide" Target="/ppt/notesSlides/notesSlide4.xml" Id="Re8006bb656cd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cb953439843b2" /><Relationship Type="http://schemas.openxmlformats.org/officeDocument/2006/relationships/image" Target="/ppt/media/image8.jpeg" Id="Rd53985a93dce4019" /><Relationship Type="http://schemas.openxmlformats.org/officeDocument/2006/relationships/notesSlide" Target="/ppt/notesSlides/notesSlide5.xml" Id="Rcf477e78d6dc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5192cd12264a0b" /><Relationship Type="http://schemas.openxmlformats.org/officeDocument/2006/relationships/image" Target="/ppt/media/image9.jpeg" Id="R600ef1f080d84506" /><Relationship Type="http://schemas.openxmlformats.org/officeDocument/2006/relationships/notesSlide" Target="/ppt/notesSlides/notesSlide6.xml" Id="R613a165425024a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e79740e1224c15" /><Relationship Type="http://schemas.openxmlformats.org/officeDocument/2006/relationships/notesSlide" Target="/ppt/notesSlides/notesSlide7.xml" Id="R8c59ff21bb64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636e72ca9e4ed7" /><Relationship Type="http://schemas.openxmlformats.org/officeDocument/2006/relationships/image" Target="/ppt/media/image.png" Id="R6c5172e00eaa43b4" /><Relationship Type="http://schemas.openxmlformats.org/officeDocument/2006/relationships/image" Target="/ppt/media/image2.png" Id="Re7f8b454b4004f54" /><Relationship Type="http://schemas.openxmlformats.org/officeDocument/2006/relationships/image" Target="/ppt/media/image3.png" Id="R0cffe99dbb374838" /><Relationship Type="http://schemas.openxmlformats.org/officeDocument/2006/relationships/notesSlide" Target="/ppt/notesSlides/notesSlide8.xml" Id="R2e852dfb70cf48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1b7cd623914b99" /><Relationship Type="http://schemas.openxmlformats.org/officeDocument/2006/relationships/notesSlide" Target="/ppt/notesSlides/notesSlide9.xml" Id="R4b106157afe84c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d91fa533c4bcf" /><Relationship Type="http://schemas.openxmlformats.org/officeDocument/2006/relationships/notesSlide" Target="/ppt/notesSlides/notesSlide10.xml" Id="Recc4e26ed95c46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4ed67ae2254fbb" /><Relationship Type="http://schemas.openxmlformats.org/officeDocument/2006/relationships/notesSlide" Target="/ppt/notesSlides/notesSlide11.xml" Id="Ra609a9b7b44847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40f9cc8ef540b5" /><Relationship Type="http://schemas.openxmlformats.org/officeDocument/2006/relationships/image" Target="/ppt/media/image10.jpeg" Id="R5f4d824e96ae479c" /><Relationship Type="http://schemas.openxmlformats.org/officeDocument/2006/relationships/notesSlide" Target="/ppt/notesSlides/notesSlide12.xml" Id="R73eecc0ef2cd42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28698ebde04b87" /><Relationship Type="http://schemas.openxmlformats.org/officeDocument/2006/relationships/notesSlide" Target="/ppt/notesSlides/notesSlide13.xml" Id="R61c18317bb354d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dde9d1cd4330" /><Relationship Type="http://schemas.openxmlformats.org/officeDocument/2006/relationships/image" Target="/ppt/media/image11.jpeg" Id="Rcf958d9fd6cd416b" /><Relationship Type="http://schemas.openxmlformats.org/officeDocument/2006/relationships/notesSlide" Target="/ppt/notesSlides/notesSlide14.xml" Id="R76103cd11bd148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d158f135844936" /><Relationship Type="http://schemas.openxmlformats.org/officeDocument/2006/relationships/image" Target="/ppt/media/image12.jpeg" Id="R930d3fcb66834799" /><Relationship Type="http://schemas.openxmlformats.org/officeDocument/2006/relationships/notesSlide" Target="/ppt/notesSlides/notesSlide15.xml" Id="R7b6cbbe2317a4e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b7cc31a5e14b01" /><Relationship Type="http://schemas.openxmlformats.org/officeDocument/2006/relationships/notesSlide" Target="/ppt/notesSlides/notesSlide16.xml" Id="R4d4c97057e8743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1ba3cce5f441b2" /><Relationship Type="http://schemas.openxmlformats.org/officeDocument/2006/relationships/image" Target="/ppt/media/image4.png" Id="R5f7e5f9876924d01" /><Relationship Type="http://schemas.openxmlformats.org/officeDocument/2006/relationships/image" Target="/ppt/media/image5.png" Id="R4a1e826b8cb54be0" /><Relationship Type="http://schemas.openxmlformats.org/officeDocument/2006/relationships/image" Target="/ppt/media/image6.png" Id="Rd1aa6bd38a1a46b2" /><Relationship Type="http://schemas.openxmlformats.org/officeDocument/2006/relationships/notesSlide" Target="/ppt/notesSlides/notesSlide17.xml" Id="R0356adf1d33b4b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9ab61d40ed43d1" /><Relationship Type="http://schemas.openxmlformats.org/officeDocument/2006/relationships/notesSlide" Target="/ppt/notesSlides/notesSlide18.xml" Id="R22e5b80fccb947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2174a94bcf41cb" /><Relationship Type="http://schemas.openxmlformats.org/officeDocument/2006/relationships/notesSlide" Target="/ppt/notesSlides/notesSlide19.xml" Id="Rb9ed63bc182940e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ecf17c79347db" /><Relationship Type="http://schemas.openxmlformats.org/officeDocument/2006/relationships/notesSlide" Target="/ppt/notesSlides/notesSlide20.xml" Id="Rcd738ee92c704c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c0bbad9c684f88" /><Relationship Type="http://schemas.openxmlformats.org/officeDocument/2006/relationships/notesSlide" Target="/ppt/notesSlides/notesSlide21.xml" Id="Rfeca9771592e41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9de6f985b9436e" /><Relationship Type="http://schemas.openxmlformats.org/officeDocument/2006/relationships/image" Target="/ppt/media/image13.jpeg" Id="R01da3f7d824147b0" /><Relationship Type="http://schemas.openxmlformats.org/officeDocument/2006/relationships/notesSlide" Target="/ppt/notesSlides/notesSlide22.xml" Id="R333300ea734540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d165f333a94fd3" /><Relationship Type="http://schemas.openxmlformats.org/officeDocument/2006/relationships/notesSlide" Target="/ppt/notesSlides/notesSlide23.xml" Id="Rf0666bafd95941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6bf74d5fa4f75" /><Relationship Type="http://schemas.openxmlformats.org/officeDocument/2006/relationships/image" Target="/ppt/media/image14.jpeg" Id="R8f3986d881c74aaf" /><Relationship Type="http://schemas.openxmlformats.org/officeDocument/2006/relationships/notesSlide" Target="/ppt/notesSlides/notesSlide24.xml" Id="R99d5afcb048a41e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fcf18069104f93" /><Relationship Type="http://schemas.openxmlformats.org/officeDocument/2006/relationships/image" Target="/ppt/media/image15.jpeg" Id="R24172bb2d0784aaf" /><Relationship Type="http://schemas.openxmlformats.org/officeDocument/2006/relationships/notesSlide" Target="/ppt/notesSlides/notesSlide25.xml" Id="R547a08480cfb4e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9a8d35777e4293" /><Relationship Type="http://schemas.openxmlformats.org/officeDocument/2006/relationships/notesSlide" Target="/ppt/notesSlides/notesSlide26.xml" Id="Rd4c593c1f11347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ade62e045bf4c26" /><Relationship Type="http://schemas.openxmlformats.org/officeDocument/2006/relationships/notesSlide" Target="/ppt/notesSlides/notesSlide27.xml" Id="Ra1a358cd30b9402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b85cbcded04fce" /><Relationship Type="http://schemas.openxmlformats.org/officeDocument/2006/relationships/image" Target="/ppt/media/image7.png" Id="R055f05bcd5fa40a0" /><Relationship Type="http://schemas.openxmlformats.org/officeDocument/2006/relationships/image" Target="/ppt/media/image8.png" Id="Re97442b44a124fe6" /><Relationship Type="http://schemas.openxmlformats.org/officeDocument/2006/relationships/notesSlide" Target="/ppt/notesSlides/notesSlide28.xml" Id="R93c745cd664a4a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b670085aa44ce7" /><Relationship Type="http://schemas.openxmlformats.org/officeDocument/2006/relationships/notesSlide" Target="/ppt/notesSlides/notesSlide29.xml" Id="R9202d3ce9d8748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ded17323b45a9" /><Relationship Type="http://schemas.openxmlformats.org/officeDocument/2006/relationships/notesSlide" Target="/ppt/notesSlides/notesSlide30.xml" Id="R132e3bcc1c1d44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第12课｜昨天下雪了  Lesson 12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第12课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昨天下雪了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描述天气和病情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用句末“了”表示变化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用“太……了”并听懂建议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天气｜了（1）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太……了｜看病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下雨　B 冷　C 生病　D 看病　E 雪　F 水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9396803a146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32c5f24f54e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58ed77dd048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705486a1246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9e4ef51a640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81723dc0d42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tiānqì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天气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zhèli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这里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here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tiān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天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xiàyǔ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下雨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rain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补充词：了 le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9c1f4971946e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王一飞那儿的天气（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很好　B 很不好　C 不太好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王一飞觉得（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不冷　B 很冷　C 有点儿冷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王一飞那里下雨了吗：________________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Jīntiān tiānqì zěnmeyàng?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717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今天天气怎么样？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Zhèlǐ de tiān bú tài hǎo, xià yǔ le.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这里的天气不太好，下雨了。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Yǔ dà ma?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雨大吗？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Yǒudiǎnr dà, wǒ juéde hěn lěng.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有点儿大，我觉得很冷。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985a93dce4019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yǔ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雨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rain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yǒudiǎnr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有点儿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 bit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juéde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觉得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feel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lěng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冷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cold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读一读：雨｜有点儿｜觉得｜冷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ef1f080d8450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句末语气助词“了”（1）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新情况 + 了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下雨了。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时间变化 + 了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十二点了。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否定：没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弟弟没起床呢。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今天天气怎么样？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弟弟起床了吗？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十二点了吗？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172e00eaa43b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8b454b4004f5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fe99dbb374838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今天天气怎么样？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下雨／下雪了吗？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天气________。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下________了／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没下________。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记录：记录天气变化。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询问商品价格、钱数表达：各说一例。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用形容词谓语句评价一样东西。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用疑问代词“怎么样”提问。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fall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xuě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雪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snow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lái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来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come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读一读：下｜雪｜来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d824e96ae479c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杨同乐昨天（　）了。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生病　B 上班　C 去公司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杨同乐今天（　）了。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在家里　B 去医院　C 来公司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他去做什么了：________________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Zuótiān xià xuě le.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717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昨天下雪了。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289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 de, tài lěng le.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是的，太冷了。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zuótiān méi lái gōngsī, shēngbìng le?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你昨天没来公司，生病了？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0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Duì, wǒ zuótiān qù yīyuàn kànbìng le.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对，我昨天去医院看病了。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58d9fd6cd416b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gōngsī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公司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shēngbìng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生病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fall ill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kànbìng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看病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see a doctor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读一读：公司｜生病｜看病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d3fcb66834799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“太……了”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太 + 冷 + 了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太冷了！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太 + 小 + 了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这个杯子太小了。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太 + 高兴 + 了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我们太高兴了！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“太＋形容词＋了”感叹程度很高。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天气很冷，怎么感叹？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你觉得怎么样？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回家后做什么？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e5f9876924d01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e826b8cb54be0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a6bd38a1a46b2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你觉得怎么样？你想怎么做？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我________，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想________。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记录：记录同伴的感觉和打算。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天气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感觉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建议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汇报：________说天气________，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觉得________；建议________。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用正反问句提问。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用时间副词“在／正在”说当前动作。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用能愿动词“要”说计划。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课文2｜理解检查  Comprehension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根据课文，回答两个问题。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课文2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52387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昨天天气怎么样？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杨同乐昨天做什么了？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完整回答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说出依据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bìng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病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sick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yìdiǎnr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一点儿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some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yào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药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medicine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tiān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天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day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补充词：回 huí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a3f7d824147b0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杨同乐觉得（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很热　B 很冷　C 有点儿冷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医生对杨同乐说：“今天（　）吧。”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上班　B 下班　C 休息半天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医生建议什么：________________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Yīshēng, wǒ bìng le.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716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医生，我病了。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kànkan. Nǐ juéde zěnmeyàng?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我看看。你觉得怎么样？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194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hěn lěng.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528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我很冷。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002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de, chī yìdiǎnr yào, jīntiān xiūxi bàntiān ba.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434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好的，吃一点儿药，今天休息半天吧。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杨同乐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006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339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14975"/>
            <a:ext cx="11049000" cy="771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91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Huí jiā hòu zài hē xiē rè shuǐ.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436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回家后再喝些热水。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86d881c74aaf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再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hē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喝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drink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rè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热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hot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shuǐ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水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读一读：再｜喝｜热｜水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72bb2d0784aa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天气与病情表达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天气变化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昨天下雪了。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描述病情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我病了，觉得很冷。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提出建议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吃一点儿药，休息吧。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天气可用非主谓句；病情用“病了／觉得＋形容词”，建议用祈使句或“吧”。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怎么样　｜　B 雪　｜　C 了　｜　D 看　｜　E 太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外边正在下____，____冷了！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他去公司工作____。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医生：你觉得____？杨同乐：我很冷。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王一雪：你昨天去医院____病了吗？杨同乐：没有，我今天去。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f05bcd5fa40a0"/>
          <a:stretch xmlns:a="http://schemas.openxmlformats.org/drawingml/2006/main"/>
        </p:blipFill>
        <p:spPr>
          <a:xfrm xmlns:a="http://schemas.openxmlformats.org/drawingml/2006/main">
            <a:off x="857250" y="2291332"/>
            <a:ext cx="5191125" cy="170383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442b44a124fe6"/>
          <a:stretch xmlns:a="http://schemas.openxmlformats.org/drawingml/2006/main"/>
        </p:blipFill>
        <p:spPr>
          <a:xfrm xmlns:a="http://schemas.openxmlformats.org/drawingml/2006/main">
            <a:off x="6238875" y="2083137"/>
            <a:ext cx="5286375" cy="212022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昨天______。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今天______。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杨同乐______了，他昨天去______，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今天来______。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医生对杨同乐说：“今天______，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回家______。”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按三步完成活动，再说一条本课观察。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一人扮医生，一人扮病人。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病人描述病情，医生给出建议。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交换角色，完成第二轮问诊。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任务材料与本课观察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976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角色：医生｜病人｜病人描述情况；医生给出建议。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观察：课文建议病人吃药、休息半天、回家后喝热水。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杨同乐生病了吗？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看病后，杨同乐回家要做什么？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非主谓句、语气助词“了”、“太……了”格式、描述天气、描述病情：各说一例。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本课关键词：天气｜了（1）｜太……了｜看病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第12课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2026-08-21T03:01:25.0260000Z</dcterms:created>
  <dcterms:modified xsi:type="dcterms:W3CDTF">2026-08-21T03:01:25.0260000Z</dcterms:modified>
</coreProperties>
</file>